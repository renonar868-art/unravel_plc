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53"/>
  </p:notesMasterIdLst>
  <p:sldIdLst>
    <p:sldId id="526" r:id="rId4"/>
    <p:sldId id="1189" r:id="rId5"/>
    <p:sldId id="1190" r:id="rId6"/>
    <p:sldId id="1191" r:id="rId7"/>
    <p:sldId id="1283" r:id="rId8"/>
    <p:sldId id="1192" r:id="rId9"/>
    <p:sldId id="1241" r:id="rId10"/>
    <p:sldId id="1242" r:id="rId11"/>
    <p:sldId id="1236" r:id="rId12"/>
    <p:sldId id="1237" r:id="rId13"/>
    <p:sldId id="1238" r:id="rId14"/>
    <p:sldId id="1239" r:id="rId15"/>
    <p:sldId id="1240" r:id="rId16"/>
    <p:sldId id="1195" r:id="rId17"/>
    <p:sldId id="1196" r:id="rId18"/>
    <p:sldId id="1203" r:id="rId19"/>
    <p:sldId id="1200" r:id="rId20"/>
    <p:sldId id="262" r:id="rId21"/>
    <p:sldId id="1201" r:id="rId22"/>
    <p:sldId id="1202" r:id="rId23"/>
    <p:sldId id="1330" r:id="rId24"/>
    <p:sldId id="345" r:id="rId25"/>
    <p:sldId id="346" r:id="rId26"/>
    <p:sldId id="528" r:id="rId27"/>
    <p:sldId id="536" r:id="rId28"/>
    <p:sldId id="529" r:id="rId29"/>
    <p:sldId id="349" r:id="rId30"/>
    <p:sldId id="350" r:id="rId31"/>
    <p:sldId id="530" r:id="rId32"/>
    <p:sldId id="531" r:id="rId33"/>
    <p:sldId id="353" r:id="rId34"/>
    <p:sldId id="354" r:id="rId35"/>
    <p:sldId id="355" r:id="rId36"/>
    <p:sldId id="533" r:id="rId37"/>
    <p:sldId id="356" r:id="rId38"/>
    <p:sldId id="532" r:id="rId39"/>
    <p:sldId id="359" r:id="rId40"/>
    <p:sldId id="357" r:id="rId41"/>
    <p:sldId id="358" r:id="rId42"/>
    <p:sldId id="360" r:id="rId43"/>
    <p:sldId id="535" r:id="rId44"/>
    <p:sldId id="361" r:id="rId45"/>
    <p:sldId id="534" r:id="rId46"/>
    <p:sldId id="362" r:id="rId47"/>
    <p:sldId id="363" r:id="rId48"/>
    <p:sldId id="537" r:id="rId49"/>
    <p:sldId id="364" r:id="rId50"/>
    <p:sldId id="365" r:id="rId51"/>
    <p:sldId id="366" r:id="rId52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1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howGuides="1">
      <p:cViewPr varScale="1">
        <p:scale>
          <a:sx n="113" d="100"/>
          <a:sy n="113" d="100"/>
        </p:scale>
        <p:origin x="1554" y="102"/>
      </p:cViewPr>
      <p:guideLst>
        <p:guide orient="horz" pos="2171"/>
        <p:guide pos="28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ableStyles" Target="tableStyle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3D342D5-1E8C-4A5E-9D32-CCDAD9098E0A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2024/11/12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二级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三级</a:t>
            </a: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四级</a:t>
            </a: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355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355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t>16</a:t>
            </a:fld>
            <a:endParaRPr lang="zh-CN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6626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2662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  <a:t>18</a:t>
            </a:fld>
            <a:endParaRPr lang="zh-CN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4099" name="Rectangle 3"/>
            <p:cNvSpPr/>
            <p:nvPr/>
          </p:nvSpPr>
          <p:spPr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lvl="0" algn="ctr" eaLnBrk="1" hangingPunct="1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00" name="Rectangle 4"/>
            <p:cNvSpPr/>
            <p:nvPr/>
          </p:nvSpPr>
          <p:spPr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anchor="t" anchorCtr="0"/>
            <a:lstStyle/>
            <a:p>
              <a:pPr lvl="0" eaLnBrk="1" hangingPunct="1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101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4102" name="Rectangle 6"/>
              <p:cNvSpPr/>
              <p:nvPr userDrawn="1"/>
            </p:nvSpPr>
            <p:spPr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03" name="Rectangle 7"/>
              <p:cNvSpPr/>
              <p:nvPr userDrawn="1"/>
            </p:nvSpPr>
            <p:spPr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04" name="Rectangle 8"/>
              <p:cNvSpPr/>
              <p:nvPr userDrawn="1"/>
            </p:nvSpPr>
            <p:spPr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05" name="Rectangle 9"/>
              <p:cNvSpPr/>
              <p:nvPr userDrawn="1"/>
            </p:nvSpPr>
            <p:spPr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06" name="Rectangle 10"/>
              <p:cNvSpPr/>
              <p:nvPr userDrawn="1"/>
            </p:nvSpPr>
            <p:spPr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07" name="Rectangle 11"/>
              <p:cNvSpPr/>
              <p:nvPr userDrawn="1"/>
            </p:nvSpPr>
            <p:spPr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08" name="Rectangle 12"/>
              <p:cNvSpPr/>
              <p:nvPr userDrawn="1"/>
            </p:nvSpPr>
            <p:spPr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09" name="Rectangle 13"/>
              <p:cNvSpPr/>
              <p:nvPr userDrawn="1"/>
            </p:nvSpPr>
            <p:spPr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10" name="Rectangle 14"/>
              <p:cNvSpPr/>
              <p:nvPr userDrawn="1"/>
            </p:nvSpPr>
            <p:spPr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11" name="Rectangle 15"/>
              <p:cNvSpPr/>
              <p:nvPr userDrawn="1"/>
            </p:nvSpPr>
            <p:spPr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22529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 fontAlgn="base"/>
            <a:r>
              <a:rPr lang="zh-CN" altLang="en-US" strike="noStrike" noProof="0"/>
              <a:t>单击此处编辑母版标题样式</a:t>
            </a:r>
          </a:p>
        </p:txBody>
      </p:sp>
      <p:sp>
        <p:nvSpPr>
          <p:cNvPr id="22530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 fontAlgn="base"/>
            <a:r>
              <a:rPr lang="zh-CN" altLang="en-US" strike="noStrike" noProof="0"/>
              <a:t>单击此处编辑母版副标题样式</a:t>
            </a:r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algn="r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123" name="Rectangle 3"/>
            <p:cNvSpPr/>
            <p:nvPr/>
          </p:nvSpPr>
          <p:spPr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lvl="0" algn="ctr" eaLnBrk="1" hangingPunct="1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24" name="Rectangle 4"/>
            <p:cNvSpPr/>
            <p:nvPr/>
          </p:nvSpPr>
          <p:spPr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anchor="t" anchorCtr="0"/>
            <a:lstStyle/>
            <a:p>
              <a:pPr lvl="0" eaLnBrk="1" hangingPunct="1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5125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5126" name="Rectangle 6"/>
              <p:cNvSpPr/>
              <p:nvPr userDrawn="1"/>
            </p:nvSpPr>
            <p:spPr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27" name="Rectangle 7"/>
              <p:cNvSpPr/>
              <p:nvPr userDrawn="1"/>
            </p:nvSpPr>
            <p:spPr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28" name="Rectangle 8"/>
              <p:cNvSpPr/>
              <p:nvPr userDrawn="1"/>
            </p:nvSpPr>
            <p:spPr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29" name="Rectangle 9"/>
              <p:cNvSpPr/>
              <p:nvPr userDrawn="1"/>
            </p:nvSpPr>
            <p:spPr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30" name="Rectangle 10"/>
              <p:cNvSpPr/>
              <p:nvPr userDrawn="1"/>
            </p:nvSpPr>
            <p:spPr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31" name="Rectangle 11"/>
              <p:cNvSpPr/>
              <p:nvPr userDrawn="1"/>
            </p:nvSpPr>
            <p:spPr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32" name="Rectangle 12"/>
              <p:cNvSpPr/>
              <p:nvPr userDrawn="1"/>
            </p:nvSpPr>
            <p:spPr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33" name="Rectangle 13"/>
              <p:cNvSpPr/>
              <p:nvPr userDrawn="1"/>
            </p:nvSpPr>
            <p:spPr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34" name="Rectangle 14"/>
              <p:cNvSpPr/>
              <p:nvPr userDrawn="1"/>
            </p:nvSpPr>
            <p:spPr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35" name="Rectangle 15"/>
              <p:cNvSpPr/>
              <p:nvPr userDrawn="1"/>
            </p:nvSpPr>
            <p:spPr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22529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 fontAlgn="base"/>
            <a:r>
              <a:rPr lang="zh-CN" altLang="en-US" strike="noStrike" noProof="0"/>
              <a:t>单击此处编辑母版标题样式</a:t>
            </a:r>
          </a:p>
        </p:txBody>
      </p:sp>
      <p:sp>
        <p:nvSpPr>
          <p:cNvPr id="22530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 fontAlgn="base"/>
            <a:r>
              <a:rPr lang="zh-CN" altLang="en-US" strike="noStrike" noProof="0"/>
              <a:t>单击此处编辑母版副标题样式</a:t>
            </a:r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algn="r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6147" name="Rectangle 3"/>
            <p:cNvSpPr/>
            <p:nvPr/>
          </p:nvSpPr>
          <p:spPr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lvl="0" algn="ctr" eaLnBrk="1" hangingPunct="1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48" name="Rectangle 4"/>
            <p:cNvSpPr/>
            <p:nvPr/>
          </p:nvSpPr>
          <p:spPr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anchor="t" anchorCtr="0"/>
            <a:lstStyle/>
            <a:p>
              <a:pPr lvl="0" eaLnBrk="1" hangingPunct="1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6149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6150" name="Rectangle 6"/>
              <p:cNvSpPr/>
              <p:nvPr userDrawn="1"/>
            </p:nvSpPr>
            <p:spPr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51" name="Rectangle 7"/>
              <p:cNvSpPr/>
              <p:nvPr userDrawn="1"/>
            </p:nvSpPr>
            <p:spPr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52" name="Rectangle 8"/>
              <p:cNvSpPr/>
              <p:nvPr userDrawn="1"/>
            </p:nvSpPr>
            <p:spPr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53" name="Rectangle 9"/>
              <p:cNvSpPr/>
              <p:nvPr userDrawn="1"/>
            </p:nvSpPr>
            <p:spPr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54" name="Rectangle 10"/>
              <p:cNvSpPr/>
              <p:nvPr userDrawn="1"/>
            </p:nvSpPr>
            <p:spPr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55" name="Rectangle 11"/>
              <p:cNvSpPr/>
              <p:nvPr userDrawn="1"/>
            </p:nvSpPr>
            <p:spPr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56" name="Rectangle 12"/>
              <p:cNvSpPr/>
              <p:nvPr userDrawn="1"/>
            </p:nvSpPr>
            <p:spPr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57" name="Rectangle 13"/>
              <p:cNvSpPr/>
              <p:nvPr userDrawn="1"/>
            </p:nvSpPr>
            <p:spPr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58" name="Rectangle 14"/>
              <p:cNvSpPr/>
              <p:nvPr userDrawn="1"/>
            </p:nvSpPr>
            <p:spPr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59" name="Rectangle 15"/>
              <p:cNvSpPr/>
              <p:nvPr userDrawn="1"/>
            </p:nvSpPr>
            <p:spPr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anchor="t" anchorCtr="0"/>
              <a:lstStyle/>
              <a:p>
                <a:pPr lvl="0" eaLnBrk="1" hangingPunct="1"/>
                <a:endParaRPr lang="zh-CN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22529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 fontAlgn="base"/>
            <a:r>
              <a:rPr lang="zh-CN" altLang="en-US" strike="noStrike" noProof="0"/>
              <a:t>单击此处编辑母版标题样式</a:t>
            </a:r>
          </a:p>
        </p:txBody>
      </p:sp>
      <p:sp>
        <p:nvSpPr>
          <p:cNvPr id="22530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 fontAlgn="base"/>
            <a:r>
              <a:rPr lang="zh-CN" altLang="en-US" strike="noStrike" noProof="0"/>
              <a:t>单击此处编辑母版副标题样式</a:t>
            </a:r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algn="r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grpSp>
        <p:nvGrpSpPr>
          <p:cNvPr id="1028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29" name="Rectangle 5"/>
            <p:cNvSpPr/>
            <p:nvPr/>
          </p:nvSpPr>
          <p:spPr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lvl="0" algn="ctr" eaLnBrk="1" hangingPunct="1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0" name="Rectangle 6"/>
            <p:cNvSpPr/>
            <p:nvPr/>
          </p:nvSpPr>
          <p:spPr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anchor="t" anchorCtr="0"/>
            <a:lstStyle/>
            <a:p>
              <a:pPr lvl="0" eaLnBrk="1" hangingPunct="1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1" name="Rectangle 7"/>
            <p:cNvSpPr/>
            <p:nvPr/>
          </p:nvSpPr>
          <p:spPr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 eaLnBrk="1" hangingPunct="1"/>
              <a:endParaRPr lang="zh-CN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2" name="Rectangle 8"/>
            <p:cNvSpPr/>
            <p:nvPr/>
          </p:nvSpPr>
          <p:spPr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 eaLnBrk="1" hangingPunct="1"/>
              <a:endParaRPr lang="zh-CN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3" name="Rectangle 9"/>
            <p:cNvSpPr/>
            <p:nvPr/>
          </p:nvSpPr>
          <p:spPr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 eaLnBrk="1" hangingPunct="1"/>
              <a:endParaRPr lang="zh-CN" altLang="zh-CN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4" name="Rectangle 10"/>
            <p:cNvSpPr/>
            <p:nvPr/>
          </p:nvSpPr>
          <p:spPr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 eaLnBrk="1" hangingPunct="1"/>
              <a:endParaRPr lang="zh-CN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5" name="Rectangle 11"/>
            <p:cNvSpPr/>
            <p:nvPr/>
          </p:nvSpPr>
          <p:spPr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anchor="t" anchorCtr="0"/>
            <a:lstStyle/>
            <a:p>
              <a:pPr lvl="0" eaLnBrk="1" hangingPunct="1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6" name="Rectangle 12"/>
            <p:cNvSpPr/>
            <p:nvPr/>
          </p:nvSpPr>
          <p:spPr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 eaLnBrk="1" hangingPunct="1"/>
              <a:endParaRPr lang="zh-CN" altLang="zh-CN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7" name="Rectangle 13"/>
            <p:cNvSpPr/>
            <p:nvPr/>
          </p:nvSpPr>
          <p:spPr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 eaLnBrk="1" hangingPunct="1"/>
              <a:endParaRPr lang="zh-CN" altLang="zh-CN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38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9" name="Rectangle 15"/>
          <p:cNvSpPr>
            <a:spLocks noGrp="1"/>
          </p:cNvSpPr>
          <p:nvPr>
            <p:ph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 indent="-28575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  <p:sp>
        <p:nvSpPr>
          <p:cNvPr id="22427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grpSp>
        <p:nvGrpSpPr>
          <p:cNvPr id="2052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3" name="Rectangle 5"/>
            <p:cNvSpPr/>
            <p:nvPr/>
          </p:nvSpPr>
          <p:spPr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lvl="0" algn="ctr" eaLnBrk="1" hangingPunct="1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" name="Rectangle 6"/>
            <p:cNvSpPr/>
            <p:nvPr/>
          </p:nvSpPr>
          <p:spPr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anchor="t" anchorCtr="0"/>
            <a:lstStyle/>
            <a:p>
              <a:pPr lvl="0" eaLnBrk="1" hangingPunct="1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5" name="Rectangle 7"/>
            <p:cNvSpPr/>
            <p:nvPr/>
          </p:nvSpPr>
          <p:spPr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 eaLnBrk="1" hangingPunct="1"/>
              <a:endParaRPr lang="zh-CN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6" name="Rectangle 8"/>
            <p:cNvSpPr/>
            <p:nvPr/>
          </p:nvSpPr>
          <p:spPr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 eaLnBrk="1" hangingPunct="1"/>
              <a:endParaRPr lang="zh-CN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7" name="Rectangle 9"/>
            <p:cNvSpPr/>
            <p:nvPr/>
          </p:nvSpPr>
          <p:spPr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 eaLnBrk="1" hangingPunct="1"/>
              <a:endParaRPr lang="zh-CN" altLang="zh-CN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8" name="Rectangle 10"/>
            <p:cNvSpPr/>
            <p:nvPr/>
          </p:nvSpPr>
          <p:spPr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 eaLnBrk="1" hangingPunct="1"/>
              <a:endParaRPr lang="zh-CN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9" name="Rectangle 11"/>
            <p:cNvSpPr/>
            <p:nvPr/>
          </p:nvSpPr>
          <p:spPr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anchor="t" anchorCtr="0"/>
            <a:lstStyle/>
            <a:p>
              <a:pPr lvl="0" eaLnBrk="1" hangingPunct="1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60" name="Rectangle 12"/>
            <p:cNvSpPr/>
            <p:nvPr/>
          </p:nvSpPr>
          <p:spPr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 eaLnBrk="1" hangingPunct="1"/>
              <a:endParaRPr lang="zh-CN" altLang="zh-CN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61" name="Rectangle 13"/>
            <p:cNvSpPr/>
            <p:nvPr/>
          </p:nvSpPr>
          <p:spPr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 eaLnBrk="1" hangingPunct="1"/>
              <a:endParaRPr lang="zh-CN" altLang="zh-CN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62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63" name="Rectangle 15"/>
          <p:cNvSpPr>
            <a:spLocks noGrp="1"/>
          </p:cNvSpPr>
          <p:nvPr>
            <p:ph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 indent="-28575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  <p:sp>
        <p:nvSpPr>
          <p:cNvPr id="22427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en-US" altLang="zh-CN" strike="noStrike" noProof="1">
              <a:latin typeface="Arial" panose="020B0604020202020204" pitchFamily="34" charset="0"/>
            </a:endParaRPr>
          </a:p>
        </p:txBody>
      </p:sp>
      <p:grpSp>
        <p:nvGrpSpPr>
          <p:cNvPr id="3076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3077" name="Rectangle 5"/>
            <p:cNvSpPr/>
            <p:nvPr/>
          </p:nvSpPr>
          <p:spPr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lvl="0" algn="ctr" eaLnBrk="1" hangingPunct="1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8" name="Rectangle 6"/>
            <p:cNvSpPr/>
            <p:nvPr/>
          </p:nvSpPr>
          <p:spPr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anchor="t" anchorCtr="0"/>
            <a:lstStyle/>
            <a:p>
              <a:pPr lvl="0" eaLnBrk="1" hangingPunct="1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9" name="Rectangle 7"/>
            <p:cNvSpPr/>
            <p:nvPr/>
          </p:nvSpPr>
          <p:spPr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 eaLnBrk="1" hangingPunct="1"/>
              <a:endParaRPr lang="zh-CN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80" name="Rectangle 8"/>
            <p:cNvSpPr/>
            <p:nvPr/>
          </p:nvSpPr>
          <p:spPr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 eaLnBrk="1" hangingPunct="1"/>
              <a:endParaRPr lang="zh-CN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81" name="Rectangle 9"/>
            <p:cNvSpPr/>
            <p:nvPr/>
          </p:nvSpPr>
          <p:spPr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 eaLnBrk="1" hangingPunct="1"/>
              <a:endParaRPr lang="zh-CN" altLang="zh-CN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82" name="Rectangle 10"/>
            <p:cNvSpPr/>
            <p:nvPr/>
          </p:nvSpPr>
          <p:spPr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</a:ln>
          </p:spPr>
          <p:txBody>
            <a:bodyPr anchor="t" anchorCtr="0"/>
            <a:lstStyle/>
            <a:p>
              <a:pPr lvl="0" eaLnBrk="1" hangingPunct="1"/>
              <a:endParaRPr lang="zh-CN" altLang="zh-CN" dirty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83" name="Rectangle 11"/>
            <p:cNvSpPr/>
            <p:nvPr/>
          </p:nvSpPr>
          <p:spPr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anchor="t" anchorCtr="0"/>
            <a:lstStyle/>
            <a:p>
              <a:pPr lvl="0" eaLnBrk="1" hangingPunct="1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84" name="Rectangle 12"/>
            <p:cNvSpPr/>
            <p:nvPr/>
          </p:nvSpPr>
          <p:spPr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 eaLnBrk="1" hangingPunct="1"/>
              <a:endParaRPr lang="zh-CN" altLang="zh-CN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85" name="Rectangle 13"/>
            <p:cNvSpPr/>
            <p:nvPr/>
          </p:nvSpPr>
          <p:spPr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t" anchorCtr="0"/>
            <a:lstStyle/>
            <a:p>
              <a:pPr lvl="0" eaLnBrk="1" hangingPunct="1"/>
              <a:endParaRPr lang="zh-CN" altLang="zh-CN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086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87" name="Rectangle 15"/>
          <p:cNvSpPr>
            <a:spLocks noGrp="1"/>
          </p:cNvSpPr>
          <p:nvPr>
            <p:ph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 indent="-28575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  <p:sp>
        <p:nvSpPr>
          <p:cNvPr id="22427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2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jpeg"/><Relationship Id="rId7" Type="http://schemas.openxmlformats.org/officeDocument/2006/relationships/image" Target="../media/image15.jpe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11" Type="http://schemas.openxmlformats.org/officeDocument/2006/relationships/image" Target="../media/image19.jpeg"/><Relationship Id="rId5" Type="http://schemas.openxmlformats.org/officeDocument/2006/relationships/image" Target="../media/image13.jpeg"/><Relationship Id="rId10" Type="http://schemas.openxmlformats.org/officeDocument/2006/relationships/image" Target="../media/image18.png"/><Relationship Id="rId4" Type="http://schemas.openxmlformats.org/officeDocument/2006/relationships/slide" Target="slide16.xml"/><Relationship Id="rId9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11" Type="http://schemas.openxmlformats.org/officeDocument/2006/relationships/image" Target="../media/image20.png"/><Relationship Id="rId5" Type="http://schemas.openxmlformats.org/officeDocument/2006/relationships/image" Target="../media/image14.jpeg"/><Relationship Id="rId10" Type="http://schemas.openxmlformats.org/officeDocument/2006/relationships/image" Target="../media/image19.jpeg"/><Relationship Id="rId4" Type="http://schemas.openxmlformats.org/officeDocument/2006/relationships/image" Target="../media/image13.jpeg"/><Relationship Id="rId9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image" Target="../media/image2.png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image" Target="../media/image25.jpe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slideLayout" Target="../slideLayouts/slideLayout19.xml"/><Relationship Id="rId5" Type="http://schemas.openxmlformats.org/officeDocument/2006/relationships/tags" Target="../tags/tag16.xml"/><Relationship Id="rId10" Type="http://schemas.openxmlformats.org/officeDocument/2006/relationships/tags" Target="../tags/tag21.xml"/><Relationship Id="rId4" Type="http://schemas.openxmlformats.org/officeDocument/2006/relationships/tags" Target="../tags/tag15.xml"/><Relationship Id="rId9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5165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/>
              <a:t>第四章</a:t>
            </a:r>
            <a:r>
              <a:rPr lang="en-US" altLang="zh-CN" b="1" dirty="0"/>
              <a:t>  FX</a:t>
            </a:r>
            <a:r>
              <a:rPr lang="zh-CN" altLang="en-US" b="1" dirty="0"/>
              <a:t>系列</a:t>
            </a:r>
            <a:r>
              <a:rPr lang="en-US" altLang="zh-CN" b="1" dirty="0"/>
              <a:t>PLC</a:t>
            </a:r>
            <a:r>
              <a:rPr lang="zh-CN" altLang="en-US" b="1" dirty="0"/>
              <a:t>的步进指令及其编程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b="1" dirty="0"/>
              <a:t>步进指令是专门用于步进控制的指令。所谓步进控制是指在多工步的控制中，按照一定的顺序分步动作，即上一步动作结束后，下一步动作才开始。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b="1" dirty="0"/>
              <a:t>步进指令共有两条：即步进指令（</a:t>
            </a:r>
            <a:r>
              <a:rPr lang="en-US" altLang="zh-CN" b="1" dirty="0"/>
              <a:t>STL</a:t>
            </a:r>
            <a:r>
              <a:rPr lang="zh-CN" altLang="en-US" b="1" dirty="0"/>
              <a:t>）和步进返回指令（</a:t>
            </a:r>
            <a:r>
              <a:rPr lang="en-US" altLang="zh-CN" b="1" dirty="0"/>
              <a:t>RET</a:t>
            </a:r>
            <a:r>
              <a:rPr lang="zh-CN" altLang="en-US" b="1" dirty="0"/>
              <a:t>）。它们专门用于编写步进控制程序。</a:t>
            </a:r>
            <a:r>
              <a:rPr lang="en-US" altLang="zh-CN" b="1" dirty="0"/>
              <a:t>STL</a:t>
            </a:r>
            <a:r>
              <a:rPr lang="zh-CN" altLang="en-US" b="1" dirty="0"/>
              <a:t>指令只可用状态（</a:t>
            </a:r>
            <a:r>
              <a:rPr lang="en-US" altLang="zh-CN" b="1" dirty="0"/>
              <a:t>S</a:t>
            </a:r>
            <a:r>
              <a:rPr lang="zh-CN" altLang="en-US" b="1" dirty="0"/>
              <a:t>）作为其操作数。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 dirty="0"/>
              <a:t>4.1   </a:t>
            </a:r>
            <a:r>
              <a:rPr lang="zh-CN" altLang="en-US" b="1" dirty="0"/>
              <a:t>状态转移图和步进梯形图的绘制</a:t>
            </a:r>
          </a:p>
          <a:p>
            <a:pPr eaLnBrk="1" hangingPunct="1">
              <a:lnSpc>
                <a:spcPct val="90000"/>
              </a:lnSpc>
              <a:buNone/>
            </a:pPr>
            <a:endParaRPr lang="zh-CN" alt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/>
          </p:cNvSpPr>
          <p:nvPr>
            <p:ph idx="1"/>
          </p:nvPr>
        </p:nvSpPr>
        <p:spPr>
          <a:xfrm>
            <a:off x="457200" y="669925"/>
            <a:ext cx="8229600" cy="55165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b="1" dirty="0"/>
              <a:t>4.1.1   </a:t>
            </a:r>
            <a:r>
              <a:rPr lang="zh-CN" altLang="en-US" b="1" dirty="0"/>
              <a:t>状态转移图  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/>
              <a:t>状态转移图是一种用于描述顺序控制系统的图形说明语言。它由</a:t>
            </a:r>
            <a:r>
              <a:rPr lang="zh-CN" altLang="en-US" b="1" dirty="0">
                <a:solidFill>
                  <a:srgbClr val="FF0000"/>
                </a:solidFill>
              </a:rPr>
              <a:t>步</a:t>
            </a:r>
            <a:r>
              <a:rPr lang="zh-CN" altLang="en-US" b="1" dirty="0"/>
              <a:t>、</a:t>
            </a:r>
            <a:r>
              <a:rPr lang="zh-CN" altLang="en-US" b="1" dirty="0">
                <a:solidFill>
                  <a:srgbClr val="FF0000"/>
                </a:solidFill>
              </a:rPr>
              <a:t>转移条件</a:t>
            </a:r>
            <a:r>
              <a:rPr lang="zh-CN" altLang="en-US" b="1" dirty="0"/>
              <a:t>及有向线段组成。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/>
              <a:t>（1）步。控制过程中的一个特定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/>
              <a:t>状态，分为初始步和工作步。每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/>
              <a:t>一步中要完成一个或多个特定的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/>
              <a:t>动作。初始步表示一个控制系统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/>
              <a:t>的初始状态，一个控制系统必须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/>
              <a:t>有一个初始步，可以没有具体要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/>
              <a:t>完成的动作。</a:t>
            </a:r>
          </a:p>
          <a:p>
            <a:pPr eaLnBrk="1" hangingPunct="1">
              <a:lnSpc>
                <a:spcPct val="90000"/>
              </a:lnSpc>
              <a:buNone/>
            </a:pPr>
            <a:endParaRPr lang="zh-CN" altLang="en-US" b="1" dirty="0"/>
          </a:p>
          <a:p>
            <a:pPr eaLnBrk="1" hangingPunct="1">
              <a:lnSpc>
                <a:spcPct val="90000"/>
              </a:lnSpc>
              <a:buNone/>
            </a:pPr>
            <a:endParaRPr lang="zh-CN" altLang="en-US" b="1" dirty="0"/>
          </a:p>
        </p:txBody>
      </p:sp>
      <p:pic>
        <p:nvPicPr>
          <p:cNvPr id="9218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5" y="2598738"/>
            <a:ext cx="2162175" cy="3394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/>
          </p:cNvSpPr>
          <p:nvPr>
            <p:ph idx="1"/>
          </p:nvPr>
        </p:nvSpPr>
        <p:spPr>
          <a:xfrm>
            <a:off x="457200" y="669925"/>
            <a:ext cx="8229600" cy="55165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b="1" dirty="0"/>
              <a:t>4.1.1   </a:t>
            </a:r>
            <a:r>
              <a:rPr lang="zh-CN" altLang="en-US" b="1" dirty="0"/>
              <a:t>状态转移图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/>
              <a:t> （</a:t>
            </a:r>
            <a:r>
              <a:rPr lang="en-US" altLang="zh-CN" b="1" dirty="0"/>
              <a:t>2</a:t>
            </a:r>
            <a:r>
              <a:rPr lang="zh-CN" altLang="en-US" b="1" dirty="0"/>
              <a:t>）转移条件。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/>
              <a:t>  步与步之间用“有向线段”连接，在有向线段上用一个或多个小短横线表示一个或多个转移条件，当条件得以满足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/>
              <a:t>   时，可以实现由前一步“转移”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/>
              <a:t>  到下一步的控制（由完成前一步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/>
              <a:t>  的动作，转移到执行下一步的动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/>
              <a:t>  作）。转移到下一步执行，并同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/>
              <a:t>   时自动关闭上一步的动作。</a:t>
            </a:r>
          </a:p>
        </p:txBody>
      </p:sp>
      <p:pic>
        <p:nvPicPr>
          <p:cNvPr id="10242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232" y="2708920"/>
            <a:ext cx="2163763" cy="3394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5165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/>
              <a:t>状态转移图的构成</a:t>
            </a:r>
            <a:r>
              <a:rPr lang="zh-CN" altLang="en-US" b="1" dirty="0">
                <a:solidFill>
                  <a:srgbClr val="FF0000"/>
                </a:solidFill>
              </a:rPr>
              <a:t>规则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/>
              <a:t>（1）画状态转移图时，首先要根据控制系统的具体要求，将控制系统的工作顺序分为若干步，并确定其相应的动作。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/>
              <a:t>（2）步与步之间用有向线段连接，当系统的控制顺序是从上向下时，可以不标注箭头，若控制顺序是从下向上执行时，必须要标注箭头。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/>
              <a:t>（3）找出步与步之间的转移条件。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/>
              <a:t>（4）确定初始步，用于表示顺序控制的初始状态。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/>
              <a:t>（5）系统结束时一般是返回到初始状态。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827405" y="635000"/>
            <a:ext cx="7315200" cy="422338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1" dirty="0">
                <a:sym typeface="+mn-ea"/>
              </a:rPr>
              <a:t>状态转移图由 </a:t>
            </a:r>
            <a:r>
              <a:rPr lang="zh-CN" altLang="en-US" sz="2600" b="1" dirty="0">
                <a:solidFill>
                  <a:srgbClr val="639EF4"/>
                </a:solidFill>
                <a:sym typeface="+mn-ea"/>
              </a:rPr>
              <a:t>[填空1]</a:t>
            </a:r>
            <a:r>
              <a:rPr lang="zh-CN" altLang="en-US" sz="2600" b="1" dirty="0">
                <a:sym typeface="+mn-ea"/>
              </a:rPr>
              <a:t> 、 </a:t>
            </a:r>
            <a:r>
              <a:rPr lang="zh-CN" altLang="en-US" sz="2600" b="1" dirty="0">
                <a:solidFill>
                  <a:srgbClr val="639EF4"/>
                </a:solidFill>
                <a:sym typeface="+mn-ea"/>
              </a:rPr>
              <a:t>[填空2]</a:t>
            </a:r>
            <a:r>
              <a:rPr lang="zh-CN" altLang="en-US" sz="2600" b="1" dirty="0">
                <a:sym typeface="+mn-ea"/>
              </a:rPr>
              <a:t> 及有向线段组成。</a:t>
            </a:r>
            <a:endParaRPr lang="zh-CN" altLang="en-US" sz="2600" b="1" dirty="0"/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3"/>
            </p:custDataLst>
          </p:nvPr>
        </p:nvSpPr>
        <p:spPr>
          <a:xfrm>
            <a:off x="61722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作答</a:t>
            </a: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0" y="5848985"/>
            <a:ext cx="9144000" cy="365760"/>
          </a:xfrm>
          <a:prstGeom prst="rect">
            <a:avLst/>
          </a:prstGeom>
          <a:solidFill>
            <a:srgbClr val="FBFAEF"/>
          </a:solidFill>
          <a:ln w="25400" cap="flat" cmpd="sng" algn="ctr">
            <a:noFill/>
            <a:prstDash val="solid"/>
          </a:ln>
          <a:extLst>
            <a:ext uri="{91240B29-F687-4F45-9708-019B960494DF}">
              <a14:hiddenLine xmlns:a14="http://schemas.microsoft.com/office/drawing/2010/main" w="25400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>
            <a:noAutofit/>
          </a:bodyPr>
          <a:lstStyle/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正常使用填空题需3.0以上版本雨课堂</a:t>
            </a: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914400" y="635000"/>
            <a:ext cx="7315200" cy="36576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wrap="none" rtlCol="0" anchor="ctr" anchorCtr="1">
            <a:noAutofit/>
          </a:bodyPr>
          <a:lstStyle/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此题未设置答案，请点击右侧设置按钮</a:t>
            </a:r>
          </a:p>
        </p:txBody>
      </p:sp>
      <p:grpSp>
        <p:nvGrpSpPr>
          <p:cNvPr id="11" name="组合 10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7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xtLst>
              <a:ext uri="{91240B29-F687-4F45-9708-019B960494DF}">
                <a14:hiddenLine xmlns:a14="http://schemas.microsoft.com/office/drawing/2010/main" w="254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填空题</a:t>
              </a:r>
            </a:p>
          </p:txBody>
        </p:sp>
        <p:sp>
          <p:nvSpPr>
            <p:cNvPr id="10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2分</a:t>
              </a:r>
            </a:p>
          </p:txBody>
        </p:sp>
      </p:grpSp>
      <p:pic>
        <p:nvPicPr>
          <p:cNvPr id="4" name="图片 3" descr="tmpD20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5165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/>
              <a:t>状态转移图的形式</a:t>
            </a:r>
          </a:p>
          <a:p>
            <a:pPr eaLnBrk="1" hangingPunct="1">
              <a:lnSpc>
                <a:spcPct val="90000"/>
              </a:lnSpc>
              <a:buNone/>
            </a:pPr>
            <a:endParaRPr lang="zh-CN" altLang="en-US" b="1" dirty="0"/>
          </a:p>
        </p:txBody>
      </p:sp>
      <p:pic>
        <p:nvPicPr>
          <p:cNvPr id="1229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538" y="1441450"/>
            <a:ext cx="7359650" cy="3359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5165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b="1" dirty="0"/>
              <a:t>4.1.3  </a:t>
            </a:r>
            <a:r>
              <a:rPr lang="zh-CN" altLang="en-US" b="1" dirty="0"/>
              <a:t>步进梯形图和步进指令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/>
              <a:t>  步进指令STL（Step Ladder Instruction）用状态S作为其操作数。FX2N系列PLC的状态S的编号为S0~S899，共900点；其中S0~S9供初始状态用，S10~S19供返回原点用，S500~S899具有断电保持功能。RET为步进返回指令。</a:t>
            </a:r>
          </a:p>
          <a:p>
            <a:pPr eaLnBrk="1" hangingPunct="1">
              <a:lnSpc>
                <a:spcPct val="90000"/>
              </a:lnSpc>
              <a:buNone/>
            </a:pPr>
            <a:endParaRPr lang="zh-CN" altLang="en-US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/>
              <a:t>  采用步进指令进行程序设计时，首先要设计系统的状态转移图，然后再将状态转移图转换成梯形图，写出相应的指令语句。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内容占位符 -214748238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990600"/>
            <a:ext cx="8229600" cy="4905375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1" name="Group 86"/>
          <p:cNvGrpSpPr>
            <a:grpSpLocks noChangeAspect="1"/>
          </p:cNvGrpSpPr>
          <p:nvPr/>
        </p:nvGrpSpPr>
        <p:grpSpPr>
          <a:xfrm>
            <a:off x="3797300" y="2559050"/>
            <a:ext cx="1560513" cy="923925"/>
            <a:chOff x="2376" y="1975"/>
            <a:chExt cx="983" cy="582"/>
          </a:xfrm>
        </p:grpSpPr>
        <p:sp>
          <p:nvSpPr>
            <p:cNvPr id="15362" name="Freeform 138"/>
            <p:cNvSpPr/>
            <p:nvPr/>
          </p:nvSpPr>
          <p:spPr>
            <a:xfrm>
              <a:off x="3340" y="1975"/>
              <a:ext cx="19" cy="19"/>
            </a:xfrm>
            <a:custGeom>
              <a:avLst/>
              <a:gdLst/>
              <a:ahLst/>
              <a:cxnLst>
                <a:cxn ang="0">
                  <a:pos x="18" y="5"/>
                </a:cxn>
                <a:cxn ang="0">
                  <a:pos x="16" y="1"/>
                </a:cxn>
                <a:cxn ang="0">
                  <a:pos x="13" y="1"/>
                </a:cxn>
                <a:cxn ang="0">
                  <a:pos x="9" y="0"/>
                </a:cxn>
                <a:cxn ang="0">
                  <a:pos x="6" y="1"/>
                </a:cxn>
                <a:cxn ang="0">
                  <a:pos x="3" y="3"/>
                </a:cxn>
                <a:cxn ang="0">
                  <a:pos x="1" y="6"/>
                </a:cxn>
                <a:cxn ang="0">
                  <a:pos x="0" y="10"/>
                </a:cxn>
                <a:cxn ang="0">
                  <a:pos x="1" y="14"/>
                </a:cxn>
                <a:cxn ang="0">
                  <a:pos x="3" y="17"/>
                </a:cxn>
                <a:cxn ang="0">
                  <a:pos x="7" y="19"/>
                </a:cxn>
                <a:cxn ang="0">
                  <a:pos x="10" y="19"/>
                </a:cxn>
                <a:cxn ang="0">
                  <a:pos x="14" y="19"/>
                </a:cxn>
                <a:cxn ang="0">
                  <a:pos x="17" y="16"/>
                </a:cxn>
                <a:cxn ang="0">
                  <a:pos x="19" y="12"/>
                </a:cxn>
                <a:cxn ang="0">
                  <a:pos x="19" y="9"/>
                </a:cxn>
                <a:cxn ang="0">
                  <a:pos x="18" y="5"/>
                </a:cxn>
                <a:cxn ang="0">
                  <a:pos x="18" y="5"/>
                </a:cxn>
              </a:cxnLst>
              <a:rect l="0" t="0" r="0" b="0"/>
              <a:pathLst>
                <a:path w="19" h="19">
                  <a:moveTo>
                    <a:pt x="18" y="5"/>
                  </a:moveTo>
                  <a:lnTo>
                    <a:pt x="16" y="1"/>
                  </a:lnTo>
                  <a:lnTo>
                    <a:pt x="13" y="1"/>
                  </a:lnTo>
                  <a:lnTo>
                    <a:pt x="9" y="0"/>
                  </a:lnTo>
                  <a:lnTo>
                    <a:pt x="6" y="1"/>
                  </a:lnTo>
                  <a:lnTo>
                    <a:pt x="3" y="3"/>
                  </a:lnTo>
                  <a:lnTo>
                    <a:pt x="1" y="6"/>
                  </a:lnTo>
                  <a:lnTo>
                    <a:pt x="0" y="10"/>
                  </a:lnTo>
                  <a:lnTo>
                    <a:pt x="1" y="14"/>
                  </a:lnTo>
                  <a:lnTo>
                    <a:pt x="3" y="17"/>
                  </a:lnTo>
                  <a:lnTo>
                    <a:pt x="7" y="19"/>
                  </a:lnTo>
                  <a:lnTo>
                    <a:pt x="10" y="19"/>
                  </a:lnTo>
                  <a:lnTo>
                    <a:pt x="14" y="19"/>
                  </a:lnTo>
                  <a:lnTo>
                    <a:pt x="17" y="16"/>
                  </a:lnTo>
                  <a:lnTo>
                    <a:pt x="19" y="12"/>
                  </a:lnTo>
                  <a:lnTo>
                    <a:pt x="19" y="9"/>
                  </a:lnTo>
                  <a:lnTo>
                    <a:pt x="18" y="5"/>
                  </a:lnTo>
                  <a:close/>
                </a:path>
              </a:pathLst>
            </a:custGeom>
            <a:solidFill>
              <a:srgbClr val="FF690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3" name="Freeform 139"/>
            <p:cNvSpPr/>
            <p:nvPr/>
          </p:nvSpPr>
          <p:spPr>
            <a:xfrm>
              <a:off x="2793" y="2489"/>
              <a:ext cx="63" cy="64"/>
            </a:xfrm>
            <a:custGeom>
              <a:avLst/>
              <a:gdLst/>
              <a:ahLst/>
              <a:cxnLst>
                <a:cxn ang="0">
                  <a:pos x="34" y="63"/>
                </a:cxn>
                <a:cxn ang="0">
                  <a:pos x="40" y="62"/>
                </a:cxn>
                <a:cxn ang="0">
                  <a:pos x="46" y="59"/>
                </a:cxn>
                <a:cxn ang="0">
                  <a:pos x="51" y="55"/>
                </a:cxn>
                <a:cxn ang="0">
                  <a:pos x="55" y="51"/>
                </a:cxn>
                <a:cxn ang="0">
                  <a:pos x="59" y="46"/>
                </a:cxn>
                <a:cxn ang="0">
                  <a:pos x="61" y="40"/>
                </a:cxn>
                <a:cxn ang="0">
                  <a:pos x="63" y="34"/>
                </a:cxn>
                <a:cxn ang="0">
                  <a:pos x="63" y="27"/>
                </a:cxn>
                <a:cxn ang="0">
                  <a:pos x="61" y="22"/>
                </a:cxn>
                <a:cxn ang="0">
                  <a:pos x="59" y="16"/>
                </a:cxn>
                <a:cxn ang="0">
                  <a:pos x="55" y="11"/>
                </a:cxn>
                <a:cxn ang="0">
                  <a:pos x="51" y="7"/>
                </a:cxn>
                <a:cxn ang="0">
                  <a:pos x="46" y="3"/>
                </a:cxn>
                <a:cxn ang="0">
                  <a:pos x="40" y="1"/>
                </a:cxn>
                <a:cxn ang="0">
                  <a:pos x="34" y="0"/>
                </a:cxn>
                <a:cxn ang="0">
                  <a:pos x="28" y="0"/>
                </a:cxn>
                <a:cxn ang="0">
                  <a:pos x="22" y="1"/>
                </a:cxn>
                <a:cxn ang="0">
                  <a:pos x="16" y="3"/>
                </a:cxn>
                <a:cxn ang="0">
                  <a:pos x="12" y="7"/>
                </a:cxn>
                <a:cxn ang="0">
                  <a:pos x="7" y="11"/>
                </a:cxn>
                <a:cxn ang="0">
                  <a:pos x="4" y="16"/>
                </a:cxn>
                <a:cxn ang="0">
                  <a:pos x="1" y="22"/>
                </a:cxn>
                <a:cxn ang="0">
                  <a:pos x="0" y="27"/>
                </a:cxn>
                <a:cxn ang="0">
                  <a:pos x="0" y="34"/>
                </a:cxn>
                <a:cxn ang="0">
                  <a:pos x="1" y="40"/>
                </a:cxn>
                <a:cxn ang="0">
                  <a:pos x="4" y="46"/>
                </a:cxn>
                <a:cxn ang="0">
                  <a:pos x="7" y="51"/>
                </a:cxn>
                <a:cxn ang="0">
                  <a:pos x="12" y="55"/>
                </a:cxn>
                <a:cxn ang="0">
                  <a:pos x="16" y="59"/>
                </a:cxn>
                <a:cxn ang="0">
                  <a:pos x="22" y="62"/>
                </a:cxn>
                <a:cxn ang="0">
                  <a:pos x="28" y="63"/>
                </a:cxn>
                <a:cxn ang="0">
                  <a:pos x="32" y="64"/>
                </a:cxn>
              </a:cxnLst>
              <a:rect l="0" t="0" r="0" b="0"/>
              <a:pathLst>
                <a:path w="63" h="64">
                  <a:moveTo>
                    <a:pt x="32" y="64"/>
                  </a:moveTo>
                  <a:lnTo>
                    <a:pt x="34" y="63"/>
                  </a:lnTo>
                  <a:lnTo>
                    <a:pt x="37" y="63"/>
                  </a:lnTo>
                  <a:lnTo>
                    <a:pt x="40" y="62"/>
                  </a:lnTo>
                  <a:lnTo>
                    <a:pt x="44" y="61"/>
                  </a:lnTo>
                  <a:lnTo>
                    <a:pt x="46" y="59"/>
                  </a:lnTo>
                  <a:lnTo>
                    <a:pt x="49" y="58"/>
                  </a:lnTo>
                  <a:lnTo>
                    <a:pt x="51" y="55"/>
                  </a:lnTo>
                  <a:lnTo>
                    <a:pt x="53" y="54"/>
                  </a:lnTo>
                  <a:lnTo>
                    <a:pt x="55" y="51"/>
                  </a:lnTo>
                  <a:lnTo>
                    <a:pt x="57" y="48"/>
                  </a:lnTo>
                  <a:lnTo>
                    <a:pt x="59" y="46"/>
                  </a:lnTo>
                  <a:lnTo>
                    <a:pt x="60" y="44"/>
                  </a:lnTo>
                  <a:lnTo>
                    <a:pt x="61" y="40"/>
                  </a:lnTo>
                  <a:lnTo>
                    <a:pt x="62" y="38"/>
                  </a:lnTo>
                  <a:lnTo>
                    <a:pt x="63" y="34"/>
                  </a:lnTo>
                  <a:lnTo>
                    <a:pt x="63" y="31"/>
                  </a:lnTo>
                  <a:lnTo>
                    <a:pt x="63" y="27"/>
                  </a:lnTo>
                  <a:lnTo>
                    <a:pt x="62" y="25"/>
                  </a:lnTo>
                  <a:lnTo>
                    <a:pt x="61" y="22"/>
                  </a:lnTo>
                  <a:lnTo>
                    <a:pt x="60" y="19"/>
                  </a:lnTo>
                  <a:lnTo>
                    <a:pt x="59" y="16"/>
                  </a:lnTo>
                  <a:lnTo>
                    <a:pt x="57" y="13"/>
                  </a:lnTo>
                  <a:lnTo>
                    <a:pt x="55" y="11"/>
                  </a:lnTo>
                  <a:lnTo>
                    <a:pt x="53" y="9"/>
                  </a:lnTo>
                  <a:lnTo>
                    <a:pt x="51" y="7"/>
                  </a:lnTo>
                  <a:lnTo>
                    <a:pt x="49" y="5"/>
                  </a:lnTo>
                  <a:lnTo>
                    <a:pt x="46" y="3"/>
                  </a:lnTo>
                  <a:lnTo>
                    <a:pt x="44" y="2"/>
                  </a:lnTo>
                  <a:lnTo>
                    <a:pt x="40" y="1"/>
                  </a:lnTo>
                  <a:lnTo>
                    <a:pt x="37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28" y="0"/>
                  </a:lnTo>
                  <a:lnTo>
                    <a:pt x="25" y="0"/>
                  </a:lnTo>
                  <a:lnTo>
                    <a:pt x="22" y="1"/>
                  </a:lnTo>
                  <a:lnTo>
                    <a:pt x="19" y="2"/>
                  </a:lnTo>
                  <a:lnTo>
                    <a:pt x="16" y="3"/>
                  </a:lnTo>
                  <a:lnTo>
                    <a:pt x="14" y="5"/>
                  </a:lnTo>
                  <a:lnTo>
                    <a:pt x="12" y="7"/>
                  </a:lnTo>
                  <a:lnTo>
                    <a:pt x="9" y="9"/>
                  </a:lnTo>
                  <a:lnTo>
                    <a:pt x="7" y="11"/>
                  </a:lnTo>
                  <a:lnTo>
                    <a:pt x="5" y="13"/>
                  </a:lnTo>
                  <a:lnTo>
                    <a:pt x="4" y="16"/>
                  </a:lnTo>
                  <a:lnTo>
                    <a:pt x="2" y="19"/>
                  </a:lnTo>
                  <a:lnTo>
                    <a:pt x="1" y="22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31"/>
                  </a:lnTo>
                  <a:lnTo>
                    <a:pt x="0" y="34"/>
                  </a:lnTo>
                  <a:lnTo>
                    <a:pt x="0" y="38"/>
                  </a:lnTo>
                  <a:lnTo>
                    <a:pt x="1" y="40"/>
                  </a:lnTo>
                  <a:lnTo>
                    <a:pt x="2" y="44"/>
                  </a:lnTo>
                  <a:lnTo>
                    <a:pt x="4" y="46"/>
                  </a:lnTo>
                  <a:lnTo>
                    <a:pt x="5" y="48"/>
                  </a:lnTo>
                  <a:lnTo>
                    <a:pt x="7" y="51"/>
                  </a:lnTo>
                  <a:lnTo>
                    <a:pt x="9" y="54"/>
                  </a:lnTo>
                  <a:lnTo>
                    <a:pt x="12" y="55"/>
                  </a:lnTo>
                  <a:lnTo>
                    <a:pt x="14" y="58"/>
                  </a:lnTo>
                  <a:lnTo>
                    <a:pt x="16" y="59"/>
                  </a:lnTo>
                  <a:lnTo>
                    <a:pt x="19" y="61"/>
                  </a:lnTo>
                  <a:lnTo>
                    <a:pt x="22" y="62"/>
                  </a:lnTo>
                  <a:lnTo>
                    <a:pt x="25" y="63"/>
                  </a:lnTo>
                  <a:lnTo>
                    <a:pt x="28" y="63"/>
                  </a:lnTo>
                  <a:lnTo>
                    <a:pt x="32" y="64"/>
                  </a:lnTo>
                  <a:close/>
                </a:path>
              </a:pathLst>
            </a:custGeom>
            <a:solidFill>
              <a:srgbClr val="FF404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4" name="Freeform 140"/>
            <p:cNvSpPr/>
            <p:nvPr/>
          </p:nvSpPr>
          <p:spPr>
            <a:xfrm>
              <a:off x="2464" y="2486"/>
              <a:ext cx="63" cy="64"/>
            </a:xfrm>
            <a:custGeom>
              <a:avLst/>
              <a:gdLst/>
              <a:ahLst/>
              <a:cxnLst>
                <a:cxn ang="0">
                  <a:pos x="34" y="63"/>
                </a:cxn>
                <a:cxn ang="0">
                  <a:pos x="41" y="62"/>
                </a:cxn>
                <a:cxn ang="0">
                  <a:pos x="46" y="59"/>
                </a:cxn>
                <a:cxn ang="0">
                  <a:pos x="51" y="55"/>
                </a:cxn>
                <a:cxn ang="0">
                  <a:pos x="55" y="51"/>
                </a:cxn>
                <a:cxn ang="0">
                  <a:pos x="59" y="47"/>
                </a:cxn>
                <a:cxn ang="0">
                  <a:pos x="61" y="41"/>
                </a:cxn>
                <a:cxn ang="0">
                  <a:pos x="63" y="35"/>
                </a:cxn>
                <a:cxn ang="0">
                  <a:pos x="63" y="29"/>
                </a:cxn>
                <a:cxn ang="0">
                  <a:pos x="61" y="22"/>
                </a:cxn>
                <a:cxn ang="0">
                  <a:pos x="59" y="16"/>
                </a:cxn>
                <a:cxn ang="0">
                  <a:pos x="55" y="11"/>
                </a:cxn>
                <a:cxn ang="0">
                  <a:pos x="51" y="8"/>
                </a:cxn>
                <a:cxn ang="0">
                  <a:pos x="46" y="4"/>
                </a:cxn>
                <a:cxn ang="0">
                  <a:pos x="41" y="2"/>
                </a:cxn>
                <a:cxn ang="0">
                  <a:pos x="34" y="0"/>
                </a:cxn>
                <a:cxn ang="0">
                  <a:pos x="28" y="0"/>
                </a:cxn>
                <a:cxn ang="0">
                  <a:pos x="22" y="2"/>
                </a:cxn>
                <a:cxn ang="0">
                  <a:pos x="16" y="4"/>
                </a:cxn>
                <a:cxn ang="0">
                  <a:pos x="11" y="8"/>
                </a:cxn>
                <a:cxn ang="0">
                  <a:pos x="6" y="11"/>
                </a:cxn>
                <a:cxn ang="0">
                  <a:pos x="4" y="16"/>
                </a:cxn>
                <a:cxn ang="0">
                  <a:pos x="1" y="22"/>
                </a:cxn>
                <a:cxn ang="0">
                  <a:pos x="0" y="29"/>
                </a:cxn>
                <a:cxn ang="0">
                  <a:pos x="0" y="35"/>
                </a:cxn>
                <a:cxn ang="0">
                  <a:pos x="1" y="41"/>
                </a:cxn>
                <a:cxn ang="0">
                  <a:pos x="4" y="47"/>
                </a:cxn>
                <a:cxn ang="0">
                  <a:pos x="6" y="51"/>
                </a:cxn>
                <a:cxn ang="0">
                  <a:pos x="11" y="55"/>
                </a:cxn>
                <a:cxn ang="0">
                  <a:pos x="16" y="59"/>
                </a:cxn>
                <a:cxn ang="0">
                  <a:pos x="22" y="62"/>
                </a:cxn>
                <a:cxn ang="0">
                  <a:pos x="28" y="63"/>
                </a:cxn>
                <a:cxn ang="0">
                  <a:pos x="31" y="64"/>
                </a:cxn>
              </a:cxnLst>
              <a:rect l="0" t="0" r="0" b="0"/>
              <a:pathLst>
                <a:path w="63" h="64">
                  <a:moveTo>
                    <a:pt x="31" y="64"/>
                  </a:moveTo>
                  <a:lnTo>
                    <a:pt x="34" y="63"/>
                  </a:lnTo>
                  <a:lnTo>
                    <a:pt x="38" y="63"/>
                  </a:lnTo>
                  <a:lnTo>
                    <a:pt x="41" y="62"/>
                  </a:lnTo>
                  <a:lnTo>
                    <a:pt x="44" y="61"/>
                  </a:lnTo>
                  <a:lnTo>
                    <a:pt x="46" y="59"/>
                  </a:lnTo>
                  <a:lnTo>
                    <a:pt x="49" y="58"/>
                  </a:lnTo>
                  <a:lnTo>
                    <a:pt x="51" y="55"/>
                  </a:lnTo>
                  <a:lnTo>
                    <a:pt x="54" y="54"/>
                  </a:lnTo>
                  <a:lnTo>
                    <a:pt x="55" y="51"/>
                  </a:lnTo>
                  <a:lnTo>
                    <a:pt x="57" y="49"/>
                  </a:lnTo>
                  <a:lnTo>
                    <a:pt x="59" y="47"/>
                  </a:lnTo>
                  <a:lnTo>
                    <a:pt x="61" y="44"/>
                  </a:lnTo>
                  <a:lnTo>
                    <a:pt x="61" y="41"/>
                  </a:lnTo>
                  <a:lnTo>
                    <a:pt x="63" y="38"/>
                  </a:lnTo>
                  <a:lnTo>
                    <a:pt x="63" y="35"/>
                  </a:lnTo>
                  <a:lnTo>
                    <a:pt x="63" y="32"/>
                  </a:lnTo>
                  <a:lnTo>
                    <a:pt x="63" y="29"/>
                  </a:lnTo>
                  <a:lnTo>
                    <a:pt x="63" y="26"/>
                  </a:lnTo>
                  <a:lnTo>
                    <a:pt x="61" y="22"/>
                  </a:lnTo>
                  <a:lnTo>
                    <a:pt x="61" y="20"/>
                  </a:lnTo>
                  <a:lnTo>
                    <a:pt x="59" y="16"/>
                  </a:lnTo>
                  <a:lnTo>
                    <a:pt x="57" y="14"/>
                  </a:lnTo>
                  <a:lnTo>
                    <a:pt x="55" y="11"/>
                  </a:lnTo>
                  <a:lnTo>
                    <a:pt x="54" y="10"/>
                  </a:lnTo>
                  <a:lnTo>
                    <a:pt x="51" y="8"/>
                  </a:lnTo>
                  <a:lnTo>
                    <a:pt x="49" y="6"/>
                  </a:lnTo>
                  <a:lnTo>
                    <a:pt x="46" y="4"/>
                  </a:lnTo>
                  <a:lnTo>
                    <a:pt x="44" y="3"/>
                  </a:lnTo>
                  <a:lnTo>
                    <a:pt x="41" y="2"/>
                  </a:lnTo>
                  <a:lnTo>
                    <a:pt x="38" y="1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28" y="0"/>
                  </a:lnTo>
                  <a:lnTo>
                    <a:pt x="25" y="1"/>
                  </a:lnTo>
                  <a:lnTo>
                    <a:pt x="22" y="2"/>
                  </a:lnTo>
                  <a:lnTo>
                    <a:pt x="19" y="3"/>
                  </a:lnTo>
                  <a:lnTo>
                    <a:pt x="16" y="4"/>
                  </a:lnTo>
                  <a:lnTo>
                    <a:pt x="13" y="6"/>
                  </a:lnTo>
                  <a:lnTo>
                    <a:pt x="11" y="8"/>
                  </a:lnTo>
                  <a:lnTo>
                    <a:pt x="8" y="10"/>
                  </a:lnTo>
                  <a:lnTo>
                    <a:pt x="6" y="11"/>
                  </a:lnTo>
                  <a:lnTo>
                    <a:pt x="5" y="14"/>
                  </a:lnTo>
                  <a:lnTo>
                    <a:pt x="4" y="16"/>
                  </a:lnTo>
                  <a:lnTo>
                    <a:pt x="2" y="20"/>
                  </a:lnTo>
                  <a:lnTo>
                    <a:pt x="1" y="22"/>
                  </a:lnTo>
                  <a:lnTo>
                    <a:pt x="1" y="26"/>
                  </a:lnTo>
                  <a:lnTo>
                    <a:pt x="0" y="29"/>
                  </a:lnTo>
                  <a:lnTo>
                    <a:pt x="0" y="32"/>
                  </a:lnTo>
                  <a:lnTo>
                    <a:pt x="0" y="35"/>
                  </a:lnTo>
                  <a:lnTo>
                    <a:pt x="1" y="38"/>
                  </a:lnTo>
                  <a:lnTo>
                    <a:pt x="1" y="41"/>
                  </a:lnTo>
                  <a:lnTo>
                    <a:pt x="2" y="44"/>
                  </a:lnTo>
                  <a:lnTo>
                    <a:pt x="4" y="47"/>
                  </a:lnTo>
                  <a:lnTo>
                    <a:pt x="5" y="49"/>
                  </a:lnTo>
                  <a:lnTo>
                    <a:pt x="6" y="51"/>
                  </a:lnTo>
                  <a:lnTo>
                    <a:pt x="8" y="54"/>
                  </a:lnTo>
                  <a:lnTo>
                    <a:pt x="11" y="55"/>
                  </a:lnTo>
                  <a:lnTo>
                    <a:pt x="13" y="58"/>
                  </a:lnTo>
                  <a:lnTo>
                    <a:pt x="16" y="59"/>
                  </a:lnTo>
                  <a:lnTo>
                    <a:pt x="19" y="61"/>
                  </a:lnTo>
                  <a:lnTo>
                    <a:pt x="22" y="62"/>
                  </a:lnTo>
                  <a:lnTo>
                    <a:pt x="25" y="63"/>
                  </a:lnTo>
                  <a:lnTo>
                    <a:pt x="28" y="63"/>
                  </a:lnTo>
                  <a:lnTo>
                    <a:pt x="31" y="64"/>
                  </a:lnTo>
                  <a:close/>
                </a:path>
              </a:pathLst>
            </a:custGeom>
            <a:solidFill>
              <a:srgbClr val="FF404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5" name="Freeform 142"/>
            <p:cNvSpPr/>
            <p:nvPr/>
          </p:nvSpPr>
          <p:spPr>
            <a:xfrm>
              <a:off x="2461" y="2070"/>
              <a:ext cx="689" cy="304"/>
            </a:xfrm>
            <a:custGeom>
              <a:avLst/>
              <a:gdLst/>
              <a:ahLst/>
              <a:cxnLst>
                <a:cxn ang="0">
                  <a:pos x="593" y="1"/>
                </a:cxn>
                <a:cxn ang="0">
                  <a:pos x="465" y="0"/>
                </a:cxn>
                <a:cxn ang="0">
                  <a:pos x="301" y="35"/>
                </a:cxn>
                <a:cxn ang="0">
                  <a:pos x="16" y="35"/>
                </a:cxn>
                <a:cxn ang="0">
                  <a:pos x="0" y="37"/>
                </a:cxn>
                <a:cxn ang="0">
                  <a:pos x="302" y="37"/>
                </a:cxn>
                <a:cxn ang="0">
                  <a:pos x="320" y="35"/>
                </a:cxn>
                <a:cxn ang="0">
                  <a:pos x="477" y="2"/>
                </a:cxn>
                <a:cxn ang="0">
                  <a:pos x="588" y="2"/>
                </a:cxn>
                <a:cxn ang="0">
                  <a:pos x="593" y="1"/>
                </a:cxn>
                <a:cxn ang="0">
                  <a:pos x="593" y="1"/>
                </a:cxn>
              </a:cxnLst>
              <a:rect l="0" t="0" r="0" b="0"/>
              <a:pathLst>
                <a:path w="710" h="465">
                  <a:moveTo>
                    <a:pt x="710" y="2"/>
                  </a:moveTo>
                  <a:lnTo>
                    <a:pt x="558" y="0"/>
                  </a:lnTo>
                  <a:lnTo>
                    <a:pt x="360" y="446"/>
                  </a:lnTo>
                  <a:lnTo>
                    <a:pt x="18" y="445"/>
                  </a:lnTo>
                  <a:lnTo>
                    <a:pt x="0" y="465"/>
                  </a:lnTo>
                  <a:lnTo>
                    <a:pt x="361" y="465"/>
                  </a:lnTo>
                  <a:lnTo>
                    <a:pt x="383" y="456"/>
                  </a:lnTo>
                  <a:lnTo>
                    <a:pt x="571" y="24"/>
                  </a:lnTo>
                  <a:lnTo>
                    <a:pt x="704" y="27"/>
                  </a:lnTo>
                  <a:lnTo>
                    <a:pt x="71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6" name="Freeform 143"/>
            <p:cNvSpPr/>
            <p:nvPr/>
          </p:nvSpPr>
          <p:spPr>
            <a:xfrm>
              <a:off x="2376" y="2075"/>
              <a:ext cx="571" cy="299"/>
            </a:xfrm>
            <a:custGeom>
              <a:avLst/>
              <a:gdLst/>
              <a:ahLst/>
              <a:cxnLst>
                <a:cxn ang="0">
                  <a:pos x="571" y="1"/>
                </a:cxn>
                <a:cxn ang="0">
                  <a:pos x="0" y="0"/>
                </a:cxn>
                <a:cxn ang="0">
                  <a:pos x="85" y="299"/>
                </a:cxn>
                <a:cxn ang="0">
                  <a:pos x="102" y="296"/>
                </a:cxn>
                <a:cxn ang="0">
                  <a:pos x="103" y="279"/>
                </a:cxn>
                <a:cxn ang="0">
                  <a:pos x="31" y="22"/>
                </a:cxn>
                <a:cxn ang="0">
                  <a:pos x="561" y="23"/>
                </a:cxn>
                <a:cxn ang="0">
                  <a:pos x="571" y="1"/>
                </a:cxn>
                <a:cxn ang="0">
                  <a:pos x="571" y="1"/>
                </a:cxn>
              </a:cxnLst>
              <a:rect l="0" t="0" r="0" b="0"/>
              <a:pathLst>
                <a:path w="571" h="299">
                  <a:moveTo>
                    <a:pt x="571" y="1"/>
                  </a:moveTo>
                  <a:lnTo>
                    <a:pt x="0" y="0"/>
                  </a:lnTo>
                  <a:lnTo>
                    <a:pt x="85" y="299"/>
                  </a:lnTo>
                  <a:lnTo>
                    <a:pt x="102" y="296"/>
                  </a:lnTo>
                  <a:lnTo>
                    <a:pt x="103" y="279"/>
                  </a:lnTo>
                  <a:lnTo>
                    <a:pt x="31" y="22"/>
                  </a:lnTo>
                  <a:lnTo>
                    <a:pt x="561" y="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7" name="Freeform 144"/>
            <p:cNvSpPr/>
            <p:nvPr/>
          </p:nvSpPr>
          <p:spPr>
            <a:xfrm>
              <a:off x="2470" y="2354"/>
              <a:ext cx="374" cy="133"/>
            </a:xfrm>
            <a:custGeom>
              <a:avLst/>
              <a:gdLst/>
              <a:ahLst/>
              <a:cxnLst>
                <a:cxn ang="0">
                  <a:pos x="352" y="20"/>
                </a:cxn>
                <a:cxn ang="0">
                  <a:pos x="347" y="112"/>
                </a:cxn>
                <a:cxn ang="0">
                  <a:pos x="1" y="109"/>
                </a:cxn>
                <a:cxn ang="0">
                  <a:pos x="0" y="131"/>
                </a:cxn>
                <a:cxn ang="0">
                  <a:pos x="368" y="133"/>
                </a:cxn>
                <a:cxn ang="0">
                  <a:pos x="374" y="0"/>
                </a:cxn>
                <a:cxn ang="0">
                  <a:pos x="352" y="20"/>
                </a:cxn>
                <a:cxn ang="0">
                  <a:pos x="352" y="20"/>
                </a:cxn>
              </a:cxnLst>
              <a:rect l="0" t="0" r="0" b="0"/>
              <a:pathLst>
                <a:path w="374" h="133">
                  <a:moveTo>
                    <a:pt x="352" y="20"/>
                  </a:moveTo>
                  <a:lnTo>
                    <a:pt x="347" y="112"/>
                  </a:lnTo>
                  <a:lnTo>
                    <a:pt x="1" y="109"/>
                  </a:lnTo>
                  <a:lnTo>
                    <a:pt x="0" y="131"/>
                  </a:lnTo>
                  <a:lnTo>
                    <a:pt x="368" y="133"/>
                  </a:lnTo>
                  <a:lnTo>
                    <a:pt x="374" y="0"/>
                  </a:lnTo>
                  <a:lnTo>
                    <a:pt x="352" y="2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8" name="Freeform 145"/>
            <p:cNvSpPr/>
            <p:nvPr/>
          </p:nvSpPr>
          <p:spPr>
            <a:xfrm>
              <a:off x="2468" y="2472"/>
              <a:ext cx="85" cy="85"/>
            </a:xfrm>
            <a:custGeom>
              <a:avLst/>
              <a:gdLst/>
              <a:ahLst/>
              <a:cxnLst>
                <a:cxn ang="0">
                  <a:pos x="46" y="61"/>
                </a:cxn>
                <a:cxn ang="0">
                  <a:pos x="53" y="58"/>
                </a:cxn>
                <a:cxn ang="0">
                  <a:pos x="59" y="53"/>
                </a:cxn>
                <a:cxn ang="0">
                  <a:pos x="61" y="46"/>
                </a:cxn>
                <a:cxn ang="0">
                  <a:pos x="61" y="38"/>
                </a:cxn>
                <a:cxn ang="0">
                  <a:pos x="59" y="31"/>
                </a:cxn>
                <a:cxn ang="0">
                  <a:pos x="53" y="26"/>
                </a:cxn>
                <a:cxn ang="0">
                  <a:pos x="46" y="24"/>
                </a:cxn>
                <a:cxn ang="0">
                  <a:pos x="39" y="24"/>
                </a:cxn>
                <a:cxn ang="0">
                  <a:pos x="31" y="26"/>
                </a:cxn>
                <a:cxn ang="0">
                  <a:pos x="26" y="31"/>
                </a:cxn>
                <a:cxn ang="0">
                  <a:pos x="23" y="38"/>
                </a:cxn>
                <a:cxn ang="0">
                  <a:pos x="23" y="45"/>
                </a:cxn>
                <a:cxn ang="0">
                  <a:pos x="25" y="52"/>
                </a:cxn>
                <a:cxn ang="0">
                  <a:pos x="30" y="57"/>
                </a:cxn>
                <a:cxn ang="0">
                  <a:pos x="36" y="60"/>
                </a:cxn>
                <a:cxn ang="0">
                  <a:pos x="39" y="64"/>
                </a:cxn>
                <a:cxn ang="0">
                  <a:pos x="38" y="69"/>
                </a:cxn>
                <a:cxn ang="0">
                  <a:pos x="38" y="76"/>
                </a:cxn>
                <a:cxn ang="0">
                  <a:pos x="37" y="81"/>
                </a:cxn>
                <a:cxn ang="0">
                  <a:pos x="33" y="83"/>
                </a:cxn>
                <a:cxn ang="0">
                  <a:pos x="25" y="81"/>
                </a:cxn>
                <a:cxn ang="0">
                  <a:pos x="19" y="78"/>
                </a:cxn>
                <a:cxn ang="0">
                  <a:pos x="13" y="73"/>
                </a:cxn>
                <a:cxn ang="0">
                  <a:pos x="8" y="67"/>
                </a:cxn>
                <a:cxn ang="0">
                  <a:pos x="4" y="61"/>
                </a:cxn>
                <a:cxn ang="0">
                  <a:pos x="2" y="54"/>
                </a:cxn>
                <a:cxn ang="0">
                  <a:pos x="0" y="46"/>
                </a:cxn>
                <a:cxn ang="0">
                  <a:pos x="0" y="40"/>
                </a:cxn>
                <a:cxn ang="0">
                  <a:pos x="0" y="36"/>
                </a:cxn>
                <a:cxn ang="0">
                  <a:pos x="2" y="29"/>
                </a:cxn>
                <a:cxn ang="0">
                  <a:pos x="4" y="22"/>
                </a:cxn>
                <a:cxn ang="0">
                  <a:pos x="9" y="15"/>
                </a:cxn>
                <a:cxn ang="0">
                  <a:pos x="15" y="9"/>
                </a:cxn>
                <a:cxn ang="0">
                  <a:pos x="22" y="4"/>
                </a:cxn>
                <a:cxn ang="0">
                  <a:pos x="30" y="2"/>
                </a:cxn>
                <a:cxn ang="0">
                  <a:pos x="36" y="0"/>
                </a:cxn>
                <a:cxn ang="0">
                  <a:pos x="40" y="0"/>
                </a:cxn>
                <a:cxn ang="0">
                  <a:pos x="47" y="0"/>
                </a:cxn>
                <a:cxn ang="0">
                  <a:pos x="55" y="2"/>
                </a:cxn>
                <a:cxn ang="0">
                  <a:pos x="62" y="4"/>
                </a:cxn>
                <a:cxn ang="0">
                  <a:pos x="69" y="9"/>
                </a:cxn>
                <a:cxn ang="0">
                  <a:pos x="75" y="15"/>
                </a:cxn>
                <a:cxn ang="0">
                  <a:pos x="79" y="22"/>
                </a:cxn>
                <a:cxn ang="0">
                  <a:pos x="83" y="29"/>
                </a:cxn>
                <a:cxn ang="0">
                  <a:pos x="84" y="36"/>
                </a:cxn>
                <a:cxn ang="0">
                  <a:pos x="85" y="40"/>
                </a:cxn>
                <a:cxn ang="0">
                  <a:pos x="85" y="46"/>
                </a:cxn>
                <a:cxn ang="0">
                  <a:pos x="83" y="55"/>
                </a:cxn>
                <a:cxn ang="0">
                  <a:pos x="79" y="63"/>
                </a:cxn>
                <a:cxn ang="0">
                  <a:pos x="75" y="69"/>
                </a:cxn>
                <a:cxn ang="0">
                  <a:pos x="69" y="75"/>
                </a:cxn>
                <a:cxn ang="0">
                  <a:pos x="62" y="80"/>
                </a:cxn>
                <a:cxn ang="0">
                  <a:pos x="55" y="82"/>
                </a:cxn>
                <a:cxn ang="0">
                  <a:pos x="47" y="84"/>
                </a:cxn>
                <a:cxn ang="0">
                  <a:pos x="41" y="85"/>
                </a:cxn>
                <a:cxn ang="0">
                  <a:pos x="40" y="82"/>
                </a:cxn>
                <a:cxn ang="0">
                  <a:pos x="40" y="76"/>
                </a:cxn>
                <a:cxn ang="0">
                  <a:pos x="41" y="69"/>
                </a:cxn>
                <a:cxn ang="0">
                  <a:pos x="41" y="64"/>
                </a:cxn>
                <a:cxn ang="0">
                  <a:pos x="42" y="62"/>
                </a:cxn>
                <a:cxn ang="0">
                  <a:pos x="42" y="62"/>
                </a:cxn>
              </a:cxnLst>
              <a:rect l="0" t="0" r="0" b="0"/>
              <a:pathLst>
                <a:path w="85" h="85">
                  <a:moveTo>
                    <a:pt x="42" y="62"/>
                  </a:moveTo>
                  <a:lnTo>
                    <a:pt x="46" y="61"/>
                  </a:lnTo>
                  <a:lnTo>
                    <a:pt x="50" y="60"/>
                  </a:lnTo>
                  <a:lnTo>
                    <a:pt x="53" y="58"/>
                  </a:lnTo>
                  <a:lnTo>
                    <a:pt x="57" y="56"/>
                  </a:lnTo>
                  <a:lnTo>
                    <a:pt x="59" y="53"/>
                  </a:lnTo>
                  <a:lnTo>
                    <a:pt x="60" y="50"/>
                  </a:lnTo>
                  <a:lnTo>
                    <a:pt x="61" y="46"/>
                  </a:lnTo>
                  <a:lnTo>
                    <a:pt x="62" y="43"/>
                  </a:lnTo>
                  <a:lnTo>
                    <a:pt x="61" y="38"/>
                  </a:lnTo>
                  <a:lnTo>
                    <a:pt x="60" y="34"/>
                  </a:lnTo>
                  <a:lnTo>
                    <a:pt x="59" y="31"/>
                  </a:lnTo>
                  <a:lnTo>
                    <a:pt x="57" y="28"/>
                  </a:lnTo>
                  <a:lnTo>
                    <a:pt x="53" y="26"/>
                  </a:lnTo>
                  <a:lnTo>
                    <a:pt x="50" y="25"/>
                  </a:lnTo>
                  <a:lnTo>
                    <a:pt x="46" y="24"/>
                  </a:lnTo>
                  <a:lnTo>
                    <a:pt x="42" y="24"/>
                  </a:lnTo>
                  <a:lnTo>
                    <a:pt x="39" y="24"/>
                  </a:lnTo>
                  <a:lnTo>
                    <a:pt x="35" y="25"/>
                  </a:lnTo>
                  <a:lnTo>
                    <a:pt x="31" y="26"/>
                  </a:lnTo>
                  <a:lnTo>
                    <a:pt x="29" y="28"/>
                  </a:lnTo>
                  <a:lnTo>
                    <a:pt x="26" y="31"/>
                  </a:lnTo>
                  <a:lnTo>
                    <a:pt x="25" y="34"/>
                  </a:lnTo>
                  <a:lnTo>
                    <a:pt x="23" y="38"/>
                  </a:lnTo>
                  <a:lnTo>
                    <a:pt x="23" y="43"/>
                  </a:lnTo>
                  <a:lnTo>
                    <a:pt x="23" y="45"/>
                  </a:lnTo>
                  <a:lnTo>
                    <a:pt x="24" y="49"/>
                  </a:lnTo>
                  <a:lnTo>
                    <a:pt x="25" y="52"/>
                  </a:lnTo>
                  <a:lnTo>
                    <a:pt x="28" y="55"/>
                  </a:lnTo>
                  <a:lnTo>
                    <a:pt x="30" y="57"/>
                  </a:lnTo>
                  <a:lnTo>
                    <a:pt x="33" y="59"/>
                  </a:lnTo>
                  <a:lnTo>
                    <a:pt x="36" y="60"/>
                  </a:lnTo>
                  <a:lnTo>
                    <a:pt x="40" y="62"/>
                  </a:lnTo>
                  <a:lnTo>
                    <a:pt x="39" y="64"/>
                  </a:lnTo>
                  <a:lnTo>
                    <a:pt x="39" y="67"/>
                  </a:lnTo>
                  <a:lnTo>
                    <a:pt x="38" y="69"/>
                  </a:lnTo>
                  <a:lnTo>
                    <a:pt x="38" y="73"/>
                  </a:lnTo>
                  <a:lnTo>
                    <a:pt x="38" y="76"/>
                  </a:lnTo>
                  <a:lnTo>
                    <a:pt x="38" y="79"/>
                  </a:lnTo>
                  <a:lnTo>
                    <a:pt x="37" y="81"/>
                  </a:lnTo>
                  <a:lnTo>
                    <a:pt x="37" y="84"/>
                  </a:lnTo>
                  <a:lnTo>
                    <a:pt x="33" y="83"/>
                  </a:lnTo>
                  <a:lnTo>
                    <a:pt x="29" y="82"/>
                  </a:lnTo>
                  <a:lnTo>
                    <a:pt x="25" y="81"/>
                  </a:lnTo>
                  <a:lnTo>
                    <a:pt x="22" y="80"/>
                  </a:lnTo>
                  <a:lnTo>
                    <a:pt x="19" y="78"/>
                  </a:lnTo>
                  <a:lnTo>
                    <a:pt x="16" y="76"/>
                  </a:lnTo>
                  <a:lnTo>
                    <a:pt x="13" y="73"/>
                  </a:lnTo>
                  <a:lnTo>
                    <a:pt x="11" y="71"/>
                  </a:lnTo>
                  <a:lnTo>
                    <a:pt x="8" y="67"/>
                  </a:lnTo>
                  <a:lnTo>
                    <a:pt x="6" y="64"/>
                  </a:lnTo>
                  <a:lnTo>
                    <a:pt x="4" y="61"/>
                  </a:lnTo>
                  <a:lnTo>
                    <a:pt x="2" y="58"/>
                  </a:lnTo>
                  <a:lnTo>
                    <a:pt x="2" y="54"/>
                  </a:lnTo>
                  <a:lnTo>
                    <a:pt x="1" y="50"/>
                  </a:lnTo>
                  <a:lnTo>
                    <a:pt x="0" y="46"/>
                  </a:lnTo>
                  <a:lnTo>
                    <a:pt x="0" y="43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1" y="34"/>
                  </a:lnTo>
                  <a:lnTo>
                    <a:pt x="2" y="29"/>
                  </a:lnTo>
                  <a:lnTo>
                    <a:pt x="3" y="25"/>
                  </a:lnTo>
                  <a:lnTo>
                    <a:pt x="4" y="22"/>
                  </a:lnTo>
                  <a:lnTo>
                    <a:pt x="7" y="18"/>
                  </a:lnTo>
                  <a:lnTo>
                    <a:pt x="9" y="15"/>
                  </a:lnTo>
                  <a:lnTo>
                    <a:pt x="12" y="12"/>
                  </a:lnTo>
                  <a:lnTo>
                    <a:pt x="15" y="9"/>
                  </a:lnTo>
                  <a:lnTo>
                    <a:pt x="19" y="7"/>
                  </a:lnTo>
                  <a:lnTo>
                    <a:pt x="22" y="4"/>
                  </a:lnTo>
                  <a:lnTo>
                    <a:pt x="26" y="3"/>
                  </a:lnTo>
                  <a:lnTo>
                    <a:pt x="30" y="2"/>
                  </a:lnTo>
                  <a:lnTo>
                    <a:pt x="34" y="1"/>
                  </a:lnTo>
                  <a:lnTo>
                    <a:pt x="36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7" y="0"/>
                  </a:lnTo>
                  <a:lnTo>
                    <a:pt x="51" y="1"/>
                  </a:lnTo>
                  <a:lnTo>
                    <a:pt x="55" y="2"/>
                  </a:lnTo>
                  <a:lnTo>
                    <a:pt x="59" y="3"/>
                  </a:lnTo>
                  <a:lnTo>
                    <a:pt x="62" y="4"/>
                  </a:lnTo>
                  <a:lnTo>
                    <a:pt x="66" y="7"/>
                  </a:lnTo>
                  <a:lnTo>
                    <a:pt x="69" y="9"/>
                  </a:lnTo>
                  <a:lnTo>
                    <a:pt x="73" y="12"/>
                  </a:lnTo>
                  <a:lnTo>
                    <a:pt x="75" y="15"/>
                  </a:lnTo>
                  <a:lnTo>
                    <a:pt x="77" y="18"/>
                  </a:lnTo>
                  <a:lnTo>
                    <a:pt x="79" y="22"/>
                  </a:lnTo>
                  <a:lnTo>
                    <a:pt x="82" y="25"/>
                  </a:lnTo>
                  <a:lnTo>
                    <a:pt x="83" y="29"/>
                  </a:lnTo>
                  <a:lnTo>
                    <a:pt x="84" y="34"/>
                  </a:lnTo>
                  <a:lnTo>
                    <a:pt x="84" y="36"/>
                  </a:lnTo>
                  <a:lnTo>
                    <a:pt x="85" y="38"/>
                  </a:lnTo>
                  <a:lnTo>
                    <a:pt x="85" y="40"/>
                  </a:lnTo>
                  <a:lnTo>
                    <a:pt x="85" y="43"/>
                  </a:lnTo>
                  <a:lnTo>
                    <a:pt x="85" y="46"/>
                  </a:lnTo>
                  <a:lnTo>
                    <a:pt x="84" y="50"/>
                  </a:lnTo>
                  <a:lnTo>
                    <a:pt x="83" y="55"/>
                  </a:lnTo>
                  <a:lnTo>
                    <a:pt x="82" y="59"/>
                  </a:lnTo>
                  <a:lnTo>
                    <a:pt x="79" y="63"/>
                  </a:lnTo>
                  <a:lnTo>
                    <a:pt x="77" y="65"/>
                  </a:lnTo>
                  <a:lnTo>
                    <a:pt x="75" y="69"/>
                  </a:lnTo>
                  <a:lnTo>
                    <a:pt x="73" y="72"/>
                  </a:lnTo>
                  <a:lnTo>
                    <a:pt x="69" y="75"/>
                  </a:lnTo>
                  <a:lnTo>
                    <a:pt x="66" y="77"/>
                  </a:lnTo>
                  <a:lnTo>
                    <a:pt x="62" y="80"/>
                  </a:lnTo>
                  <a:lnTo>
                    <a:pt x="59" y="81"/>
                  </a:lnTo>
                  <a:lnTo>
                    <a:pt x="55" y="82"/>
                  </a:lnTo>
                  <a:lnTo>
                    <a:pt x="51" y="84"/>
                  </a:lnTo>
                  <a:lnTo>
                    <a:pt x="47" y="84"/>
                  </a:lnTo>
                  <a:lnTo>
                    <a:pt x="42" y="85"/>
                  </a:lnTo>
                  <a:lnTo>
                    <a:pt x="41" y="85"/>
                  </a:lnTo>
                  <a:lnTo>
                    <a:pt x="40" y="85"/>
                  </a:lnTo>
                  <a:lnTo>
                    <a:pt x="40" y="82"/>
                  </a:lnTo>
                  <a:lnTo>
                    <a:pt x="40" y="79"/>
                  </a:lnTo>
                  <a:lnTo>
                    <a:pt x="40" y="76"/>
                  </a:lnTo>
                  <a:lnTo>
                    <a:pt x="41" y="73"/>
                  </a:lnTo>
                  <a:lnTo>
                    <a:pt x="41" y="69"/>
                  </a:lnTo>
                  <a:lnTo>
                    <a:pt x="41" y="67"/>
                  </a:lnTo>
                  <a:lnTo>
                    <a:pt x="41" y="64"/>
                  </a:lnTo>
                  <a:lnTo>
                    <a:pt x="42" y="6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9" name="Freeform 146"/>
            <p:cNvSpPr/>
            <p:nvPr/>
          </p:nvSpPr>
          <p:spPr>
            <a:xfrm>
              <a:off x="2504" y="2534"/>
              <a:ext cx="9" cy="23"/>
            </a:xfrm>
            <a:custGeom>
              <a:avLst/>
              <a:gdLst/>
              <a:ahLst/>
              <a:cxnLst>
                <a:cxn ang="0">
                  <a:pos x="0" y="21"/>
                </a:cxn>
                <a:cxn ang="0">
                  <a:pos x="1" y="22"/>
                </a:cxn>
                <a:cxn ang="0">
                  <a:pos x="4" y="23"/>
                </a:cxn>
                <a:cxn ang="0">
                  <a:pos x="9" y="19"/>
                </a:cxn>
                <a:cxn ang="0">
                  <a:pos x="6" y="0"/>
                </a:cxn>
                <a:cxn ang="0">
                  <a:pos x="3" y="0"/>
                </a:cxn>
                <a:cxn ang="0">
                  <a:pos x="0" y="21"/>
                </a:cxn>
                <a:cxn ang="0">
                  <a:pos x="0" y="21"/>
                </a:cxn>
              </a:cxnLst>
              <a:rect l="0" t="0" r="0" b="0"/>
              <a:pathLst>
                <a:path w="9" h="23">
                  <a:moveTo>
                    <a:pt x="0" y="21"/>
                  </a:moveTo>
                  <a:lnTo>
                    <a:pt x="1" y="22"/>
                  </a:lnTo>
                  <a:lnTo>
                    <a:pt x="4" y="23"/>
                  </a:lnTo>
                  <a:lnTo>
                    <a:pt x="9" y="19"/>
                  </a:lnTo>
                  <a:lnTo>
                    <a:pt x="6" y="0"/>
                  </a:lnTo>
                  <a:lnTo>
                    <a:pt x="3" y="0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0" name="Freeform 147"/>
            <p:cNvSpPr/>
            <p:nvPr/>
          </p:nvSpPr>
          <p:spPr>
            <a:xfrm>
              <a:off x="2764" y="2472"/>
              <a:ext cx="84" cy="85"/>
            </a:xfrm>
            <a:custGeom>
              <a:avLst/>
              <a:gdLst/>
              <a:ahLst/>
              <a:cxnLst>
                <a:cxn ang="0">
                  <a:pos x="45" y="62"/>
                </a:cxn>
                <a:cxn ang="0">
                  <a:pos x="53" y="59"/>
                </a:cxn>
                <a:cxn ang="0">
                  <a:pos x="58" y="53"/>
                </a:cxn>
                <a:cxn ang="0">
                  <a:pos x="62" y="46"/>
                </a:cxn>
                <a:cxn ang="0">
                  <a:pos x="62" y="38"/>
                </a:cxn>
                <a:cxn ang="0">
                  <a:pos x="58" y="31"/>
                </a:cxn>
                <a:cxn ang="0">
                  <a:pos x="53" y="26"/>
                </a:cxn>
                <a:cxn ang="0">
                  <a:pos x="45" y="24"/>
                </a:cxn>
                <a:cxn ang="0">
                  <a:pos x="38" y="24"/>
                </a:cxn>
                <a:cxn ang="0">
                  <a:pos x="31" y="26"/>
                </a:cxn>
                <a:cxn ang="0">
                  <a:pos x="25" y="31"/>
                </a:cxn>
                <a:cxn ang="0">
                  <a:pos x="24" y="38"/>
                </a:cxn>
                <a:cxn ang="0">
                  <a:pos x="24" y="45"/>
                </a:cxn>
                <a:cxn ang="0">
                  <a:pos x="25" y="52"/>
                </a:cxn>
                <a:cxn ang="0">
                  <a:pos x="29" y="57"/>
                </a:cxn>
                <a:cxn ang="0">
                  <a:pos x="35" y="61"/>
                </a:cxn>
                <a:cxn ang="0">
                  <a:pos x="38" y="64"/>
                </a:cxn>
                <a:cxn ang="0">
                  <a:pos x="38" y="69"/>
                </a:cxn>
                <a:cxn ang="0">
                  <a:pos x="38" y="76"/>
                </a:cxn>
                <a:cxn ang="0">
                  <a:pos x="38" y="82"/>
                </a:cxn>
                <a:cxn ang="0">
                  <a:pos x="33" y="84"/>
                </a:cxn>
                <a:cxn ang="0">
                  <a:pos x="25" y="81"/>
                </a:cxn>
                <a:cxn ang="0">
                  <a:pos x="19" y="78"/>
                </a:cxn>
                <a:cxn ang="0">
                  <a:pos x="13" y="73"/>
                </a:cxn>
                <a:cxn ang="0">
                  <a:pos x="7" y="67"/>
                </a:cxn>
                <a:cxn ang="0">
                  <a:pos x="4" y="61"/>
                </a:cxn>
                <a:cxn ang="0">
                  <a:pos x="1" y="54"/>
                </a:cxn>
                <a:cxn ang="0">
                  <a:pos x="0" y="46"/>
                </a:cxn>
                <a:cxn ang="0">
                  <a:pos x="0" y="40"/>
                </a:cxn>
                <a:cxn ang="0">
                  <a:pos x="0" y="36"/>
                </a:cxn>
                <a:cxn ang="0">
                  <a:pos x="1" y="29"/>
                </a:cxn>
                <a:cxn ang="0">
                  <a:pos x="4" y="22"/>
                </a:cxn>
                <a:cxn ang="0">
                  <a:pos x="8" y="15"/>
                </a:cxn>
                <a:cxn ang="0">
                  <a:pos x="14" y="9"/>
                </a:cxn>
                <a:cxn ang="0">
                  <a:pos x="22" y="4"/>
                </a:cxn>
                <a:cxn ang="0">
                  <a:pos x="28" y="2"/>
                </a:cxn>
                <a:cxn ang="0">
                  <a:pos x="35" y="0"/>
                </a:cxn>
                <a:cxn ang="0">
                  <a:pos x="40" y="0"/>
                </a:cxn>
                <a:cxn ang="0">
                  <a:pos x="46" y="0"/>
                </a:cxn>
                <a:cxn ang="0">
                  <a:pos x="54" y="2"/>
                </a:cxn>
                <a:cxn ang="0">
                  <a:pos x="62" y="4"/>
                </a:cxn>
                <a:cxn ang="0">
                  <a:pos x="68" y="9"/>
                </a:cxn>
                <a:cxn ang="0">
                  <a:pos x="74" y="15"/>
                </a:cxn>
                <a:cxn ang="0">
                  <a:pos x="79" y="22"/>
                </a:cxn>
                <a:cxn ang="0">
                  <a:pos x="82" y="29"/>
                </a:cxn>
                <a:cxn ang="0">
                  <a:pos x="83" y="36"/>
                </a:cxn>
                <a:cxn ang="0">
                  <a:pos x="84" y="40"/>
                </a:cxn>
                <a:cxn ang="0">
                  <a:pos x="84" y="46"/>
                </a:cxn>
                <a:cxn ang="0">
                  <a:pos x="82" y="55"/>
                </a:cxn>
                <a:cxn ang="0">
                  <a:pos x="79" y="63"/>
                </a:cxn>
                <a:cxn ang="0">
                  <a:pos x="74" y="69"/>
                </a:cxn>
                <a:cxn ang="0">
                  <a:pos x="68" y="75"/>
                </a:cxn>
                <a:cxn ang="0">
                  <a:pos x="62" y="80"/>
                </a:cxn>
                <a:cxn ang="0">
                  <a:pos x="54" y="82"/>
                </a:cxn>
                <a:cxn ang="0">
                  <a:pos x="46" y="84"/>
                </a:cxn>
                <a:cxn ang="0">
                  <a:pos x="41" y="85"/>
                </a:cxn>
                <a:cxn ang="0">
                  <a:pos x="41" y="82"/>
                </a:cxn>
                <a:cxn ang="0">
                  <a:pos x="41" y="76"/>
                </a:cxn>
                <a:cxn ang="0">
                  <a:pos x="41" y="69"/>
                </a:cxn>
                <a:cxn ang="0">
                  <a:pos x="41" y="64"/>
                </a:cxn>
                <a:cxn ang="0">
                  <a:pos x="42" y="63"/>
                </a:cxn>
                <a:cxn ang="0">
                  <a:pos x="43" y="63"/>
                </a:cxn>
              </a:cxnLst>
              <a:rect l="0" t="0" r="0" b="0"/>
              <a:pathLst>
                <a:path w="84" h="85">
                  <a:moveTo>
                    <a:pt x="43" y="63"/>
                  </a:moveTo>
                  <a:lnTo>
                    <a:pt x="45" y="62"/>
                  </a:lnTo>
                  <a:lnTo>
                    <a:pt x="50" y="61"/>
                  </a:lnTo>
                  <a:lnTo>
                    <a:pt x="53" y="59"/>
                  </a:lnTo>
                  <a:lnTo>
                    <a:pt x="56" y="57"/>
                  </a:lnTo>
                  <a:lnTo>
                    <a:pt x="58" y="53"/>
                  </a:lnTo>
                  <a:lnTo>
                    <a:pt x="61" y="50"/>
                  </a:lnTo>
                  <a:lnTo>
                    <a:pt x="62" y="46"/>
                  </a:lnTo>
                  <a:lnTo>
                    <a:pt x="62" y="43"/>
                  </a:lnTo>
                  <a:lnTo>
                    <a:pt x="62" y="38"/>
                  </a:lnTo>
                  <a:lnTo>
                    <a:pt x="61" y="34"/>
                  </a:lnTo>
                  <a:lnTo>
                    <a:pt x="58" y="31"/>
                  </a:lnTo>
                  <a:lnTo>
                    <a:pt x="56" y="28"/>
                  </a:lnTo>
                  <a:lnTo>
                    <a:pt x="53" y="26"/>
                  </a:lnTo>
                  <a:lnTo>
                    <a:pt x="50" y="25"/>
                  </a:lnTo>
                  <a:lnTo>
                    <a:pt x="45" y="24"/>
                  </a:lnTo>
                  <a:lnTo>
                    <a:pt x="43" y="24"/>
                  </a:lnTo>
                  <a:lnTo>
                    <a:pt x="38" y="24"/>
                  </a:lnTo>
                  <a:lnTo>
                    <a:pt x="35" y="25"/>
                  </a:lnTo>
                  <a:lnTo>
                    <a:pt x="31" y="26"/>
                  </a:lnTo>
                  <a:lnTo>
                    <a:pt x="28" y="28"/>
                  </a:lnTo>
                  <a:lnTo>
                    <a:pt x="25" y="31"/>
                  </a:lnTo>
                  <a:lnTo>
                    <a:pt x="24" y="34"/>
                  </a:lnTo>
                  <a:lnTo>
                    <a:pt x="24" y="38"/>
                  </a:lnTo>
                  <a:lnTo>
                    <a:pt x="24" y="43"/>
                  </a:lnTo>
                  <a:lnTo>
                    <a:pt x="24" y="45"/>
                  </a:lnTo>
                  <a:lnTo>
                    <a:pt x="24" y="49"/>
                  </a:lnTo>
                  <a:lnTo>
                    <a:pt x="25" y="52"/>
                  </a:lnTo>
                  <a:lnTo>
                    <a:pt x="27" y="55"/>
                  </a:lnTo>
                  <a:lnTo>
                    <a:pt x="29" y="57"/>
                  </a:lnTo>
                  <a:lnTo>
                    <a:pt x="32" y="60"/>
                  </a:lnTo>
                  <a:lnTo>
                    <a:pt x="35" y="61"/>
                  </a:lnTo>
                  <a:lnTo>
                    <a:pt x="39" y="62"/>
                  </a:lnTo>
                  <a:lnTo>
                    <a:pt x="38" y="64"/>
                  </a:lnTo>
                  <a:lnTo>
                    <a:pt x="38" y="67"/>
                  </a:lnTo>
                  <a:lnTo>
                    <a:pt x="38" y="69"/>
                  </a:lnTo>
                  <a:lnTo>
                    <a:pt x="38" y="73"/>
                  </a:lnTo>
                  <a:lnTo>
                    <a:pt x="38" y="76"/>
                  </a:lnTo>
                  <a:lnTo>
                    <a:pt x="38" y="79"/>
                  </a:lnTo>
                  <a:lnTo>
                    <a:pt x="38" y="82"/>
                  </a:lnTo>
                  <a:lnTo>
                    <a:pt x="38" y="85"/>
                  </a:lnTo>
                  <a:lnTo>
                    <a:pt x="33" y="84"/>
                  </a:lnTo>
                  <a:lnTo>
                    <a:pt x="29" y="83"/>
                  </a:lnTo>
                  <a:lnTo>
                    <a:pt x="25" y="81"/>
                  </a:lnTo>
                  <a:lnTo>
                    <a:pt x="23" y="80"/>
                  </a:lnTo>
                  <a:lnTo>
                    <a:pt x="19" y="78"/>
                  </a:lnTo>
                  <a:lnTo>
                    <a:pt x="16" y="76"/>
                  </a:lnTo>
                  <a:lnTo>
                    <a:pt x="13" y="73"/>
                  </a:lnTo>
                  <a:lnTo>
                    <a:pt x="10" y="71"/>
                  </a:lnTo>
                  <a:lnTo>
                    <a:pt x="7" y="67"/>
                  </a:lnTo>
                  <a:lnTo>
                    <a:pt x="6" y="64"/>
                  </a:lnTo>
                  <a:lnTo>
                    <a:pt x="4" y="61"/>
                  </a:lnTo>
                  <a:lnTo>
                    <a:pt x="3" y="58"/>
                  </a:lnTo>
                  <a:lnTo>
                    <a:pt x="1" y="54"/>
                  </a:lnTo>
                  <a:lnTo>
                    <a:pt x="0" y="50"/>
                  </a:lnTo>
                  <a:lnTo>
                    <a:pt x="0" y="46"/>
                  </a:lnTo>
                  <a:lnTo>
                    <a:pt x="0" y="43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1" y="34"/>
                  </a:lnTo>
                  <a:lnTo>
                    <a:pt x="1" y="29"/>
                  </a:lnTo>
                  <a:lnTo>
                    <a:pt x="3" y="25"/>
                  </a:lnTo>
                  <a:lnTo>
                    <a:pt x="4" y="22"/>
                  </a:lnTo>
                  <a:lnTo>
                    <a:pt x="6" y="18"/>
                  </a:lnTo>
                  <a:lnTo>
                    <a:pt x="8" y="15"/>
                  </a:lnTo>
                  <a:lnTo>
                    <a:pt x="12" y="12"/>
                  </a:lnTo>
                  <a:lnTo>
                    <a:pt x="14" y="9"/>
                  </a:lnTo>
                  <a:lnTo>
                    <a:pt x="18" y="7"/>
                  </a:lnTo>
                  <a:lnTo>
                    <a:pt x="22" y="4"/>
                  </a:lnTo>
                  <a:lnTo>
                    <a:pt x="25" y="3"/>
                  </a:lnTo>
                  <a:lnTo>
                    <a:pt x="28" y="2"/>
                  </a:lnTo>
                  <a:lnTo>
                    <a:pt x="33" y="1"/>
                  </a:lnTo>
                  <a:lnTo>
                    <a:pt x="35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3" y="0"/>
                  </a:lnTo>
                  <a:lnTo>
                    <a:pt x="46" y="0"/>
                  </a:lnTo>
                  <a:lnTo>
                    <a:pt x="50" y="1"/>
                  </a:lnTo>
                  <a:lnTo>
                    <a:pt x="54" y="2"/>
                  </a:lnTo>
                  <a:lnTo>
                    <a:pt x="58" y="3"/>
                  </a:lnTo>
                  <a:lnTo>
                    <a:pt x="62" y="4"/>
                  </a:lnTo>
                  <a:lnTo>
                    <a:pt x="65" y="7"/>
                  </a:lnTo>
                  <a:lnTo>
                    <a:pt x="68" y="9"/>
                  </a:lnTo>
                  <a:lnTo>
                    <a:pt x="72" y="12"/>
                  </a:lnTo>
                  <a:lnTo>
                    <a:pt x="74" y="15"/>
                  </a:lnTo>
                  <a:lnTo>
                    <a:pt x="77" y="18"/>
                  </a:lnTo>
                  <a:lnTo>
                    <a:pt x="79" y="22"/>
                  </a:lnTo>
                  <a:lnTo>
                    <a:pt x="80" y="25"/>
                  </a:lnTo>
                  <a:lnTo>
                    <a:pt x="82" y="29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4" y="38"/>
                  </a:lnTo>
                  <a:lnTo>
                    <a:pt x="84" y="40"/>
                  </a:lnTo>
                  <a:lnTo>
                    <a:pt x="84" y="43"/>
                  </a:lnTo>
                  <a:lnTo>
                    <a:pt x="84" y="46"/>
                  </a:lnTo>
                  <a:lnTo>
                    <a:pt x="83" y="50"/>
                  </a:lnTo>
                  <a:lnTo>
                    <a:pt x="82" y="55"/>
                  </a:lnTo>
                  <a:lnTo>
                    <a:pt x="80" y="59"/>
                  </a:lnTo>
                  <a:lnTo>
                    <a:pt x="79" y="63"/>
                  </a:lnTo>
                  <a:lnTo>
                    <a:pt x="77" y="65"/>
                  </a:lnTo>
                  <a:lnTo>
                    <a:pt x="74" y="69"/>
                  </a:lnTo>
                  <a:lnTo>
                    <a:pt x="72" y="72"/>
                  </a:lnTo>
                  <a:lnTo>
                    <a:pt x="68" y="75"/>
                  </a:lnTo>
                  <a:lnTo>
                    <a:pt x="65" y="77"/>
                  </a:lnTo>
                  <a:lnTo>
                    <a:pt x="62" y="80"/>
                  </a:lnTo>
                  <a:lnTo>
                    <a:pt x="58" y="81"/>
                  </a:lnTo>
                  <a:lnTo>
                    <a:pt x="54" y="82"/>
                  </a:lnTo>
                  <a:lnTo>
                    <a:pt x="50" y="84"/>
                  </a:lnTo>
                  <a:lnTo>
                    <a:pt x="46" y="84"/>
                  </a:lnTo>
                  <a:lnTo>
                    <a:pt x="43" y="85"/>
                  </a:lnTo>
                  <a:lnTo>
                    <a:pt x="41" y="85"/>
                  </a:lnTo>
                  <a:lnTo>
                    <a:pt x="41" y="82"/>
                  </a:lnTo>
                  <a:lnTo>
                    <a:pt x="41" y="79"/>
                  </a:lnTo>
                  <a:lnTo>
                    <a:pt x="41" y="76"/>
                  </a:lnTo>
                  <a:lnTo>
                    <a:pt x="41" y="73"/>
                  </a:lnTo>
                  <a:lnTo>
                    <a:pt x="41" y="69"/>
                  </a:lnTo>
                  <a:lnTo>
                    <a:pt x="41" y="67"/>
                  </a:lnTo>
                  <a:lnTo>
                    <a:pt x="41" y="64"/>
                  </a:lnTo>
                  <a:lnTo>
                    <a:pt x="42" y="62"/>
                  </a:lnTo>
                  <a:lnTo>
                    <a:pt x="42" y="63"/>
                  </a:lnTo>
                  <a:lnTo>
                    <a:pt x="43" y="6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1" name="Freeform 148"/>
            <p:cNvSpPr/>
            <p:nvPr/>
          </p:nvSpPr>
          <p:spPr>
            <a:xfrm>
              <a:off x="2799" y="2534"/>
              <a:ext cx="10" cy="23"/>
            </a:xfrm>
            <a:custGeom>
              <a:avLst/>
              <a:gdLst/>
              <a:ahLst/>
              <a:cxnLst>
                <a:cxn ang="0">
                  <a:pos x="0" y="21"/>
                </a:cxn>
                <a:cxn ang="0">
                  <a:pos x="3" y="23"/>
                </a:cxn>
                <a:cxn ang="0">
                  <a:pos x="6" y="23"/>
                </a:cxn>
                <a:cxn ang="0">
                  <a:pos x="10" y="19"/>
                </a:cxn>
                <a:cxn ang="0">
                  <a:pos x="7" y="0"/>
                </a:cxn>
                <a:cxn ang="0">
                  <a:pos x="4" y="0"/>
                </a:cxn>
                <a:cxn ang="0">
                  <a:pos x="0" y="21"/>
                </a:cxn>
                <a:cxn ang="0">
                  <a:pos x="0" y="21"/>
                </a:cxn>
              </a:cxnLst>
              <a:rect l="0" t="0" r="0" b="0"/>
              <a:pathLst>
                <a:path w="10" h="23">
                  <a:moveTo>
                    <a:pt x="0" y="21"/>
                  </a:moveTo>
                  <a:lnTo>
                    <a:pt x="3" y="23"/>
                  </a:lnTo>
                  <a:lnTo>
                    <a:pt x="6" y="23"/>
                  </a:lnTo>
                  <a:lnTo>
                    <a:pt x="10" y="19"/>
                  </a:lnTo>
                  <a:lnTo>
                    <a:pt x="7" y="0"/>
                  </a:lnTo>
                  <a:lnTo>
                    <a:pt x="4" y="0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6" name="矩形 205"/>
          <p:cNvSpPr/>
          <p:nvPr/>
        </p:nvSpPr>
        <p:spPr>
          <a:xfrm>
            <a:off x="1071563" y="3487738"/>
            <a:ext cx="6643688" cy="21431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5373" name="Group 153"/>
          <p:cNvGrpSpPr>
            <a:grpSpLocks noChangeAspect="1"/>
          </p:cNvGrpSpPr>
          <p:nvPr/>
        </p:nvGrpSpPr>
        <p:grpSpPr>
          <a:xfrm>
            <a:off x="357188" y="357188"/>
            <a:ext cx="1933575" cy="1181100"/>
            <a:chOff x="315" y="225"/>
            <a:chExt cx="1218" cy="744"/>
          </a:xfrm>
        </p:grpSpPr>
        <p:sp>
          <p:nvSpPr>
            <p:cNvPr id="15374" name="AutoShape 152"/>
            <p:cNvSpPr>
              <a:spLocks noChangeAspect="1" noTextEdit="1"/>
            </p:cNvSpPr>
            <p:nvPr/>
          </p:nvSpPr>
          <p:spPr>
            <a:xfrm>
              <a:off x="315" y="225"/>
              <a:ext cx="1218" cy="74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eaLnBrk="0" hangingPunct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375" name="Freeform 154"/>
            <p:cNvSpPr/>
            <p:nvPr/>
          </p:nvSpPr>
          <p:spPr>
            <a:xfrm>
              <a:off x="643" y="641"/>
              <a:ext cx="277" cy="174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0" y="20"/>
                </a:cxn>
                <a:cxn ang="0">
                  <a:pos x="8" y="40"/>
                </a:cxn>
                <a:cxn ang="0">
                  <a:pos x="17" y="60"/>
                </a:cxn>
                <a:cxn ang="0">
                  <a:pos x="31" y="82"/>
                </a:cxn>
                <a:cxn ang="0">
                  <a:pos x="47" y="108"/>
                </a:cxn>
                <a:cxn ang="0">
                  <a:pos x="67" y="132"/>
                </a:cxn>
                <a:cxn ang="0">
                  <a:pos x="79" y="144"/>
                </a:cxn>
                <a:cxn ang="0">
                  <a:pos x="91" y="154"/>
                </a:cxn>
                <a:cxn ang="0">
                  <a:pos x="103" y="162"/>
                </a:cxn>
                <a:cxn ang="0">
                  <a:pos x="115" y="168"/>
                </a:cxn>
                <a:cxn ang="0">
                  <a:pos x="115" y="168"/>
                </a:cxn>
                <a:cxn ang="0">
                  <a:pos x="129" y="172"/>
                </a:cxn>
                <a:cxn ang="0">
                  <a:pos x="143" y="174"/>
                </a:cxn>
                <a:cxn ang="0">
                  <a:pos x="157" y="170"/>
                </a:cxn>
                <a:cxn ang="0">
                  <a:pos x="171" y="166"/>
                </a:cxn>
                <a:cxn ang="0">
                  <a:pos x="185" y="158"/>
                </a:cxn>
                <a:cxn ang="0">
                  <a:pos x="197" y="150"/>
                </a:cxn>
                <a:cxn ang="0">
                  <a:pos x="223" y="128"/>
                </a:cxn>
                <a:cxn ang="0">
                  <a:pos x="245" y="106"/>
                </a:cxn>
                <a:cxn ang="0">
                  <a:pos x="261" y="86"/>
                </a:cxn>
                <a:cxn ang="0">
                  <a:pos x="277" y="64"/>
                </a:cxn>
                <a:cxn ang="0">
                  <a:pos x="245" y="18"/>
                </a:cxn>
                <a:cxn ang="0">
                  <a:pos x="245" y="18"/>
                </a:cxn>
                <a:cxn ang="0">
                  <a:pos x="235" y="32"/>
                </a:cxn>
                <a:cxn ang="0">
                  <a:pos x="209" y="64"/>
                </a:cxn>
                <a:cxn ang="0">
                  <a:pos x="191" y="80"/>
                </a:cxn>
                <a:cxn ang="0">
                  <a:pos x="173" y="96"/>
                </a:cxn>
                <a:cxn ang="0">
                  <a:pos x="155" y="108"/>
                </a:cxn>
                <a:cxn ang="0">
                  <a:pos x="145" y="114"/>
                </a:cxn>
                <a:cxn ang="0">
                  <a:pos x="135" y="116"/>
                </a:cxn>
                <a:cxn ang="0">
                  <a:pos x="135" y="116"/>
                </a:cxn>
                <a:cxn ang="0">
                  <a:pos x="127" y="116"/>
                </a:cxn>
                <a:cxn ang="0">
                  <a:pos x="117" y="114"/>
                </a:cxn>
                <a:cxn ang="0">
                  <a:pos x="107" y="108"/>
                </a:cxn>
                <a:cxn ang="0">
                  <a:pos x="97" y="102"/>
                </a:cxn>
                <a:cxn ang="0">
                  <a:pos x="77" y="82"/>
                </a:cxn>
                <a:cxn ang="0">
                  <a:pos x="59" y="62"/>
                </a:cxn>
                <a:cxn ang="0">
                  <a:pos x="45" y="38"/>
                </a:cxn>
                <a:cxn ang="0">
                  <a:pos x="31" y="20"/>
                </a:cxn>
                <a:cxn ang="0">
                  <a:pos x="21" y="0"/>
                </a:cxn>
                <a:cxn ang="0">
                  <a:pos x="0" y="20"/>
                </a:cxn>
                <a:cxn ang="0">
                  <a:pos x="0" y="20"/>
                </a:cxn>
              </a:cxnLst>
              <a:rect l="0" t="0" r="0" b="0"/>
              <a:pathLst>
                <a:path w="277" h="174">
                  <a:moveTo>
                    <a:pt x="0" y="20"/>
                  </a:moveTo>
                  <a:lnTo>
                    <a:pt x="0" y="20"/>
                  </a:lnTo>
                  <a:lnTo>
                    <a:pt x="8" y="40"/>
                  </a:lnTo>
                  <a:lnTo>
                    <a:pt x="17" y="60"/>
                  </a:lnTo>
                  <a:lnTo>
                    <a:pt x="31" y="82"/>
                  </a:lnTo>
                  <a:lnTo>
                    <a:pt x="47" y="108"/>
                  </a:lnTo>
                  <a:lnTo>
                    <a:pt x="67" y="132"/>
                  </a:lnTo>
                  <a:lnTo>
                    <a:pt x="79" y="144"/>
                  </a:lnTo>
                  <a:lnTo>
                    <a:pt x="91" y="154"/>
                  </a:lnTo>
                  <a:lnTo>
                    <a:pt x="103" y="162"/>
                  </a:lnTo>
                  <a:lnTo>
                    <a:pt x="115" y="168"/>
                  </a:lnTo>
                  <a:lnTo>
                    <a:pt x="129" y="172"/>
                  </a:lnTo>
                  <a:lnTo>
                    <a:pt x="143" y="174"/>
                  </a:lnTo>
                  <a:lnTo>
                    <a:pt x="157" y="170"/>
                  </a:lnTo>
                  <a:lnTo>
                    <a:pt x="171" y="166"/>
                  </a:lnTo>
                  <a:lnTo>
                    <a:pt x="185" y="158"/>
                  </a:lnTo>
                  <a:lnTo>
                    <a:pt x="197" y="150"/>
                  </a:lnTo>
                  <a:lnTo>
                    <a:pt x="223" y="128"/>
                  </a:lnTo>
                  <a:lnTo>
                    <a:pt x="245" y="106"/>
                  </a:lnTo>
                  <a:lnTo>
                    <a:pt x="261" y="86"/>
                  </a:lnTo>
                  <a:lnTo>
                    <a:pt x="277" y="64"/>
                  </a:lnTo>
                  <a:lnTo>
                    <a:pt x="245" y="18"/>
                  </a:lnTo>
                  <a:lnTo>
                    <a:pt x="235" y="32"/>
                  </a:lnTo>
                  <a:lnTo>
                    <a:pt x="209" y="64"/>
                  </a:lnTo>
                  <a:lnTo>
                    <a:pt x="191" y="80"/>
                  </a:lnTo>
                  <a:lnTo>
                    <a:pt x="173" y="96"/>
                  </a:lnTo>
                  <a:lnTo>
                    <a:pt x="155" y="108"/>
                  </a:lnTo>
                  <a:lnTo>
                    <a:pt x="145" y="114"/>
                  </a:lnTo>
                  <a:lnTo>
                    <a:pt x="135" y="116"/>
                  </a:lnTo>
                  <a:lnTo>
                    <a:pt x="127" y="116"/>
                  </a:lnTo>
                  <a:lnTo>
                    <a:pt x="117" y="114"/>
                  </a:lnTo>
                  <a:lnTo>
                    <a:pt x="107" y="108"/>
                  </a:lnTo>
                  <a:lnTo>
                    <a:pt x="97" y="102"/>
                  </a:lnTo>
                  <a:lnTo>
                    <a:pt x="77" y="82"/>
                  </a:lnTo>
                  <a:lnTo>
                    <a:pt x="59" y="62"/>
                  </a:lnTo>
                  <a:lnTo>
                    <a:pt x="45" y="38"/>
                  </a:lnTo>
                  <a:lnTo>
                    <a:pt x="31" y="20"/>
                  </a:lnTo>
                  <a:lnTo>
                    <a:pt x="21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6" name="Freeform 155"/>
            <p:cNvSpPr/>
            <p:nvPr/>
          </p:nvSpPr>
          <p:spPr>
            <a:xfrm>
              <a:off x="315" y="317"/>
              <a:ext cx="238" cy="496"/>
            </a:xfrm>
            <a:custGeom>
              <a:avLst/>
              <a:gdLst/>
              <a:ahLst/>
              <a:cxnLst>
                <a:cxn ang="0">
                  <a:pos x="238" y="460"/>
                </a:cxn>
                <a:cxn ang="0">
                  <a:pos x="238" y="38"/>
                </a:cxn>
                <a:cxn ang="0">
                  <a:pos x="238" y="38"/>
                </a:cxn>
                <a:cxn ang="0">
                  <a:pos x="236" y="32"/>
                </a:cxn>
                <a:cxn ang="0">
                  <a:pos x="234" y="28"/>
                </a:cxn>
                <a:cxn ang="0">
                  <a:pos x="230" y="26"/>
                </a:cxn>
                <a:cxn ang="0">
                  <a:pos x="230" y="26"/>
                </a:cxn>
                <a:cxn ang="0">
                  <a:pos x="220" y="20"/>
                </a:cxn>
                <a:cxn ang="0">
                  <a:pos x="204" y="18"/>
                </a:cxn>
                <a:cxn ang="0">
                  <a:pos x="204" y="18"/>
                </a:cxn>
                <a:cxn ang="0">
                  <a:pos x="108" y="8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2" y="0"/>
                </a:cxn>
                <a:cxn ang="0">
                  <a:pos x="16" y="2"/>
                </a:cxn>
                <a:cxn ang="0">
                  <a:pos x="10" y="4"/>
                </a:cxn>
                <a:cxn ang="0">
                  <a:pos x="6" y="6"/>
                </a:cxn>
                <a:cxn ang="0">
                  <a:pos x="4" y="12"/>
                </a:cxn>
                <a:cxn ang="0">
                  <a:pos x="4" y="12"/>
                </a:cxn>
                <a:cxn ang="0">
                  <a:pos x="0" y="20"/>
                </a:cxn>
                <a:cxn ang="0">
                  <a:pos x="0" y="26"/>
                </a:cxn>
                <a:cxn ang="0">
                  <a:pos x="0" y="26"/>
                </a:cxn>
                <a:cxn ang="0">
                  <a:pos x="0" y="28"/>
                </a:cxn>
                <a:cxn ang="0">
                  <a:pos x="0" y="476"/>
                </a:cxn>
                <a:cxn ang="0">
                  <a:pos x="0" y="476"/>
                </a:cxn>
                <a:cxn ang="0">
                  <a:pos x="0" y="478"/>
                </a:cxn>
                <a:cxn ang="0">
                  <a:pos x="0" y="478"/>
                </a:cxn>
                <a:cxn ang="0">
                  <a:pos x="2" y="482"/>
                </a:cxn>
                <a:cxn ang="0">
                  <a:pos x="6" y="490"/>
                </a:cxn>
                <a:cxn ang="0">
                  <a:pos x="6" y="490"/>
                </a:cxn>
                <a:cxn ang="0">
                  <a:pos x="14" y="494"/>
                </a:cxn>
                <a:cxn ang="0">
                  <a:pos x="28" y="496"/>
                </a:cxn>
                <a:cxn ang="0">
                  <a:pos x="28" y="496"/>
                </a:cxn>
                <a:cxn ang="0">
                  <a:pos x="32" y="496"/>
                </a:cxn>
                <a:cxn ang="0">
                  <a:pos x="32" y="496"/>
                </a:cxn>
                <a:cxn ang="0">
                  <a:pos x="210" y="488"/>
                </a:cxn>
                <a:cxn ang="0">
                  <a:pos x="210" y="488"/>
                </a:cxn>
                <a:cxn ang="0">
                  <a:pos x="222" y="488"/>
                </a:cxn>
                <a:cxn ang="0">
                  <a:pos x="230" y="488"/>
                </a:cxn>
                <a:cxn ang="0">
                  <a:pos x="230" y="488"/>
                </a:cxn>
                <a:cxn ang="0">
                  <a:pos x="234" y="484"/>
                </a:cxn>
                <a:cxn ang="0">
                  <a:pos x="238" y="480"/>
                </a:cxn>
                <a:cxn ang="0">
                  <a:pos x="238" y="480"/>
                </a:cxn>
                <a:cxn ang="0">
                  <a:pos x="238" y="472"/>
                </a:cxn>
                <a:cxn ang="0">
                  <a:pos x="238" y="472"/>
                </a:cxn>
                <a:cxn ang="0">
                  <a:pos x="238" y="460"/>
                </a:cxn>
                <a:cxn ang="0">
                  <a:pos x="238" y="460"/>
                </a:cxn>
              </a:cxnLst>
              <a:rect l="0" t="0" r="0" b="0"/>
              <a:pathLst>
                <a:path w="238" h="496">
                  <a:moveTo>
                    <a:pt x="238" y="460"/>
                  </a:moveTo>
                  <a:lnTo>
                    <a:pt x="238" y="38"/>
                  </a:lnTo>
                  <a:lnTo>
                    <a:pt x="236" y="32"/>
                  </a:lnTo>
                  <a:lnTo>
                    <a:pt x="234" y="28"/>
                  </a:lnTo>
                  <a:lnTo>
                    <a:pt x="230" y="26"/>
                  </a:lnTo>
                  <a:lnTo>
                    <a:pt x="220" y="20"/>
                  </a:lnTo>
                  <a:lnTo>
                    <a:pt x="204" y="18"/>
                  </a:lnTo>
                  <a:lnTo>
                    <a:pt x="108" y="8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6" y="2"/>
                  </a:lnTo>
                  <a:lnTo>
                    <a:pt x="10" y="4"/>
                  </a:lnTo>
                  <a:lnTo>
                    <a:pt x="6" y="6"/>
                  </a:lnTo>
                  <a:lnTo>
                    <a:pt x="4" y="12"/>
                  </a:lnTo>
                  <a:lnTo>
                    <a:pt x="0" y="20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476"/>
                  </a:lnTo>
                  <a:lnTo>
                    <a:pt x="0" y="478"/>
                  </a:lnTo>
                  <a:lnTo>
                    <a:pt x="2" y="482"/>
                  </a:lnTo>
                  <a:lnTo>
                    <a:pt x="6" y="490"/>
                  </a:lnTo>
                  <a:lnTo>
                    <a:pt x="14" y="494"/>
                  </a:lnTo>
                  <a:lnTo>
                    <a:pt x="28" y="496"/>
                  </a:lnTo>
                  <a:lnTo>
                    <a:pt x="32" y="496"/>
                  </a:lnTo>
                  <a:lnTo>
                    <a:pt x="210" y="488"/>
                  </a:lnTo>
                  <a:lnTo>
                    <a:pt x="222" y="488"/>
                  </a:lnTo>
                  <a:lnTo>
                    <a:pt x="230" y="488"/>
                  </a:lnTo>
                  <a:lnTo>
                    <a:pt x="234" y="484"/>
                  </a:lnTo>
                  <a:lnTo>
                    <a:pt x="238" y="480"/>
                  </a:lnTo>
                  <a:lnTo>
                    <a:pt x="238" y="472"/>
                  </a:lnTo>
                  <a:lnTo>
                    <a:pt x="238" y="460"/>
                  </a:lnTo>
                  <a:close/>
                </a:path>
              </a:pathLst>
            </a:custGeom>
            <a:solidFill>
              <a:srgbClr val="19191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7" name="Freeform 156"/>
            <p:cNvSpPr/>
            <p:nvPr/>
          </p:nvSpPr>
          <p:spPr>
            <a:xfrm>
              <a:off x="327" y="323"/>
              <a:ext cx="214" cy="472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0" y="462"/>
                </a:cxn>
                <a:cxn ang="0">
                  <a:pos x="0" y="462"/>
                </a:cxn>
                <a:cxn ang="0">
                  <a:pos x="0" y="464"/>
                </a:cxn>
                <a:cxn ang="0">
                  <a:pos x="2" y="468"/>
                </a:cxn>
                <a:cxn ang="0">
                  <a:pos x="8" y="470"/>
                </a:cxn>
                <a:cxn ang="0">
                  <a:pos x="22" y="472"/>
                </a:cxn>
                <a:cxn ang="0">
                  <a:pos x="22" y="472"/>
                </a:cxn>
                <a:cxn ang="0">
                  <a:pos x="194" y="466"/>
                </a:cxn>
                <a:cxn ang="0">
                  <a:pos x="194" y="466"/>
                </a:cxn>
                <a:cxn ang="0">
                  <a:pos x="208" y="466"/>
                </a:cxn>
                <a:cxn ang="0">
                  <a:pos x="212" y="464"/>
                </a:cxn>
                <a:cxn ang="0">
                  <a:pos x="214" y="458"/>
                </a:cxn>
                <a:cxn ang="0">
                  <a:pos x="214" y="446"/>
                </a:cxn>
                <a:cxn ang="0">
                  <a:pos x="212" y="30"/>
                </a:cxn>
                <a:cxn ang="0">
                  <a:pos x="212" y="30"/>
                </a:cxn>
                <a:cxn ang="0">
                  <a:pos x="212" y="26"/>
                </a:cxn>
                <a:cxn ang="0">
                  <a:pos x="210" y="22"/>
                </a:cxn>
                <a:cxn ang="0">
                  <a:pos x="202" y="20"/>
                </a:cxn>
                <a:cxn ang="0">
                  <a:pos x="188" y="18"/>
                </a:cxn>
                <a:cxn ang="0">
                  <a:pos x="188" y="18"/>
                </a:cxn>
                <a:cxn ang="0">
                  <a:pos x="94" y="8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4" y="4"/>
                </a:cxn>
                <a:cxn ang="0">
                  <a:pos x="2" y="6"/>
                </a:cxn>
                <a:cxn ang="0">
                  <a:pos x="0" y="14"/>
                </a:cxn>
                <a:cxn ang="0">
                  <a:pos x="0" y="20"/>
                </a:cxn>
                <a:cxn ang="0">
                  <a:pos x="0" y="20"/>
                </a:cxn>
              </a:cxnLst>
              <a:rect l="0" t="0" r="0" b="0"/>
              <a:pathLst>
                <a:path w="214" h="472">
                  <a:moveTo>
                    <a:pt x="0" y="20"/>
                  </a:moveTo>
                  <a:lnTo>
                    <a:pt x="0" y="462"/>
                  </a:lnTo>
                  <a:lnTo>
                    <a:pt x="0" y="464"/>
                  </a:lnTo>
                  <a:lnTo>
                    <a:pt x="2" y="468"/>
                  </a:lnTo>
                  <a:lnTo>
                    <a:pt x="8" y="470"/>
                  </a:lnTo>
                  <a:lnTo>
                    <a:pt x="22" y="472"/>
                  </a:lnTo>
                  <a:lnTo>
                    <a:pt x="194" y="466"/>
                  </a:lnTo>
                  <a:lnTo>
                    <a:pt x="208" y="466"/>
                  </a:lnTo>
                  <a:lnTo>
                    <a:pt x="212" y="464"/>
                  </a:lnTo>
                  <a:lnTo>
                    <a:pt x="214" y="458"/>
                  </a:lnTo>
                  <a:lnTo>
                    <a:pt x="214" y="446"/>
                  </a:lnTo>
                  <a:lnTo>
                    <a:pt x="212" y="30"/>
                  </a:lnTo>
                  <a:lnTo>
                    <a:pt x="212" y="26"/>
                  </a:lnTo>
                  <a:lnTo>
                    <a:pt x="210" y="22"/>
                  </a:lnTo>
                  <a:lnTo>
                    <a:pt x="202" y="20"/>
                  </a:lnTo>
                  <a:lnTo>
                    <a:pt x="188" y="18"/>
                  </a:lnTo>
                  <a:lnTo>
                    <a:pt x="94" y="8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14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BCBEC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8" name="Freeform 157"/>
            <p:cNvSpPr/>
            <p:nvPr/>
          </p:nvSpPr>
          <p:spPr>
            <a:xfrm>
              <a:off x="349" y="333"/>
              <a:ext cx="184" cy="448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0" y="438"/>
                </a:cxn>
                <a:cxn ang="0">
                  <a:pos x="0" y="438"/>
                </a:cxn>
                <a:cxn ang="0">
                  <a:pos x="0" y="440"/>
                </a:cxn>
                <a:cxn ang="0">
                  <a:pos x="2" y="444"/>
                </a:cxn>
                <a:cxn ang="0">
                  <a:pos x="8" y="448"/>
                </a:cxn>
                <a:cxn ang="0">
                  <a:pos x="20" y="448"/>
                </a:cxn>
                <a:cxn ang="0">
                  <a:pos x="20" y="448"/>
                </a:cxn>
                <a:cxn ang="0">
                  <a:pos x="168" y="442"/>
                </a:cxn>
                <a:cxn ang="0">
                  <a:pos x="168" y="442"/>
                </a:cxn>
                <a:cxn ang="0">
                  <a:pos x="178" y="442"/>
                </a:cxn>
                <a:cxn ang="0">
                  <a:pos x="184" y="440"/>
                </a:cxn>
                <a:cxn ang="0">
                  <a:pos x="184" y="434"/>
                </a:cxn>
                <a:cxn ang="0">
                  <a:pos x="184" y="424"/>
                </a:cxn>
                <a:cxn ang="0">
                  <a:pos x="184" y="28"/>
                </a:cxn>
                <a:cxn ang="0">
                  <a:pos x="184" y="28"/>
                </a:cxn>
                <a:cxn ang="0">
                  <a:pos x="182" y="24"/>
                </a:cxn>
                <a:cxn ang="0">
                  <a:pos x="180" y="22"/>
                </a:cxn>
                <a:cxn ang="0">
                  <a:pos x="174" y="18"/>
                </a:cxn>
                <a:cxn ang="0">
                  <a:pos x="162" y="16"/>
                </a:cxn>
                <a:cxn ang="0">
                  <a:pos x="162" y="16"/>
                </a:cxn>
                <a:cxn ang="0">
                  <a:pos x="82" y="8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8" y="0"/>
                </a:cxn>
                <a:cxn ang="0">
                  <a:pos x="6" y="2"/>
                </a:cxn>
                <a:cxn ang="0">
                  <a:pos x="2" y="6"/>
                </a:cxn>
                <a:cxn ang="0">
                  <a:pos x="2" y="12"/>
                </a:cxn>
                <a:cxn ang="0">
                  <a:pos x="0" y="20"/>
                </a:cxn>
                <a:cxn ang="0">
                  <a:pos x="0" y="20"/>
                </a:cxn>
              </a:cxnLst>
              <a:rect l="0" t="0" r="0" b="0"/>
              <a:pathLst>
                <a:path w="184" h="448">
                  <a:moveTo>
                    <a:pt x="0" y="20"/>
                  </a:moveTo>
                  <a:lnTo>
                    <a:pt x="0" y="438"/>
                  </a:lnTo>
                  <a:lnTo>
                    <a:pt x="0" y="440"/>
                  </a:lnTo>
                  <a:lnTo>
                    <a:pt x="2" y="444"/>
                  </a:lnTo>
                  <a:lnTo>
                    <a:pt x="8" y="448"/>
                  </a:lnTo>
                  <a:lnTo>
                    <a:pt x="20" y="448"/>
                  </a:lnTo>
                  <a:lnTo>
                    <a:pt x="168" y="442"/>
                  </a:lnTo>
                  <a:lnTo>
                    <a:pt x="178" y="442"/>
                  </a:lnTo>
                  <a:lnTo>
                    <a:pt x="184" y="440"/>
                  </a:lnTo>
                  <a:lnTo>
                    <a:pt x="184" y="434"/>
                  </a:lnTo>
                  <a:lnTo>
                    <a:pt x="184" y="424"/>
                  </a:lnTo>
                  <a:lnTo>
                    <a:pt x="184" y="28"/>
                  </a:lnTo>
                  <a:lnTo>
                    <a:pt x="182" y="24"/>
                  </a:lnTo>
                  <a:lnTo>
                    <a:pt x="180" y="22"/>
                  </a:lnTo>
                  <a:lnTo>
                    <a:pt x="174" y="18"/>
                  </a:lnTo>
                  <a:lnTo>
                    <a:pt x="162" y="16"/>
                  </a:lnTo>
                  <a:lnTo>
                    <a:pt x="82" y="8"/>
                  </a:lnTo>
                  <a:lnTo>
                    <a:pt x="14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2" y="6"/>
                  </a:lnTo>
                  <a:lnTo>
                    <a:pt x="2" y="12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E7E8E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9" name="Freeform 158"/>
            <p:cNvSpPr/>
            <p:nvPr/>
          </p:nvSpPr>
          <p:spPr>
            <a:xfrm>
              <a:off x="403" y="453"/>
              <a:ext cx="80" cy="17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0" y="0"/>
                </a:cxn>
                <a:cxn ang="0">
                  <a:pos x="80" y="172"/>
                </a:cxn>
                <a:cxn ang="0">
                  <a:pos x="0" y="17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80" h="172">
                  <a:moveTo>
                    <a:pt x="0" y="0"/>
                  </a:moveTo>
                  <a:lnTo>
                    <a:pt x="80" y="0"/>
                  </a:lnTo>
                  <a:lnTo>
                    <a:pt x="80" y="172"/>
                  </a:lnTo>
                  <a:lnTo>
                    <a:pt x="0" y="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6F7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0" name="Freeform 159"/>
            <p:cNvSpPr/>
            <p:nvPr/>
          </p:nvSpPr>
          <p:spPr>
            <a:xfrm>
              <a:off x="409" y="457"/>
              <a:ext cx="70" cy="1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0" y="0"/>
                </a:cxn>
                <a:cxn ang="0">
                  <a:pos x="70" y="160"/>
                </a:cxn>
                <a:cxn ang="0">
                  <a:pos x="0" y="16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70" h="160">
                  <a:moveTo>
                    <a:pt x="0" y="0"/>
                  </a:moveTo>
                  <a:lnTo>
                    <a:pt x="70" y="0"/>
                  </a:lnTo>
                  <a:lnTo>
                    <a:pt x="70" y="160"/>
                  </a:lnTo>
                  <a:lnTo>
                    <a:pt x="0" y="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8E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1" name="Freeform 160"/>
            <p:cNvSpPr/>
            <p:nvPr/>
          </p:nvSpPr>
          <p:spPr>
            <a:xfrm>
              <a:off x="427" y="473"/>
              <a:ext cx="40" cy="13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0" y="0"/>
                </a:cxn>
                <a:cxn ang="0">
                  <a:pos x="40" y="130"/>
                </a:cxn>
                <a:cxn ang="0">
                  <a:pos x="0" y="13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0" h="130">
                  <a:moveTo>
                    <a:pt x="0" y="0"/>
                  </a:moveTo>
                  <a:lnTo>
                    <a:pt x="40" y="0"/>
                  </a:lnTo>
                  <a:lnTo>
                    <a:pt x="40" y="130"/>
                  </a:lnTo>
                  <a:lnTo>
                    <a:pt x="0" y="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2" name="Freeform 161"/>
            <p:cNvSpPr/>
            <p:nvPr/>
          </p:nvSpPr>
          <p:spPr>
            <a:xfrm>
              <a:off x="437" y="453"/>
              <a:ext cx="66" cy="138"/>
            </a:xfrm>
            <a:custGeom>
              <a:avLst/>
              <a:gdLst/>
              <a:ahLst/>
              <a:cxnLst>
                <a:cxn ang="0">
                  <a:pos x="62" y="6"/>
                </a:cxn>
                <a:cxn ang="0">
                  <a:pos x="66" y="4"/>
                </a:cxn>
                <a:cxn ang="0">
                  <a:pos x="62" y="6"/>
                </a:cxn>
                <a:cxn ang="0">
                  <a:pos x="62" y="6"/>
                </a:cxn>
                <a:cxn ang="0">
                  <a:pos x="60" y="0"/>
                </a:cxn>
                <a:cxn ang="0">
                  <a:pos x="60" y="0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0"/>
                </a:cxn>
                <a:cxn ang="0">
                  <a:pos x="0" y="34"/>
                </a:cxn>
                <a:cxn ang="0">
                  <a:pos x="2" y="138"/>
                </a:cxn>
                <a:cxn ang="0">
                  <a:pos x="22" y="138"/>
                </a:cxn>
                <a:cxn ang="0">
                  <a:pos x="22" y="138"/>
                </a:cxn>
                <a:cxn ang="0">
                  <a:pos x="24" y="136"/>
                </a:cxn>
                <a:cxn ang="0">
                  <a:pos x="24" y="136"/>
                </a:cxn>
                <a:cxn ang="0">
                  <a:pos x="26" y="128"/>
                </a:cxn>
                <a:cxn ang="0">
                  <a:pos x="26" y="116"/>
                </a:cxn>
                <a:cxn ang="0">
                  <a:pos x="26" y="116"/>
                </a:cxn>
                <a:cxn ang="0">
                  <a:pos x="26" y="86"/>
                </a:cxn>
                <a:cxn ang="0">
                  <a:pos x="26" y="84"/>
                </a:cxn>
                <a:cxn ang="0">
                  <a:pos x="66" y="24"/>
                </a:cxn>
                <a:cxn ang="0">
                  <a:pos x="66" y="24"/>
                </a:cxn>
                <a:cxn ang="0">
                  <a:pos x="62" y="6"/>
                </a:cxn>
                <a:cxn ang="0">
                  <a:pos x="62" y="6"/>
                </a:cxn>
              </a:cxnLst>
              <a:rect l="0" t="0" r="0" b="0"/>
              <a:pathLst>
                <a:path w="66" h="138">
                  <a:moveTo>
                    <a:pt x="62" y="6"/>
                  </a:moveTo>
                  <a:lnTo>
                    <a:pt x="66" y="4"/>
                  </a:lnTo>
                  <a:lnTo>
                    <a:pt x="62" y="6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4" y="0"/>
                  </a:lnTo>
                  <a:lnTo>
                    <a:pt x="0" y="34"/>
                  </a:lnTo>
                  <a:lnTo>
                    <a:pt x="2" y="138"/>
                  </a:lnTo>
                  <a:lnTo>
                    <a:pt x="22" y="138"/>
                  </a:lnTo>
                  <a:lnTo>
                    <a:pt x="24" y="136"/>
                  </a:lnTo>
                  <a:lnTo>
                    <a:pt x="26" y="128"/>
                  </a:lnTo>
                  <a:lnTo>
                    <a:pt x="26" y="116"/>
                  </a:lnTo>
                  <a:lnTo>
                    <a:pt x="26" y="86"/>
                  </a:lnTo>
                  <a:lnTo>
                    <a:pt x="26" y="84"/>
                  </a:lnTo>
                  <a:lnTo>
                    <a:pt x="66" y="24"/>
                  </a:lnTo>
                  <a:lnTo>
                    <a:pt x="62" y="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3" name="Freeform 162"/>
            <p:cNvSpPr>
              <a:spLocks noEditPoints="1"/>
            </p:cNvSpPr>
            <p:nvPr/>
          </p:nvSpPr>
          <p:spPr>
            <a:xfrm>
              <a:off x="429" y="445"/>
              <a:ext cx="82" cy="154"/>
            </a:xfrm>
            <a:custGeom>
              <a:avLst/>
              <a:gdLst/>
              <a:ahLst/>
              <a:cxnLst>
                <a:cxn ang="0">
                  <a:pos x="82" y="32"/>
                </a:cxn>
                <a:cxn ang="0">
                  <a:pos x="82" y="32"/>
                </a:cxn>
                <a:cxn ang="0">
                  <a:pos x="78" y="12"/>
                </a:cxn>
                <a:cxn ang="0">
                  <a:pos x="78" y="12"/>
                </a:cxn>
                <a:cxn ang="0">
                  <a:pos x="76" y="6"/>
                </a:cxn>
                <a:cxn ang="0">
                  <a:pos x="76" y="6"/>
                </a:cxn>
                <a:cxn ang="0">
                  <a:pos x="76" y="4"/>
                </a:cxn>
                <a:cxn ang="0">
                  <a:pos x="72" y="0"/>
                </a:cxn>
                <a:cxn ang="0">
                  <a:pos x="72" y="0"/>
                </a:cxn>
                <a:cxn ang="0">
                  <a:pos x="68" y="0"/>
                </a:cxn>
                <a:cxn ang="0">
                  <a:pos x="62" y="0"/>
                </a:cxn>
                <a:cxn ang="0">
                  <a:pos x="62" y="0"/>
                </a:cxn>
                <a:cxn ang="0">
                  <a:pos x="50" y="0"/>
                </a:cxn>
                <a:cxn ang="0">
                  <a:pos x="48" y="0"/>
                </a:cxn>
                <a:cxn ang="0">
                  <a:pos x="0" y="38"/>
                </a:cxn>
                <a:cxn ang="0">
                  <a:pos x="2" y="154"/>
                </a:cxn>
                <a:cxn ang="0">
                  <a:pos x="32" y="152"/>
                </a:cxn>
                <a:cxn ang="0">
                  <a:pos x="34" y="152"/>
                </a:cxn>
                <a:cxn ang="0">
                  <a:pos x="34" y="152"/>
                </a:cxn>
                <a:cxn ang="0">
                  <a:pos x="36" y="152"/>
                </a:cxn>
                <a:cxn ang="0">
                  <a:pos x="38" y="146"/>
                </a:cxn>
                <a:cxn ang="0">
                  <a:pos x="42" y="138"/>
                </a:cxn>
                <a:cxn ang="0">
                  <a:pos x="42" y="124"/>
                </a:cxn>
                <a:cxn ang="0">
                  <a:pos x="42" y="124"/>
                </a:cxn>
                <a:cxn ang="0">
                  <a:pos x="42" y="94"/>
                </a:cxn>
                <a:cxn ang="0">
                  <a:pos x="82" y="34"/>
                </a:cxn>
                <a:cxn ang="0">
                  <a:pos x="82" y="32"/>
                </a:cxn>
                <a:cxn ang="0">
                  <a:pos x="34" y="94"/>
                </a:cxn>
                <a:cxn ang="0">
                  <a:pos x="34" y="94"/>
                </a:cxn>
                <a:cxn ang="0">
                  <a:pos x="34" y="124"/>
                </a:cxn>
                <a:cxn ang="0">
                  <a:pos x="34" y="124"/>
                </a:cxn>
                <a:cxn ang="0">
                  <a:pos x="34" y="136"/>
                </a:cxn>
                <a:cxn ang="0">
                  <a:pos x="32" y="144"/>
                </a:cxn>
                <a:cxn ang="0">
                  <a:pos x="32" y="144"/>
                </a:cxn>
                <a:cxn ang="0">
                  <a:pos x="30" y="146"/>
                </a:cxn>
                <a:cxn ang="0">
                  <a:pos x="10" y="146"/>
                </a:cxn>
                <a:cxn ang="0">
                  <a:pos x="8" y="42"/>
                </a:cxn>
                <a:cxn ang="0">
                  <a:pos x="52" y="8"/>
                </a:cxn>
                <a:cxn ang="0">
                  <a:pos x="52" y="8"/>
                </a:cxn>
                <a:cxn ang="0">
                  <a:pos x="62" y="8"/>
                </a:cxn>
                <a:cxn ang="0">
                  <a:pos x="62" y="8"/>
                </a:cxn>
                <a:cxn ang="0">
                  <a:pos x="68" y="8"/>
                </a:cxn>
                <a:cxn ang="0">
                  <a:pos x="68" y="8"/>
                </a:cxn>
                <a:cxn ang="0">
                  <a:pos x="70" y="14"/>
                </a:cxn>
                <a:cxn ang="0">
                  <a:pos x="74" y="12"/>
                </a:cxn>
                <a:cxn ang="0">
                  <a:pos x="70" y="14"/>
                </a:cxn>
                <a:cxn ang="0">
                  <a:pos x="70" y="14"/>
                </a:cxn>
                <a:cxn ang="0">
                  <a:pos x="74" y="32"/>
                </a:cxn>
                <a:cxn ang="0">
                  <a:pos x="34" y="92"/>
                </a:cxn>
                <a:cxn ang="0">
                  <a:pos x="34" y="94"/>
                </a:cxn>
              </a:cxnLst>
              <a:rect l="0" t="0" r="0" b="0"/>
              <a:pathLst>
                <a:path w="82" h="154">
                  <a:moveTo>
                    <a:pt x="82" y="32"/>
                  </a:moveTo>
                  <a:lnTo>
                    <a:pt x="82" y="32"/>
                  </a:lnTo>
                  <a:lnTo>
                    <a:pt x="78" y="12"/>
                  </a:lnTo>
                  <a:lnTo>
                    <a:pt x="76" y="6"/>
                  </a:lnTo>
                  <a:lnTo>
                    <a:pt x="76" y="4"/>
                  </a:lnTo>
                  <a:lnTo>
                    <a:pt x="72" y="0"/>
                  </a:lnTo>
                  <a:lnTo>
                    <a:pt x="68" y="0"/>
                  </a:lnTo>
                  <a:lnTo>
                    <a:pt x="62" y="0"/>
                  </a:lnTo>
                  <a:lnTo>
                    <a:pt x="50" y="0"/>
                  </a:lnTo>
                  <a:lnTo>
                    <a:pt x="48" y="0"/>
                  </a:lnTo>
                  <a:lnTo>
                    <a:pt x="0" y="38"/>
                  </a:lnTo>
                  <a:lnTo>
                    <a:pt x="2" y="154"/>
                  </a:lnTo>
                  <a:lnTo>
                    <a:pt x="32" y="152"/>
                  </a:lnTo>
                  <a:lnTo>
                    <a:pt x="34" y="152"/>
                  </a:lnTo>
                  <a:lnTo>
                    <a:pt x="36" y="152"/>
                  </a:lnTo>
                  <a:lnTo>
                    <a:pt x="38" y="146"/>
                  </a:lnTo>
                  <a:lnTo>
                    <a:pt x="42" y="138"/>
                  </a:lnTo>
                  <a:lnTo>
                    <a:pt x="42" y="124"/>
                  </a:lnTo>
                  <a:lnTo>
                    <a:pt x="42" y="94"/>
                  </a:lnTo>
                  <a:lnTo>
                    <a:pt x="82" y="34"/>
                  </a:lnTo>
                  <a:lnTo>
                    <a:pt x="82" y="32"/>
                  </a:lnTo>
                  <a:close/>
                  <a:moveTo>
                    <a:pt x="34" y="94"/>
                  </a:moveTo>
                  <a:lnTo>
                    <a:pt x="34" y="94"/>
                  </a:lnTo>
                  <a:lnTo>
                    <a:pt x="34" y="124"/>
                  </a:lnTo>
                  <a:lnTo>
                    <a:pt x="34" y="136"/>
                  </a:lnTo>
                  <a:lnTo>
                    <a:pt x="32" y="144"/>
                  </a:lnTo>
                  <a:lnTo>
                    <a:pt x="30" y="146"/>
                  </a:lnTo>
                  <a:lnTo>
                    <a:pt x="10" y="146"/>
                  </a:lnTo>
                  <a:lnTo>
                    <a:pt x="8" y="42"/>
                  </a:lnTo>
                  <a:lnTo>
                    <a:pt x="52" y="8"/>
                  </a:lnTo>
                  <a:lnTo>
                    <a:pt x="62" y="8"/>
                  </a:lnTo>
                  <a:lnTo>
                    <a:pt x="68" y="8"/>
                  </a:lnTo>
                  <a:lnTo>
                    <a:pt x="70" y="14"/>
                  </a:lnTo>
                  <a:lnTo>
                    <a:pt x="74" y="12"/>
                  </a:lnTo>
                  <a:lnTo>
                    <a:pt x="70" y="14"/>
                  </a:lnTo>
                  <a:lnTo>
                    <a:pt x="74" y="32"/>
                  </a:lnTo>
                  <a:lnTo>
                    <a:pt x="34" y="92"/>
                  </a:lnTo>
                  <a:lnTo>
                    <a:pt x="34" y="9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4" name="Freeform 163"/>
            <p:cNvSpPr/>
            <p:nvPr/>
          </p:nvSpPr>
          <p:spPr>
            <a:xfrm>
              <a:off x="433" y="449"/>
              <a:ext cx="74" cy="146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2" y="146"/>
                </a:cxn>
                <a:cxn ang="0">
                  <a:pos x="28" y="144"/>
                </a:cxn>
                <a:cxn ang="0">
                  <a:pos x="28" y="144"/>
                </a:cxn>
                <a:cxn ang="0">
                  <a:pos x="30" y="144"/>
                </a:cxn>
                <a:cxn ang="0">
                  <a:pos x="32" y="140"/>
                </a:cxn>
                <a:cxn ang="0">
                  <a:pos x="34" y="134"/>
                </a:cxn>
                <a:cxn ang="0">
                  <a:pos x="34" y="120"/>
                </a:cxn>
                <a:cxn ang="0">
                  <a:pos x="34" y="120"/>
                </a:cxn>
                <a:cxn ang="0">
                  <a:pos x="34" y="90"/>
                </a:cxn>
                <a:cxn ang="0">
                  <a:pos x="74" y="30"/>
                </a:cxn>
                <a:cxn ang="0">
                  <a:pos x="74" y="30"/>
                </a:cxn>
                <a:cxn ang="0">
                  <a:pos x="70" y="8"/>
                </a:cxn>
                <a:cxn ang="0">
                  <a:pos x="70" y="8"/>
                </a:cxn>
                <a:cxn ang="0">
                  <a:pos x="68" y="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4" y="0"/>
                </a:cxn>
                <a:cxn ang="0">
                  <a:pos x="46" y="0"/>
                </a:cxn>
                <a:cxn ang="0">
                  <a:pos x="0" y="36"/>
                </a:cxn>
                <a:cxn ang="0">
                  <a:pos x="0" y="36"/>
                </a:cxn>
              </a:cxnLst>
              <a:rect l="0" t="0" r="0" b="0"/>
              <a:pathLst>
                <a:path w="74" h="146">
                  <a:moveTo>
                    <a:pt x="0" y="36"/>
                  </a:moveTo>
                  <a:lnTo>
                    <a:pt x="2" y="146"/>
                  </a:lnTo>
                  <a:lnTo>
                    <a:pt x="28" y="144"/>
                  </a:lnTo>
                  <a:lnTo>
                    <a:pt x="30" y="144"/>
                  </a:lnTo>
                  <a:lnTo>
                    <a:pt x="32" y="140"/>
                  </a:lnTo>
                  <a:lnTo>
                    <a:pt x="34" y="134"/>
                  </a:lnTo>
                  <a:lnTo>
                    <a:pt x="34" y="120"/>
                  </a:lnTo>
                  <a:lnTo>
                    <a:pt x="34" y="90"/>
                  </a:lnTo>
                  <a:lnTo>
                    <a:pt x="74" y="30"/>
                  </a:lnTo>
                  <a:lnTo>
                    <a:pt x="70" y="8"/>
                  </a:lnTo>
                  <a:lnTo>
                    <a:pt x="68" y="4"/>
                  </a:lnTo>
                  <a:lnTo>
                    <a:pt x="68" y="0"/>
                  </a:lnTo>
                  <a:lnTo>
                    <a:pt x="54" y="0"/>
                  </a:lnTo>
                  <a:lnTo>
                    <a:pt x="46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5" name="Freeform 164"/>
            <p:cNvSpPr/>
            <p:nvPr/>
          </p:nvSpPr>
          <p:spPr>
            <a:xfrm>
              <a:off x="435" y="455"/>
              <a:ext cx="46" cy="140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38" y="0"/>
                </a:cxn>
                <a:cxn ang="0">
                  <a:pos x="38" y="0"/>
                </a:cxn>
                <a:cxn ang="0">
                  <a:pos x="46" y="28"/>
                </a:cxn>
                <a:cxn ang="0">
                  <a:pos x="46" y="28"/>
                </a:cxn>
                <a:cxn ang="0">
                  <a:pos x="8" y="82"/>
                </a:cxn>
                <a:cxn ang="0">
                  <a:pos x="8" y="82"/>
                </a:cxn>
                <a:cxn ang="0">
                  <a:pos x="10" y="104"/>
                </a:cxn>
                <a:cxn ang="0">
                  <a:pos x="8" y="120"/>
                </a:cxn>
                <a:cxn ang="0">
                  <a:pos x="8" y="128"/>
                </a:cxn>
                <a:cxn ang="0">
                  <a:pos x="6" y="132"/>
                </a:cxn>
                <a:cxn ang="0">
                  <a:pos x="6" y="132"/>
                </a:cxn>
                <a:cxn ang="0">
                  <a:pos x="0" y="14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0" b="0"/>
              <a:pathLst>
                <a:path w="46" h="140">
                  <a:moveTo>
                    <a:pt x="0" y="30"/>
                  </a:moveTo>
                  <a:lnTo>
                    <a:pt x="38" y="0"/>
                  </a:lnTo>
                  <a:lnTo>
                    <a:pt x="46" y="28"/>
                  </a:lnTo>
                  <a:lnTo>
                    <a:pt x="8" y="82"/>
                  </a:lnTo>
                  <a:lnTo>
                    <a:pt x="10" y="104"/>
                  </a:lnTo>
                  <a:lnTo>
                    <a:pt x="8" y="120"/>
                  </a:lnTo>
                  <a:lnTo>
                    <a:pt x="8" y="128"/>
                  </a:lnTo>
                  <a:lnTo>
                    <a:pt x="6" y="132"/>
                  </a:lnTo>
                  <a:lnTo>
                    <a:pt x="0" y="14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939598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6" name="Freeform 165"/>
            <p:cNvSpPr/>
            <p:nvPr/>
          </p:nvSpPr>
          <p:spPr>
            <a:xfrm>
              <a:off x="435" y="537"/>
              <a:ext cx="32" cy="5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32" y="2"/>
                </a:cxn>
                <a:cxn ang="0">
                  <a:pos x="32" y="2"/>
                </a:cxn>
                <a:cxn ang="0">
                  <a:pos x="32" y="24"/>
                </a:cxn>
                <a:cxn ang="0">
                  <a:pos x="30" y="40"/>
                </a:cxn>
                <a:cxn ang="0">
                  <a:pos x="30" y="52"/>
                </a:cxn>
                <a:cxn ang="0">
                  <a:pos x="30" y="52"/>
                </a:cxn>
                <a:cxn ang="0">
                  <a:pos x="26" y="56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0" y="56"/>
                </a:cxn>
                <a:cxn ang="0">
                  <a:pos x="4" y="52"/>
                </a:cxn>
                <a:cxn ang="0">
                  <a:pos x="8" y="42"/>
                </a:cxn>
                <a:cxn ang="0">
                  <a:pos x="10" y="30"/>
                </a:cxn>
                <a:cxn ang="0">
                  <a:pos x="10" y="30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0" b="0"/>
              <a:pathLst>
                <a:path w="32" h="58">
                  <a:moveTo>
                    <a:pt x="8" y="0"/>
                  </a:moveTo>
                  <a:lnTo>
                    <a:pt x="32" y="2"/>
                  </a:lnTo>
                  <a:lnTo>
                    <a:pt x="32" y="24"/>
                  </a:lnTo>
                  <a:lnTo>
                    <a:pt x="30" y="40"/>
                  </a:lnTo>
                  <a:lnTo>
                    <a:pt x="30" y="52"/>
                  </a:lnTo>
                  <a:lnTo>
                    <a:pt x="26" y="56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4" y="52"/>
                  </a:lnTo>
                  <a:lnTo>
                    <a:pt x="8" y="42"/>
                  </a:lnTo>
                  <a:lnTo>
                    <a:pt x="10" y="3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7" name="Freeform 166"/>
            <p:cNvSpPr/>
            <p:nvPr/>
          </p:nvSpPr>
          <p:spPr>
            <a:xfrm>
              <a:off x="477" y="451"/>
              <a:ext cx="28" cy="2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4"/>
                </a:cxn>
                <a:cxn ang="0">
                  <a:pos x="6" y="24"/>
                </a:cxn>
                <a:cxn ang="0">
                  <a:pos x="6" y="24"/>
                </a:cxn>
                <a:cxn ang="0">
                  <a:pos x="8" y="28"/>
                </a:cxn>
                <a:cxn ang="0">
                  <a:pos x="10" y="28"/>
                </a:cxn>
                <a:cxn ang="0">
                  <a:pos x="10" y="28"/>
                </a:cxn>
                <a:cxn ang="0">
                  <a:pos x="26" y="28"/>
                </a:cxn>
                <a:cxn ang="0">
                  <a:pos x="26" y="28"/>
                </a:cxn>
                <a:cxn ang="0">
                  <a:pos x="28" y="26"/>
                </a:cxn>
                <a:cxn ang="0">
                  <a:pos x="28" y="24"/>
                </a:cxn>
                <a:cxn ang="0">
                  <a:pos x="28" y="24"/>
                </a:cxn>
                <a:cxn ang="0">
                  <a:pos x="22" y="2"/>
                </a:cxn>
                <a:cxn ang="0">
                  <a:pos x="22" y="2"/>
                </a:cxn>
                <a:cxn ang="0">
                  <a:pos x="20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0" b="0"/>
              <a:pathLst>
                <a:path w="28" h="28">
                  <a:moveTo>
                    <a:pt x="0" y="4"/>
                  </a:moveTo>
                  <a:lnTo>
                    <a:pt x="0" y="4"/>
                  </a:lnTo>
                  <a:lnTo>
                    <a:pt x="6" y="24"/>
                  </a:lnTo>
                  <a:lnTo>
                    <a:pt x="8" y="28"/>
                  </a:lnTo>
                  <a:lnTo>
                    <a:pt x="10" y="28"/>
                  </a:lnTo>
                  <a:lnTo>
                    <a:pt x="26" y="28"/>
                  </a:lnTo>
                  <a:lnTo>
                    <a:pt x="28" y="26"/>
                  </a:lnTo>
                  <a:lnTo>
                    <a:pt x="28" y="24"/>
                  </a:lnTo>
                  <a:lnTo>
                    <a:pt x="22" y="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8" name="Freeform 167"/>
            <p:cNvSpPr/>
            <p:nvPr/>
          </p:nvSpPr>
          <p:spPr>
            <a:xfrm>
              <a:off x="481" y="431"/>
              <a:ext cx="241" cy="290"/>
            </a:xfrm>
            <a:custGeom>
              <a:avLst/>
              <a:gdLst/>
              <a:ahLst/>
              <a:cxnLst>
                <a:cxn ang="0">
                  <a:pos x="241" y="238"/>
                </a:cxn>
                <a:cxn ang="0">
                  <a:pos x="235" y="228"/>
                </a:cxn>
                <a:cxn ang="0">
                  <a:pos x="221" y="222"/>
                </a:cxn>
                <a:cxn ang="0">
                  <a:pos x="217" y="220"/>
                </a:cxn>
                <a:cxn ang="0">
                  <a:pos x="209" y="212"/>
                </a:cxn>
                <a:cxn ang="0">
                  <a:pos x="199" y="180"/>
                </a:cxn>
                <a:cxn ang="0">
                  <a:pos x="179" y="116"/>
                </a:cxn>
                <a:cxn ang="0">
                  <a:pos x="172" y="90"/>
                </a:cxn>
                <a:cxn ang="0">
                  <a:pos x="164" y="78"/>
                </a:cxn>
                <a:cxn ang="0">
                  <a:pos x="130" y="68"/>
                </a:cxn>
                <a:cxn ang="0">
                  <a:pos x="90" y="54"/>
                </a:cxn>
                <a:cxn ang="0">
                  <a:pos x="68" y="36"/>
                </a:cxn>
                <a:cxn ang="0">
                  <a:pos x="34" y="6"/>
                </a:cxn>
                <a:cxn ang="0">
                  <a:pos x="28" y="2"/>
                </a:cxn>
                <a:cxn ang="0">
                  <a:pos x="20" y="0"/>
                </a:cxn>
                <a:cxn ang="0">
                  <a:pos x="6" y="6"/>
                </a:cxn>
                <a:cxn ang="0">
                  <a:pos x="0" y="24"/>
                </a:cxn>
                <a:cxn ang="0">
                  <a:pos x="2" y="34"/>
                </a:cxn>
                <a:cxn ang="0">
                  <a:pos x="6" y="44"/>
                </a:cxn>
                <a:cxn ang="0">
                  <a:pos x="34" y="76"/>
                </a:cxn>
                <a:cxn ang="0">
                  <a:pos x="58" y="94"/>
                </a:cxn>
                <a:cxn ang="0">
                  <a:pos x="52" y="98"/>
                </a:cxn>
                <a:cxn ang="0">
                  <a:pos x="46" y="106"/>
                </a:cxn>
                <a:cxn ang="0">
                  <a:pos x="44" y="108"/>
                </a:cxn>
                <a:cxn ang="0">
                  <a:pos x="36" y="110"/>
                </a:cxn>
                <a:cxn ang="0">
                  <a:pos x="32" y="112"/>
                </a:cxn>
                <a:cxn ang="0">
                  <a:pos x="24" y="122"/>
                </a:cxn>
                <a:cxn ang="0">
                  <a:pos x="20" y="130"/>
                </a:cxn>
                <a:cxn ang="0">
                  <a:pos x="20" y="136"/>
                </a:cxn>
                <a:cxn ang="0">
                  <a:pos x="22" y="146"/>
                </a:cxn>
                <a:cxn ang="0">
                  <a:pos x="38" y="164"/>
                </a:cxn>
                <a:cxn ang="0">
                  <a:pos x="70" y="186"/>
                </a:cxn>
                <a:cxn ang="0">
                  <a:pos x="80" y="202"/>
                </a:cxn>
                <a:cxn ang="0">
                  <a:pos x="86" y="220"/>
                </a:cxn>
                <a:cxn ang="0">
                  <a:pos x="100" y="244"/>
                </a:cxn>
                <a:cxn ang="0">
                  <a:pos x="114" y="254"/>
                </a:cxn>
                <a:cxn ang="0">
                  <a:pos x="122" y="258"/>
                </a:cxn>
                <a:cxn ang="0">
                  <a:pos x="146" y="262"/>
                </a:cxn>
                <a:cxn ang="0">
                  <a:pos x="162" y="262"/>
                </a:cxn>
                <a:cxn ang="0">
                  <a:pos x="162" y="264"/>
                </a:cxn>
                <a:cxn ang="0">
                  <a:pos x="164" y="274"/>
                </a:cxn>
                <a:cxn ang="0">
                  <a:pos x="166" y="280"/>
                </a:cxn>
                <a:cxn ang="0">
                  <a:pos x="175" y="288"/>
                </a:cxn>
                <a:cxn ang="0">
                  <a:pos x="181" y="290"/>
                </a:cxn>
                <a:cxn ang="0">
                  <a:pos x="185" y="288"/>
                </a:cxn>
                <a:cxn ang="0">
                  <a:pos x="209" y="278"/>
                </a:cxn>
                <a:cxn ang="0">
                  <a:pos x="231" y="260"/>
                </a:cxn>
                <a:cxn ang="0">
                  <a:pos x="233" y="258"/>
                </a:cxn>
                <a:cxn ang="0">
                  <a:pos x="239" y="250"/>
                </a:cxn>
                <a:cxn ang="0">
                  <a:pos x="241" y="240"/>
                </a:cxn>
                <a:cxn ang="0">
                  <a:pos x="241" y="238"/>
                </a:cxn>
              </a:cxnLst>
              <a:rect l="0" t="0" r="0" b="0"/>
              <a:pathLst>
                <a:path w="241" h="290">
                  <a:moveTo>
                    <a:pt x="241" y="238"/>
                  </a:moveTo>
                  <a:lnTo>
                    <a:pt x="241" y="238"/>
                  </a:lnTo>
                  <a:lnTo>
                    <a:pt x="239" y="234"/>
                  </a:lnTo>
                  <a:lnTo>
                    <a:pt x="235" y="228"/>
                  </a:lnTo>
                  <a:lnTo>
                    <a:pt x="229" y="224"/>
                  </a:lnTo>
                  <a:lnTo>
                    <a:pt x="221" y="222"/>
                  </a:lnTo>
                  <a:lnTo>
                    <a:pt x="217" y="220"/>
                  </a:lnTo>
                  <a:lnTo>
                    <a:pt x="213" y="218"/>
                  </a:lnTo>
                  <a:lnTo>
                    <a:pt x="209" y="212"/>
                  </a:lnTo>
                  <a:lnTo>
                    <a:pt x="199" y="180"/>
                  </a:lnTo>
                  <a:lnTo>
                    <a:pt x="189" y="148"/>
                  </a:lnTo>
                  <a:lnTo>
                    <a:pt x="179" y="116"/>
                  </a:lnTo>
                  <a:lnTo>
                    <a:pt x="172" y="90"/>
                  </a:lnTo>
                  <a:lnTo>
                    <a:pt x="168" y="82"/>
                  </a:lnTo>
                  <a:lnTo>
                    <a:pt x="164" y="78"/>
                  </a:lnTo>
                  <a:lnTo>
                    <a:pt x="130" y="68"/>
                  </a:lnTo>
                  <a:lnTo>
                    <a:pt x="110" y="62"/>
                  </a:lnTo>
                  <a:lnTo>
                    <a:pt x="90" y="54"/>
                  </a:lnTo>
                  <a:lnTo>
                    <a:pt x="68" y="36"/>
                  </a:lnTo>
                  <a:lnTo>
                    <a:pt x="50" y="22"/>
                  </a:lnTo>
                  <a:lnTo>
                    <a:pt x="34" y="6"/>
                  </a:lnTo>
                  <a:lnTo>
                    <a:pt x="28" y="2"/>
                  </a:lnTo>
                  <a:lnTo>
                    <a:pt x="20" y="0"/>
                  </a:lnTo>
                  <a:lnTo>
                    <a:pt x="12" y="2"/>
                  </a:lnTo>
                  <a:lnTo>
                    <a:pt x="6" y="6"/>
                  </a:lnTo>
                  <a:lnTo>
                    <a:pt x="2" y="14"/>
                  </a:lnTo>
                  <a:lnTo>
                    <a:pt x="0" y="24"/>
                  </a:lnTo>
                  <a:lnTo>
                    <a:pt x="2" y="34"/>
                  </a:lnTo>
                  <a:lnTo>
                    <a:pt x="6" y="44"/>
                  </a:lnTo>
                  <a:lnTo>
                    <a:pt x="20" y="60"/>
                  </a:lnTo>
                  <a:lnTo>
                    <a:pt x="34" y="76"/>
                  </a:lnTo>
                  <a:lnTo>
                    <a:pt x="48" y="86"/>
                  </a:lnTo>
                  <a:lnTo>
                    <a:pt x="58" y="94"/>
                  </a:lnTo>
                  <a:lnTo>
                    <a:pt x="52" y="98"/>
                  </a:lnTo>
                  <a:lnTo>
                    <a:pt x="48" y="100"/>
                  </a:lnTo>
                  <a:lnTo>
                    <a:pt x="46" y="106"/>
                  </a:lnTo>
                  <a:lnTo>
                    <a:pt x="44" y="108"/>
                  </a:lnTo>
                  <a:lnTo>
                    <a:pt x="42" y="108"/>
                  </a:lnTo>
                  <a:lnTo>
                    <a:pt x="36" y="110"/>
                  </a:lnTo>
                  <a:lnTo>
                    <a:pt x="32" y="112"/>
                  </a:lnTo>
                  <a:lnTo>
                    <a:pt x="28" y="116"/>
                  </a:lnTo>
                  <a:lnTo>
                    <a:pt x="24" y="122"/>
                  </a:lnTo>
                  <a:lnTo>
                    <a:pt x="20" y="130"/>
                  </a:lnTo>
                  <a:lnTo>
                    <a:pt x="20" y="136"/>
                  </a:lnTo>
                  <a:lnTo>
                    <a:pt x="20" y="140"/>
                  </a:lnTo>
                  <a:lnTo>
                    <a:pt x="22" y="146"/>
                  </a:lnTo>
                  <a:lnTo>
                    <a:pt x="30" y="154"/>
                  </a:lnTo>
                  <a:lnTo>
                    <a:pt x="38" y="164"/>
                  </a:lnTo>
                  <a:lnTo>
                    <a:pt x="50" y="172"/>
                  </a:lnTo>
                  <a:lnTo>
                    <a:pt x="70" y="186"/>
                  </a:lnTo>
                  <a:lnTo>
                    <a:pt x="78" y="194"/>
                  </a:lnTo>
                  <a:lnTo>
                    <a:pt x="80" y="202"/>
                  </a:lnTo>
                  <a:lnTo>
                    <a:pt x="86" y="220"/>
                  </a:lnTo>
                  <a:lnTo>
                    <a:pt x="94" y="236"/>
                  </a:lnTo>
                  <a:lnTo>
                    <a:pt x="100" y="244"/>
                  </a:lnTo>
                  <a:lnTo>
                    <a:pt x="108" y="250"/>
                  </a:lnTo>
                  <a:lnTo>
                    <a:pt x="114" y="254"/>
                  </a:lnTo>
                  <a:lnTo>
                    <a:pt x="122" y="258"/>
                  </a:lnTo>
                  <a:lnTo>
                    <a:pt x="134" y="262"/>
                  </a:lnTo>
                  <a:lnTo>
                    <a:pt x="146" y="262"/>
                  </a:lnTo>
                  <a:lnTo>
                    <a:pt x="162" y="262"/>
                  </a:lnTo>
                  <a:lnTo>
                    <a:pt x="162" y="264"/>
                  </a:lnTo>
                  <a:lnTo>
                    <a:pt x="164" y="274"/>
                  </a:lnTo>
                  <a:lnTo>
                    <a:pt x="166" y="280"/>
                  </a:lnTo>
                  <a:lnTo>
                    <a:pt x="170" y="284"/>
                  </a:lnTo>
                  <a:lnTo>
                    <a:pt x="175" y="288"/>
                  </a:lnTo>
                  <a:lnTo>
                    <a:pt x="181" y="290"/>
                  </a:lnTo>
                  <a:lnTo>
                    <a:pt x="185" y="288"/>
                  </a:lnTo>
                  <a:lnTo>
                    <a:pt x="197" y="284"/>
                  </a:lnTo>
                  <a:lnTo>
                    <a:pt x="209" y="278"/>
                  </a:lnTo>
                  <a:lnTo>
                    <a:pt x="221" y="270"/>
                  </a:lnTo>
                  <a:lnTo>
                    <a:pt x="231" y="260"/>
                  </a:lnTo>
                  <a:lnTo>
                    <a:pt x="233" y="258"/>
                  </a:lnTo>
                  <a:lnTo>
                    <a:pt x="239" y="250"/>
                  </a:lnTo>
                  <a:lnTo>
                    <a:pt x="241" y="240"/>
                  </a:lnTo>
                  <a:lnTo>
                    <a:pt x="241" y="2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9" name="Freeform 168"/>
            <p:cNvSpPr/>
            <p:nvPr/>
          </p:nvSpPr>
          <p:spPr>
            <a:xfrm>
              <a:off x="489" y="439"/>
              <a:ext cx="225" cy="274"/>
            </a:xfrm>
            <a:custGeom>
              <a:avLst/>
              <a:gdLst/>
              <a:ahLst/>
              <a:cxnLst>
                <a:cxn ang="0">
                  <a:pos x="110" y="146"/>
                </a:cxn>
                <a:cxn ang="0">
                  <a:pos x="92" y="144"/>
                </a:cxn>
                <a:cxn ang="0">
                  <a:pos x="82" y="140"/>
                </a:cxn>
                <a:cxn ang="0">
                  <a:pos x="58" y="120"/>
                </a:cxn>
                <a:cxn ang="0">
                  <a:pos x="38" y="108"/>
                </a:cxn>
                <a:cxn ang="0">
                  <a:pos x="34" y="108"/>
                </a:cxn>
                <a:cxn ang="0">
                  <a:pos x="22" y="118"/>
                </a:cxn>
                <a:cxn ang="0">
                  <a:pos x="20" y="132"/>
                </a:cxn>
                <a:cxn ang="0">
                  <a:pos x="24" y="138"/>
                </a:cxn>
                <a:cxn ang="0">
                  <a:pos x="48" y="156"/>
                </a:cxn>
                <a:cxn ang="0">
                  <a:pos x="76" y="178"/>
                </a:cxn>
                <a:cxn ang="0">
                  <a:pos x="80" y="186"/>
                </a:cxn>
                <a:cxn ang="0">
                  <a:pos x="90" y="218"/>
                </a:cxn>
                <a:cxn ang="0">
                  <a:pos x="98" y="232"/>
                </a:cxn>
                <a:cxn ang="0">
                  <a:pos x="114" y="242"/>
                </a:cxn>
                <a:cxn ang="0">
                  <a:pos x="124" y="246"/>
                </a:cxn>
                <a:cxn ang="0">
                  <a:pos x="154" y="246"/>
                </a:cxn>
                <a:cxn ang="0">
                  <a:pos x="169" y="240"/>
                </a:cxn>
                <a:cxn ang="0">
                  <a:pos x="177" y="234"/>
                </a:cxn>
                <a:cxn ang="0">
                  <a:pos x="185" y="230"/>
                </a:cxn>
                <a:cxn ang="0">
                  <a:pos x="183" y="230"/>
                </a:cxn>
                <a:cxn ang="0">
                  <a:pos x="166" y="248"/>
                </a:cxn>
                <a:cxn ang="0">
                  <a:pos x="162" y="258"/>
                </a:cxn>
                <a:cxn ang="0">
                  <a:pos x="162" y="264"/>
                </a:cxn>
                <a:cxn ang="0">
                  <a:pos x="167" y="272"/>
                </a:cxn>
                <a:cxn ang="0">
                  <a:pos x="177" y="274"/>
                </a:cxn>
                <a:cxn ang="0">
                  <a:pos x="193" y="270"/>
                </a:cxn>
                <a:cxn ang="0">
                  <a:pos x="203" y="264"/>
                </a:cxn>
                <a:cxn ang="0">
                  <a:pos x="217" y="250"/>
                </a:cxn>
                <a:cxn ang="0">
                  <a:pos x="225" y="236"/>
                </a:cxn>
                <a:cxn ang="0">
                  <a:pos x="223" y="226"/>
                </a:cxn>
                <a:cxn ang="0">
                  <a:pos x="213" y="220"/>
                </a:cxn>
                <a:cxn ang="0">
                  <a:pos x="201" y="220"/>
                </a:cxn>
                <a:cxn ang="0">
                  <a:pos x="201" y="220"/>
                </a:cxn>
                <a:cxn ang="0">
                  <a:pos x="191" y="194"/>
                </a:cxn>
                <a:cxn ang="0">
                  <a:pos x="175" y="140"/>
                </a:cxn>
                <a:cxn ang="0">
                  <a:pos x="154" y="82"/>
                </a:cxn>
                <a:cxn ang="0">
                  <a:pos x="150" y="78"/>
                </a:cxn>
                <a:cxn ang="0">
                  <a:pos x="114" y="68"/>
                </a:cxn>
                <a:cxn ang="0">
                  <a:pos x="96" y="60"/>
                </a:cxn>
                <a:cxn ang="0">
                  <a:pos x="64" y="42"/>
                </a:cxn>
                <a:cxn ang="0">
                  <a:pos x="48" y="28"/>
                </a:cxn>
                <a:cxn ang="0">
                  <a:pos x="22" y="4"/>
                </a:cxn>
                <a:cxn ang="0">
                  <a:pos x="14" y="0"/>
                </a:cxn>
                <a:cxn ang="0">
                  <a:pos x="6" y="4"/>
                </a:cxn>
                <a:cxn ang="0">
                  <a:pos x="2" y="8"/>
                </a:cxn>
                <a:cxn ang="0">
                  <a:pos x="0" y="18"/>
                </a:cxn>
                <a:cxn ang="0">
                  <a:pos x="8" y="36"/>
                </a:cxn>
                <a:cxn ang="0">
                  <a:pos x="22" y="52"/>
                </a:cxn>
                <a:cxn ang="0">
                  <a:pos x="56" y="82"/>
                </a:cxn>
                <a:cxn ang="0">
                  <a:pos x="92" y="106"/>
                </a:cxn>
                <a:cxn ang="0">
                  <a:pos x="114" y="118"/>
                </a:cxn>
                <a:cxn ang="0">
                  <a:pos x="108" y="122"/>
                </a:cxn>
                <a:cxn ang="0">
                  <a:pos x="104" y="132"/>
                </a:cxn>
                <a:cxn ang="0">
                  <a:pos x="106" y="138"/>
                </a:cxn>
                <a:cxn ang="0">
                  <a:pos x="116" y="148"/>
                </a:cxn>
                <a:cxn ang="0">
                  <a:pos x="110" y="146"/>
                </a:cxn>
              </a:cxnLst>
              <a:rect l="0" t="0" r="0" b="0"/>
              <a:pathLst>
                <a:path w="225" h="274">
                  <a:moveTo>
                    <a:pt x="110" y="146"/>
                  </a:moveTo>
                  <a:lnTo>
                    <a:pt x="110" y="146"/>
                  </a:lnTo>
                  <a:lnTo>
                    <a:pt x="100" y="146"/>
                  </a:lnTo>
                  <a:lnTo>
                    <a:pt x="92" y="144"/>
                  </a:lnTo>
                  <a:lnTo>
                    <a:pt x="82" y="140"/>
                  </a:lnTo>
                  <a:lnTo>
                    <a:pt x="72" y="132"/>
                  </a:lnTo>
                  <a:lnTo>
                    <a:pt x="58" y="120"/>
                  </a:lnTo>
                  <a:lnTo>
                    <a:pt x="44" y="112"/>
                  </a:lnTo>
                  <a:lnTo>
                    <a:pt x="38" y="108"/>
                  </a:lnTo>
                  <a:lnTo>
                    <a:pt x="34" y="108"/>
                  </a:lnTo>
                  <a:lnTo>
                    <a:pt x="28" y="112"/>
                  </a:lnTo>
                  <a:lnTo>
                    <a:pt x="22" y="118"/>
                  </a:lnTo>
                  <a:lnTo>
                    <a:pt x="20" y="124"/>
                  </a:lnTo>
                  <a:lnTo>
                    <a:pt x="20" y="132"/>
                  </a:lnTo>
                  <a:lnTo>
                    <a:pt x="24" y="138"/>
                  </a:lnTo>
                  <a:lnTo>
                    <a:pt x="30" y="144"/>
                  </a:lnTo>
                  <a:lnTo>
                    <a:pt x="48" y="156"/>
                  </a:lnTo>
                  <a:lnTo>
                    <a:pt x="68" y="172"/>
                  </a:lnTo>
                  <a:lnTo>
                    <a:pt x="76" y="178"/>
                  </a:lnTo>
                  <a:lnTo>
                    <a:pt x="80" y="186"/>
                  </a:lnTo>
                  <a:lnTo>
                    <a:pt x="84" y="202"/>
                  </a:lnTo>
                  <a:lnTo>
                    <a:pt x="90" y="218"/>
                  </a:lnTo>
                  <a:lnTo>
                    <a:pt x="94" y="224"/>
                  </a:lnTo>
                  <a:lnTo>
                    <a:pt x="98" y="232"/>
                  </a:lnTo>
                  <a:lnTo>
                    <a:pt x="106" y="238"/>
                  </a:lnTo>
                  <a:lnTo>
                    <a:pt x="114" y="242"/>
                  </a:lnTo>
                  <a:lnTo>
                    <a:pt x="124" y="246"/>
                  </a:lnTo>
                  <a:lnTo>
                    <a:pt x="138" y="248"/>
                  </a:lnTo>
                  <a:lnTo>
                    <a:pt x="154" y="246"/>
                  </a:lnTo>
                  <a:lnTo>
                    <a:pt x="162" y="244"/>
                  </a:lnTo>
                  <a:lnTo>
                    <a:pt x="169" y="240"/>
                  </a:lnTo>
                  <a:lnTo>
                    <a:pt x="177" y="234"/>
                  </a:lnTo>
                  <a:lnTo>
                    <a:pt x="185" y="230"/>
                  </a:lnTo>
                  <a:lnTo>
                    <a:pt x="183" y="230"/>
                  </a:lnTo>
                  <a:lnTo>
                    <a:pt x="175" y="238"/>
                  </a:lnTo>
                  <a:lnTo>
                    <a:pt x="166" y="248"/>
                  </a:lnTo>
                  <a:lnTo>
                    <a:pt x="162" y="254"/>
                  </a:lnTo>
                  <a:lnTo>
                    <a:pt x="162" y="258"/>
                  </a:lnTo>
                  <a:lnTo>
                    <a:pt x="162" y="264"/>
                  </a:lnTo>
                  <a:lnTo>
                    <a:pt x="164" y="268"/>
                  </a:lnTo>
                  <a:lnTo>
                    <a:pt x="167" y="272"/>
                  </a:lnTo>
                  <a:lnTo>
                    <a:pt x="171" y="274"/>
                  </a:lnTo>
                  <a:lnTo>
                    <a:pt x="177" y="274"/>
                  </a:lnTo>
                  <a:lnTo>
                    <a:pt x="185" y="272"/>
                  </a:lnTo>
                  <a:lnTo>
                    <a:pt x="193" y="270"/>
                  </a:lnTo>
                  <a:lnTo>
                    <a:pt x="203" y="264"/>
                  </a:lnTo>
                  <a:lnTo>
                    <a:pt x="211" y="258"/>
                  </a:lnTo>
                  <a:lnTo>
                    <a:pt x="217" y="250"/>
                  </a:lnTo>
                  <a:lnTo>
                    <a:pt x="223" y="244"/>
                  </a:lnTo>
                  <a:lnTo>
                    <a:pt x="225" y="236"/>
                  </a:lnTo>
                  <a:lnTo>
                    <a:pt x="225" y="230"/>
                  </a:lnTo>
                  <a:lnTo>
                    <a:pt x="223" y="226"/>
                  </a:lnTo>
                  <a:lnTo>
                    <a:pt x="219" y="222"/>
                  </a:lnTo>
                  <a:lnTo>
                    <a:pt x="213" y="220"/>
                  </a:lnTo>
                  <a:lnTo>
                    <a:pt x="201" y="220"/>
                  </a:lnTo>
                  <a:lnTo>
                    <a:pt x="199" y="220"/>
                  </a:lnTo>
                  <a:lnTo>
                    <a:pt x="201" y="220"/>
                  </a:lnTo>
                  <a:lnTo>
                    <a:pt x="191" y="194"/>
                  </a:lnTo>
                  <a:lnTo>
                    <a:pt x="175" y="140"/>
                  </a:lnTo>
                  <a:lnTo>
                    <a:pt x="162" y="100"/>
                  </a:lnTo>
                  <a:lnTo>
                    <a:pt x="154" y="82"/>
                  </a:lnTo>
                  <a:lnTo>
                    <a:pt x="150" y="78"/>
                  </a:lnTo>
                  <a:lnTo>
                    <a:pt x="144" y="76"/>
                  </a:lnTo>
                  <a:lnTo>
                    <a:pt x="114" y="68"/>
                  </a:lnTo>
                  <a:lnTo>
                    <a:pt x="96" y="60"/>
                  </a:lnTo>
                  <a:lnTo>
                    <a:pt x="78" y="52"/>
                  </a:lnTo>
                  <a:lnTo>
                    <a:pt x="64" y="42"/>
                  </a:lnTo>
                  <a:lnTo>
                    <a:pt x="48" y="28"/>
                  </a:lnTo>
                  <a:lnTo>
                    <a:pt x="34" y="16"/>
                  </a:lnTo>
                  <a:lnTo>
                    <a:pt x="22" y="4"/>
                  </a:lnTo>
                  <a:lnTo>
                    <a:pt x="18" y="2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4"/>
                  </a:lnTo>
                  <a:lnTo>
                    <a:pt x="2" y="8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2" y="24"/>
                  </a:lnTo>
                  <a:lnTo>
                    <a:pt x="8" y="36"/>
                  </a:lnTo>
                  <a:lnTo>
                    <a:pt x="22" y="52"/>
                  </a:lnTo>
                  <a:lnTo>
                    <a:pt x="36" y="66"/>
                  </a:lnTo>
                  <a:lnTo>
                    <a:pt x="56" y="82"/>
                  </a:lnTo>
                  <a:lnTo>
                    <a:pt x="76" y="96"/>
                  </a:lnTo>
                  <a:lnTo>
                    <a:pt x="92" y="106"/>
                  </a:lnTo>
                  <a:lnTo>
                    <a:pt x="114" y="118"/>
                  </a:lnTo>
                  <a:lnTo>
                    <a:pt x="108" y="122"/>
                  </a:lnTo>
                  <a:lnTo>
                    <a:pt x="106" y="126"/>
                  </a:lnTo>
                  <a:lnTo>
                    <a:pt x="104" y="132"/>
                  </a:lnTo>
                  <a:lnTo>
                    <a:pt x="106" y="138"/>
                  </a:lnTo>
                  <a:lnTo>
                    <a:pt x="110" y="142"/>
                  </a:lnTo>
                  <a:lnTo>
                    <a:pt x="116" y="148"/>
                  </a:lnTo>
                  <a:lnTo>
                    <a:pt x="110" y="14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0" name="Freeform 169"/>
            <p:cNvSpPr/>
            <p:nvPr/>
          </p:nvSpPr>
          <p:spPr>
            <a:xfrm>
              <a:off x="535" y="531"/>
              <a:ext cx="58" cy="4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4" y="0"/>
                </a:cxn>
                <a:cxn ang="0">
                  <a:pos x="10" y="2"/>
                </a:cxn>
                <a:cxn ang="0">
                  <a:pos x="4" y="4"/>
                </a:cxn>
                <a:cxn ang="0">
                  <a:pos x="2" y="6"/>
                </a:cxn>
                <a:cxn ang="0">
                  <a:pos x="2" y="6"/>
                </a:cxn>
                <a:cxn ang="0">
                  <a:pos x="0" y="10"/>
                </a:cxn>
                <a:cxn ang="0">
                  <a:pos x="2" y="14"/>
                </a:cxn>
                <a:cxn ang="0">
                  <a:pos x="4" y="18"/>
                </a:cxn>
                <a:cxn ang="0">
                  <a:pos x="20" y="30"/>
                </a:cxn>
                <a:cxn ang="0">
                  <a:pos x="20" y="30"/>
                </a:cxn>
                <a:cxn ang="0">
                  <a:pos x="20" y="28"/>
                </a:cxn>
                <a:cxn ang="0">
                  <a:pos x="20" y="24"/>
                </a:cxn>
                <a:cxn ang="0">
                  <a:pos x="22" y="20"/>
                </a:cxn>
                <a:cxn ang="0">
                  <a:pos x="24" y="18"/>
                </a:cxn>
                <a:cxn ang="0">
                  <a:pos x="28" y="18"/>
                </a:cxn>
                <a:cxn ang="0">
                  <a:pos x="28" y="18"/>
                </a:cxn>
                <a:cxn ang="0">
                  <a:pos x="34" y="20"/>
                </a:cxn>
                <a:cxn ang="0">
                  <a:pos x="38" y="22"/>
                </a:cxn>
                <a:cxn ang="0">
                  <a:pos x="46" y="32"/>
                </a:cxn>
                <a:cxn ang="0">
                  <a:pos x="52" y="46"/>
                </a:cxn>
                <a:cxn ang="0">
                  <a:pos x="52" y="46"/>
                </a:cxn>
                <a:cxn ang="0">
                  <a:pos x="54" y="36"/>
                </a:cxn>
                <a:cxn ang="0">
                  <a:pos x="58" y="26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0" b="0"/>
              <a:pathLst>
                <a:path w="58" h="46">
                  <a:moveTo>
                    <a:pt x="14" y="0"/>
                  </a:moveTo>
                  <a:lnTo>
                    <a:pt x="14" y="0"/>
                  </a:lnTo>
                  <a:lnTo>
                    <a:pt x="10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10"/>
                  </a:lnTo>
                  <a:lnTo>
                    <a:pt x="2" y="14"/>
                  </a:lnTo>
                  <a:lnTo>
                    <a:pt x="4" y="18"/>
                  </a:lnTo>
                  <a:lnTo>
                    <a:pt x="20" y="30"/>
                  </a:lnTo>
                  <a:lnTo>
                    <a:pt x="20" y="28"/>
                  </a:lnTo>
                  <a:lnTo>
                    <a:pt x="20" y="24"/>
                  </a:lnTo>
                  <a:lnTo>
                    <a:pt x="22" y="20"/>
                  </a:lnTo>
                  <a:lnTo>
                    <a:pt x="24" y="18"/>
                  </a:lnTo>
                  <a:lnTo>
                    <a:pt x="28" y="18"/>
                  </a:lnTo>
                  <a:lnTo>
                    <a:pt x="34" y="20"/>
                  </a:lnTo>
                  <a:lnTo>
                    <a:pt x="38" y="22"/>
                  </a:lnTo>
                  <a:lnTo>
                    <a:pt x="46" y="32"/>
                  </a:lnTo>
                  <a:lnTo>
                    <a:pt x="52" y="46"/>
                  </a:lnTo>
                  <a:lnTo>
                    <a:pt x="54" y="36"/>
                  </a:lnTo>
                  <a:lnTo>
                    <a:pt x="58" y="26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1" name="Freeform 170"/>
            <p:cNvSpPr/>
            <p:nvPr/>
          </p:nvSpPr>
          <p:spPr>
            <a:xfrm>
              <a:off x="778" y="225"/>
              <a:ext cx="755" cy="744"/>
            </a:xfrm>
            <a:custGeom>
              <a:avLst/>
              <a:gdLst/>
              <a:ahLst/>
              <a:cxnLst>
                <a:cxn ang="0">
                  <a:pos x="464" y="10"/>
                </a:cxn>
                <a:cxn ang="0">
                  <a:pos x="388" y="0"/>
                </a:cxn>
                <a:cxn ang="0">
                  <a:pos x="314" y="4"/>
                </a:cxn>
                <a:cxn ang="0">
                  <a:pos x="244" y="24"/>
                </a:cxn>
                <a:cxn ang="0">
                  <a:pos x="180" y="54"/>
                </a:cxn>
                <a:cxn ang="0">
                  <a:pos x="122" y="98"/>
                </a:cxn>
                <a:cxn ang="0">
                  <a:pos x="72" y="150"/>
                </a:cxn>
                <a:cxn ang="0">
                  <a:pos x="36" y="214"/>
                </a:cxn>
                <a:cxn ang="0">
                  <a:pos x="10" y="284"/>
                </a:cxn>
                <a:cxn ang="0">
                  <a:pos x="4" y="322"/>
                </a:cxn>
                <a:cxn ang="0">
                  <a:pos x="0" y="396"/>
                </a:cxn>
                <a:cxn ang="0">
                  <a:pos x="14" y="468"/>
                </a:cxn>
                <a:cxn ang="0">
                  <a:pos x="40" y="534"/>
                </a:cxn>
                <a:cxn ang="0">
                  <a:pos x="78" y="596"/>
                </a:cxn>
                <a:cxn ang="0">
                  <a:pos x="126" y="648"/>
                </a:cxn>
                <a:cxn ang="0">
                  <a:pos x="186" y="692"/>
                </a:cxn>
                <a:cxn ang="0">
                  <a:pos x="254" y="724"/>
                </a:cxn>
                <a:cxn ang="0">
                  <a:pos x="290" y="734"/>
                </a:cxn>
                <a:cxn ang="0">
                  <a:pos x="366" y="744"/>
                </a:cxn>
                <a:cxn ang="0">
                  <a:pos x="440" y="740"/>
                </a:cxn>
                <a:cxn ang="0">
                  <a:pos x="510" y="722"/>
                </a:cxn>
                <a:cxn ang="0">
                  <a:pos x="575" y="690"/>
                </a:cxn>
                <a:cxn ang="0">
                  <a:pos x="633" y="648"/>
                </a:cxn>
                <a:cxn ang="0">
                  <a:pos x="681" y="594"/>
                </a:cxn>
                <a:cxn ang="0">
                  <a:pos x="719" y="532"/>
                </a:cxn>
                <a:cxn ang="0">
                  <a:pos x="745" y="460"/>
                </a:cxn>
                <a:cxn ang="0">
                  <a:pos x="751" y="422"/>
                </a:cxn>
                <a:cxn ang="0">
                  <a:pos x="753" y="348"/>
                </a:cxn>
                <a:cxn ang="0">
                  <a:pos x="741" y="278"/>
                </a:cxn>
                <a:cxn ang="0">
                  <a:pos x="715" y="210"/>
                </a:cxn>
                <a:cxn ang="0">
                  <a:pos x="677" y="150"/>
                </a:cxn>
                <a:cxn ang="0">
                  <a:pos x="627" y="96"/>
                </a:cxn>
                <a:cxn ang="0">
                  <a:pos x="570" y="52"/>
                </a:cxn>
                <a:cxn ang="0">
                  <a:pos x="502" y="22"/>
                </a:cxn>
                <a:cxn ang="0">
                  <a:pos x="464" y="10"/>
                </a:cxn>
              </a:cxnLst>
              <a:rect l="0" t="0" r="0" b="0"/>
              <a:pathLst>
                <a:path w="755" h="744">
                  <a:moveTo>
                    <a:pt x="464" y="10"/>
                  </a:moveTo>
                  <a:lnTo>
                    <a:pt x="464" y="10"/>
                  </a:lnTo>
                  <a:lnTo>
                    <a:pt x="426" y="4"/>
                  </a:lnTo>
                  <a:lnTo>
                    <a:pt x="388" y="0"/>
                  </a:lnTo>
                  <a:lnTo>
                    <a:pt x="352" y="0"/>
                  </a:lnTo>
                  <a:lnTo>
                    <a:pt x="314" y="4"/>
                  </a:lnTo>
                  <a:lnTo>
                    <a:pt x="278" y="12"/>
                  </a:lnTo>
                  <a:lnTo>
                    <a:pt x="244" y="24"/>
                  </a:lnTo>
                  <a:lnTo>
                    <a:pt x="210" y="38"/>
                  </a:lnTo>
                  <a:lnTo>
                    <a:pt x="180" y="54"/>
                  </a:lnTo>
                  <a:lnTo>
                    <a:pt x="150" y="74"/>
                  </a:lnTo>
                  <a:lnTo>
                    <a:pt x="122" y="98"/>
                  </a:lnTo>
                  <a:lnTo>
                    <a:pt x="96" y="122"/>
                  </a:lnTo>
                  <a:lnTo>
                    <a:pt x="72" y="150"/>
                  </a:lnTo>
                  <a:lnTo>
                    <a:pt x="52" y="180"/>
                  </a:lnTo>
                  <a:lnTo>
                    <a:pt x="36" y="214"/>
                  </a:lnTo>
                  <a:lnTo>
                    <a:pt x="20" y="248"/>
                  </a:lnTo>
                  <a:lnTo>
                    <a:pt x="10" y="284"/>
                  </a:lnTo>
                  <a:lnTo>
                    <a:pt x="4" y="322"/>
                  </a:lnTo>
                  <a:lnTo>
                    <a:pt x="0" y="358"/>
                  </a:lnTo>
                  <a:lnTo>
                    <a:pt x="0" y="396"/>
                  </a:lnTo>
                  <a:lnTo>
                    <a:pt x="6" y="432"/>
                  </a:lnTo>
                  <a:lnTo>
                    <a:pt x="14" y="468"/>
                  </a:lnTo>
                  <a:lnTo>
                    <a:pt x="24" y="502"/>
                  </a:lnTo>
                  <a:lnTo>
                    <a:pt x="40" y="534"/>
                  </a:lnTo>
                  <a:lnTo>
                    <a:pt x="56" y="566"/>
                  </a:lnTo>
                  <a:lnTo>
                    <a:pt x="78" y="596"/>
                  </a:lnTo>
                  <a:lnTo>
                    <a:pt x="100" y="624"/>
                  </a:lnTo>
                  <a:lnTo>
                    <a:pt x="126" y="648"/>
                  </a:lnTo>
                  <a:lnTo>
                    <a:pt x="154" y="672"/>
                  </a:lnTo>
                  <a:lnTo>
                    <a:pt x="186" y="692"/>
                  </a:lnTo>
                  <a:lnTo>
                    <a:pt x="218" y="710"/>
                  </a:lnTo>
                  <a:lnTo>
                    <a:pt x="254" y="724"/>
                  </a:lnTo>
                  <a:lnTo>
                    <a:pt x="290" y="734"/>
                  </a:lnTo>
                  <a:lnTo>
                    <a:pt x="328" y="742"/>
                  </a:lnTo>
                  <a:lnTo>
                    <a:pt x="366" y="744"/>
                  </a:lnTo>
                  <a:lnTo>
                    <a:pt x="404" y="744"/>
                  </a:lnTo>
                  <a:lnTo>
                    <a:pt x="440" y="740"/>
                  </a:lnTo>
                  <a:lnTo>
                    <a:pt x="476" y="732"/>
                  </a:lnTo>
                  <a:lnTo>
                    <a:pt x="510" y="722"/>
                  </a:lnTo>
                  <a:lnTo>
                    <a:pt x="544" y="708"/>
                  </a:lnTo>
                  <a:lnTo>
                    <a:pt x="575" y="690"/>
                  </a:lnTo>
                  <a:lnTo>
                    <a:pt x="605" y="670"/>
                  </a:lnTo>
                  <a:lnTo>
                    <a:pt x="633" y="648"/>
                  </a:lnTo>
                  <a:lnTo>
                    <a:pt x="659" y="622"/>
                  </a:lnTo>
                  <a:lnTo>
                    <a:pt x="681" y="594"/>
                  </a:lnTo>
                  <a:lnTo>
                    <a:pt x="701" y="564"/>
                  </a:lnTo>
                  <a:lnTo>
                    <a:pt x="719" y="532"/>
                  </a:lnTo>
                  <a:lnTo>
                    <a:pt x="733" y="496"/>
                  </a:lnTo>
                  <a:lnTo>
                    <a:pt x="745" y="460"/>
                  </a:lnTo>
                  <a:lnTo>
                    <a:pt x="751" y="422"/>
                  </a:lnTo>
                  <a:lnTo>
                    <a:pt x="755" y="386"/>
                  </a:lnTo>
                  <a:lnTo>
                    <a:pt x="753" y="348"/>
                  </a:lnTo>
                  <a:lnTo>
                    <a:pt x="749" y="312"/>
                  </a:lnTo>
                  <a:lnTo>
                    <a:pt x="741" y="278"/>
                  </a:lnTo>
                  <a:lnTo>
                    <a:pt x="729" y="244"/>
                  </a:lnTo>
                  <a:lnTo>
                    <a:pt x="715" y="210"/>
                  </a:lnTo>
                  <a:lnTo>
                    <a:pt x="697" y="178"/>
                  </a:lnTo>
                  <a:lnTo>
                    <a:pt x="677" y="150"/>
                  </a:lnTo>
                  <a:lnTo>
                    <a:pt x="653" y="122"/>
                  </a:lnTo>
                  <a:lnTo>
                    <a:pt x="627" y="96"/>
                  </a:lnTo>
                  <a:lnTo>
                    <a:pt x="599" y="74"/>
                  </a:lnTo>
                  <a:lnTo>
                    <a:pt x="570" y="52"/>
                  </a:lnTo>
                  <a:lnTo>
                    <a:pt x="536" y="36"/>
                  </a:lnTo>
                  <a:lnTo>
                    <a:pt x="502" y="22"/>
                  </a:lnTo>
                  <a:lnTo>
                    <a:pt x="464" y="10"/>
                  </a:lnTo>
                  <a:close/>
                </a:path>
              </a:pathLst>
            </a:custGeom>
            <a:solidFill>
              <a:srgbClr val="129F4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2" name="Freeform 171"/>
            <p:cNvSpPr/>
            <p:nvPr/>
          </p:nvSpPr>
          <p:spPr>
            <a:xfrm>
              <a:off x="796" y="233"/>
              <a:ext cx="715" cy="714"/>
            </a:xfrm>
            <a:custGeom>
              <a:avLst/>
              <a:gdLst/>
              <a:ahLst/>
              <a:cxnLst>
                <a:cxn ang="0">
                  <a:pos x="442" y="8"/>
                </a:cxn>
                <a:cxn ang="0">
                  <a:pos x="370" y="0"/>
                </a:cxn>
                <a:cxn ang="0">
                  <a:pos x="300" y="4"/>
                </a:cxn>
                <a:cxn ang="0">
                  <a:pos x="232" y="22"/>
                </a:cxn>
                <a:cxn ang="0">
                  <a:pos x="170" y="52"/>
                </a:cxn>
                <a:cxn ang="0">
                  <a:pos x="116" y="94"/>
                </a:cxn>
                <a:cxn ang="0">
                  <a:pos x="70" y="144"/>
                </a:cxn>
                <a:cxn ang="0">
                  <a:pos x="34" y="204"/>
                </a:cxn>
                <a:cxn ang="0">
                  <a:pos x="10" y="274"/>
                </a:cxn>
                <a:cxn ang="0">
                  <a:pos x="2" y="310"/>
                </a:cxn>
                <a:cxn ang="0">
                  <a:pos x="0" y="380"/>
                </a:cxn>
                <a:cxn ang="0">
                  <a:pos x="12" y="450"/>
                </a:cxn>
                <a:cxn ang="0">
                  <a:pos x="36" y="514"/>
                </a:cxn>
                <a:cxn ang="0">
                  <a:pos x="72" y="572"/>
                </a:cxn>
                <a:cxn ang="0">
                  <a:pos x="118" y="622"/>
                </a:cxn>
                <a:cxn ang="0">
                  <a:pos x="176" y="664"/>
                </a:cxn>
                <a:cxn ang="0">
                  <a:pos x="240" y="694"/>
                </a:cxn>
                <a:cxn ang="0">
                  <a:pos x="274" y="704"/>
                </a:cxn>
                <a:cxn ang="0">
                  <a:pos x="346" y="714"/>
                </a:cxn>
                <a:cxn ang="0">
                  <a:pos x="416" y="710"/>
                </a:cxn>
                <a:cxn ang="0">
                  <a:pos x="484" y="692"/>
                </a:cxn>
                <a:cxn ang="0">
                  <a:pos x="546" y="662"/>
                </a:cxn>
                <a:cxn ang="0">
                  <a:pos x="599" y="620"/>
                </a:cxn>
                <a:cxn ang="0">
                  <a:pos x="645" y="570"/>
                </a:cxn>
                <a:cxn ang="0">
                  <a:pos x="681" y="508"/>
                </a:cxn>
                <a:cxn ang="0">
                  <a:pos x="705" y="440"/>
                </a:cxn>
                <a:cxn ang="0">
                  <a:pos x="713" y="404"/>
                </a:cxn>
                <a:cxn ang="0">
                  <a:pos x="715" y="334"/>
                </a:cxn>
                <a:cxn ang="0">
                  <a:pos x="703" y="264"/>
                </a:cxn>
                <a:cxn ang="0">
                  <a:pos x="679" y="200"/>
                </a:cxn>
                <a:cxn ang="0">
                  <a:pos x="643" y="142"/>
                </a:cxn>
                <a:cxn ang="0">
                  <a:pos x="597" y="90"/>
                </a:cxn>
                <a:cxn ang="0">
                  <a:pos x="542" y="50"/>
                </a:cxn>
                <a:cxn ang="0">
                  <a:pos x="476" y="20"/>
                </a:cxn>
                <a:cxn ang="0">
                  <a:pos x="442" y="8"/>
                </a:cxn>
              </a:cxnLst>
              <a:rect l="0" t="0" r="0" b="0"/>
              <a:pathLst>
                <a:path w="715" h="714">
                  <a:moveTo>
                    <a:pt x="442" y="8"/>
                  </a:moveTo>
                  <a:lnTo>
                    <a:pt x="442" y="8"/>
                  </a:lnTo>
                  <a:lnTo>
                    <a:pt x="406" y="2"/>
                  </a:lnTo>
                  <a:lnTo>
                    <a:pt x="370" y="0"/>
                  </a:lnTo>
                  <a:lnTo>
                    <a:pt x="334" y="0"/>
                  </a:lnTo>
                  <a:lnTo>
                    <a:pt x="300" y="4"/>
                  </a:lnTo>
                  <a:lnTo>
                    <a:pt x="266" y="12"/>
                  </a:lnTo>
                  <a:lnTo>
                    <a:pt x="232" y="22"/>
                  </a:lnTo>
                  <a:lnTo>
                    <a:pt x="200" y="36"/>
                  </a:lnTo>
                  <a:lnTo>
                    <a:pt x="170" y="52"/>
                  </a:lnTo>
                  <a:lnTo>
                    <a:pt x="142" y="72"/>
                  </a:lnTo>
                  <a:lnTo>
                    <a:pt x="116" y="94"/>
                  </a:lnTo>
                  <a:lnTo>
                    <a:pt x="92" y="118"/>
                  </a:lnTo>
                  <a:lnTo>
                    <a:pt x="70" y="144"/>
                  </a:lnTo>
                  <a:lnTo>
                    <a:pt x="50" y="174"/>
                  </a:lnTo>
                  <a:lnTo>
                    <a:pt x="34" y="204"/>
                  </a:lnTo>
                  <a:lnTo>
                    <a:pt x="20" y="238"/>
                  </a:lnTo>
                  <a:lnTo>
                    <a:pt x="10" y="274"/>
                  </a:lnTo>
                  <a:lnTo>
                    <a:pt x="2" y="310"/>
                  </a:lnTo>
                  <a:lnTo>
                    <a:pt x="0" y="344"/>
                  </a:lnTo>
                  <a:lnTo>
                    <a:pt x="0" y="380"/>
                  </a:lnTo>
                  <a:lnTo>
                    <a:pt x="4" y="416"/>
                  </a:lnTo>
                  <a:lnTo>
                    <a:pt x="12" y="450"/>
                  </a:lnTo>
                  <a:lnTo>
                    <a:pt x="22" y="482"/>
                  </a:lnTo>
                  <a:lnTo>
                    <a:pt x="36" y="514"/>
                  </a:lnTo>
                  <a:lnTo>
                    <a:pt x="52" y="544"/>
                  </a:lnTo>
                  <a:lnTo>
                    <a:pt x="72" y="572"/>
                  </a:lnTo>
                  <a:lnTo>
                    <a:pt x="94" y="598"/>
                  </a:lnTo>
                  <a:lnTo>
                    <a:pt x="118" y="622"/>
                  </a:lnTo>
                  <a:lnTo>
                    <a:pt x="146" y="644"/>
                  </a:lnTo>
                  <a:lnTo>
                    <a:pt x="176" y="664"/>
                  </a:lnTo>
                  <a:lnTo>
                    <a:pt x="206" y="680"/>
                  </a:lnTo>
                  <a:lnTo>
                    <a:pt x="240" y="694"/>
                  </a:lnTo>
                  <a:lnTo>
                    <a:pt x="274" y="704"/>
                  </a:lnTo>
                  <a:lnTo>
                    <a:pt x="310" y="712"/>
                  </a:lnTo>
                  <a:lnTo>
                    <a:pt x="346" y="714"/>
                  </a:lnTo>
                  <a:lnTo>
                    <a:pt x="382" y="714"/>
                  </a:lnTo>
                  <a:lnTo>
                    <a:pt x="416" y="710"/>
                  </a:lnTo>
                  <a:lnTo>
                    <a:pt x="450" y="702"/>
                  </a:lnTo>
                  <a:lnTo>
                    <a:pt x="484" y="692"/>
                  </a:lnTo>
                  <a:lnTo>
                    <a:pt x="516" y="678"/>
                  </a:lnTo>
                  <a:lnTo>
                    <a:pt x="546" y="662"/>
                  </a:lnTo>
                  <a:lnTo>
                    <a:pt x="573" y="642"/>
                  </a:lnTo>
                  <a:lnTo>
                    <a:pt x="599" y="620"/>
                  </a:lnTo>
                  <a:lnTo>
                    <a:pt x="623" y="596"/>
                  </a:lnTo>
                  <a:lnTo>
                    <a:pt x="645" y="570"/>
                  </a:lnTo>
                  <a:lnTo>
                    <a:pt x="665" y="540"/>
                  </a:lnTo>
                  <a:lnTo>
                    <a:pt x="681" y="508"/>
                  </a:lnTo>
                  <a:lnTo>
                    <a:pt x="695" y="476"/>
                  </a:lnTo>
                  <a:lnTo>
                    <a:pt x="705" y="440"/>
                  </a:lnTo>
                  <a:lnTo>
                    <a:pt x="713" y="404"/>
                  </a:lnTo>
                  <a:lnTo>
                    <a:pt x="715" y="368"/>
                  </a:lnTo>
                  <a:lnTo>
                    <a:pt x="715" y="334"/>
                  </a:lnTo>
                  <a:lnTo>
                    <a:pt x="711" y="298"/>
                  </a:lnTo>
                  <a:lnTo>
                    <a:pt x="703" y="264"/>
                  </a:lnTo>
                  <a:lnTo>
                    <a:pt x="693" y="232"/>
                  </a:lnTo>
                  <a:lnTo>
                    <a:pt x="679" y="200"/>
                  </a:lnTo>
                  <a:lnTo>
                    <a:pt x="663" y="170"/>
                  </a:lnTo>
                  <a:lnTo>
                    <a:pt x="643" y="142"/>
                  </a:lnTo>
                  <a:lnTo>
                    <a:pt x="621" y="116"/>
                  </a:lnTo>
                  <a:lnTo>
                    <a:pt x="597" y="90"/>
                  </a:lnTo>
                  <a:lnTo>
                    <a:pt x="569" y="68"/>
                  </a:lnTo>
                  <a:lnTo>
                    <a:pt x="542" y="50"/>
                  </a:lnTo>
                  <a:lnTo>
                    <a:pt x="510" y="32"/>
                  </a:lnTo>
                  <a:lnTo>
                    <a:pt x="476" y="20"/>
                  </a:lnTo>
                  <a:lnTo>
                    <a:pt x="442" y="8"/>
                  </a:lnTo>
                  <a:close/>
                </a:path>
              </a:pathLst>
            </a:custGeom>
            <a:solidFill>
              <a:srgbClr val="94C93D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3" name="Freeform 172"/>
            <p:cNvSpPr/>
            <p:nvPr/>
          </p:nvSpPr>
          <p:spPr>
            <a:xfrm>
              <a:off x="804" y="237"/>
              <a:ext cx="701" cy="700"/>
            </a:xfrm>
            <a:custGeom>
              <a:avLst/>
              <a:gdLst/>
              <a:ahLst/>
              <a:cxnLst>
                <a:cxn ang="0">
                  <a:pos x="432" y="10"/>
                </a:cxn>
                <a:cxn ang="0">
                  <a:pos x="362" y="0"/>
                </a:cxn>
                <a:cxn ang="0">
                  <a:pos x="294" y="4"/>
                </a:cxn>
                <a:cxn ang="0">
                  <a:pos x="228" y="22"/>
                </a:cxn>
                <a:cxn ang="0">
                  <a:pos x="168" y="52"/>
                </a:cxn>
                <a:cxn ang="0">
                  <a:pos x="114" y="92"/>
                </a:cxn>
                <a:cxn ang="0">
                  <a:pos x="68" y="142"/>
                </a:cxn>
                <a:cxn ang="0">
                  <a:pos x="32" y="202"/>
                </a:cxn>
                <a:cxn ang="0">
                  <a:pos x="10" y="268"/>
                </a:cxn>
                <a:cxn ang="0">
                  <a:pos x="2" y="304"/>
                </a:cxn>
                <a:cxn ang="0">
                  <a:pos x="0" y="374"/>
                </a:cxn>
                <a:cxn ang="0">
                  <a:pos x="12" y="440"/>
                </a:cxn>
                <a:cxn ang="0">
                  <a:pos x="36" y="504"/>
                </a:cxn>
                <a:cxn ang="0">
                  <a:pos x="70" y="562"/>
                </a:cxn>
                <a:cxn ang="0">
                  <a:pos x="116" y="610"/>
                </a:cxn>
                <a:cxn ang="0">
                  <a:pos x="172" y="652"/>
                </a:cxn>
                <a:cxn ang="0">
                  <a:pos x="234" y="680"/>
                </a:cxn>
                <a:cxn ang="0">
                  <a:pos x="270" y="692"/>
                </a:cxn>
                <a:cxn ang="0">
                  <a:pos x="340" y="700"/>
                </a:cxn>
                <a:cxn ang="0">
                  <a:pos x="408" y="696"/>
                </a:cxn>
                <a:cxn ang="0">
                  <a:pos x="474" y="678"/>
                </a:cxn>
                <a:cxn ang="0">
                  <a:pos x="534" y="648"/>
                </a:cxn>
                <a:cxn ang="0">
                  <a:pos x="587" y="608"/>
                </a:cxn>
                <a:cxn ang="0">
                  <a:pos x="633" y="558"/>
                </a:cxn>
                <a:cxn ang="0">
                  <a:pos x="667" y="500"/>
                </a:cxn>
                <a:cxn ang="0">
                  <a:pos x="691" y="432"/>
                </a:cxn>
                <a:cxn ang="0">
                  <a:pos x="697" y="398"/>
                </a:cxn>
                <a:cxn ang="0">
                  <a:pos x="699" y="328"/>
                </a:cxn>
                <a:cxn ang="0">
                  <a:pos x="689" y="260"/>
                </a:cxn>
                <a:cxn ang="0">
                  <a:pos x="665" y="198"/>
                </a:cxn>
                <a:cxn ang="0">
                  <a:pos x="629" y="140"/>
                </a:cxn>
                <a:cxn ang="0">
                  <a:pos x="583" y="90"/>
                </a:cxn>
                <a:cxn ang="0">
                  <a:pos x="530" y="50"/>
                </a:cxn>
                <a:cxn ang="0">
                  <a:pos x="466" y="20"/>
                </a:cxn>
                <a:cxn ang="0">
                  <a:pos x="432" y="10"/>
                </a:cxn>
              </a:cxnLst>
              <a:rect l="0" t="0" r="0" b="0"/>
              <a:pathLst>
                <a:path w="701" h="700">
                  <a:moveTo>
                    <a:pt x="432" y="10"/>
                  </a:moveTo>
                  <a:lnTo>
                    <a:pt x="432" y="10"/>
                  </a:lnTo>
                  <a:lnTo>
                    <a:pt x="398" y="4"/>
                  </a:lnTo>
                  <a:lnTo>
                    <a:pt x="362" y="0"/>
                  </a:lnTo>
                  <a:lnTo>
                    <a:pt x="328" y="0"/>
                  </a:lnTo>
                  <a:lnTo>
                    <a:pt x="294" y="4"/>
                  </a:lnTo>
                  <a:lnTo>
                    <a:pt x="260" y="12"/>
                  </a:lnTo>
                  <a:lnTo>
                    <a:pt x="228" y="22"/>
                  </a:lnTo>
                  <a:lnTo>
                    <a:pt x="196" y="36"/>
                  </a:lnTo>
                  <a:lnTo>
                    <a:pt x="168" y="52"/>
                  </a:lnTo>
                  <a:lnTo>
                    <a:pt x="140" y="70"/>
                  </a:lnTo>
                  <a:lnTo>
                    <a:pt x="114" y="92"/>
                  </a:lnTo>
                  <a:lnTo>
                    <a:pt x="90" y="116"/>
                  </a:lnTo>
                  <a:lnTo>
                    <a:pt x="68" y="142"/>
                  </a:lnTo>
                  <a:lnTo>
                    <a:pt x="50" y="172"/>
                  </a:lnTo>
                  <a:lnTo>
                    <a:pt x="32" y="202"/>
                  </a:lnTo>
                  <a:lnTo>
                    <a:pt x="20" y="234"/>
                  </a:lnTo>
                  <a:lnTo>
                    <a:pt x="10" y="268"/>
                  </a:lnTo>
                  <a:lnTo>
                    <a:pt x="2" y="304"/>
                  </a:lnTo>
                  <a:lnTo>
                    <a:pt x="0" y="338"/>
                  </a:lnTo>
                  <a:lnTo>
                    <a:pt x="0" y="374"/>
                  </a:lnTo>
                  <a:lnTo>
                    <a:pt x="4" y="408"/>
                  </a:lnTo>
                  <a:lnTo>
                    <a:pt x="12" y="440"/>
                  </a:lnTo>
                  <a:lnTo>
                    <a:pt x="22" y="472"/>
                  </a:lnTo>
                  <a:lnTo>
                    <a:pt x="36" y="504"/>
                  </a:lnTo>
                  <a:lnTo>
                    <a:pt x="52" y="534"/>
                  </a:lnTo>
                  <a:lnTo>
                    <a:pt x="70" y="562"/>
                  </a:lnTo>
                  <a:lnTo>
                    <a:pt x="92" y="588"/>
                  </a:lnTo>
                  <a:lnTo>
                    <a:pt x="116" y="610"/>
                  </a:lnTo>
                  <a:lnTo>
                    <a:pt x="142" y="632"/>
                  </a:lnTo>
                  <a:lnTo>
                    <a:pt x="172" y="652"/>
                  </a:lnTo>
                  <a:lnTo>
                    <a:pt x="202" y="668"/>
                  </a:lnTo>
                  <a:lnTo>
                    <a:pt x="234" y="680"/>
                  </a:lnTo>
                  <a:lnTo>
                    <a:pt x="270" y="692"/>
                  </a:lnTo>
                  <a:lnTo>
                    <a:pt x="304" y="698"/>
                  </a:lnTo>
                  <a:lnTo>
                    <a:pt x="340" y="700"/>
                  </a:lnTo>
                  <a:lnTo>
                    <a:pt x="374" y="700"/>
                  </a:lnTo>
                  <a:lnTo>
                    <a:pt x="408" y="696"/>
                  </a:lnTo>
                  <a:lnTo>
                    <a:pt x="442" y="688"/>
                  </a:lnTo>
                  <a:lnTo>
                    <a:pt x="474" y="678"/>
                  </a:lnTo>
                  <a:lnTo>
                    <a:pt x="504" y="666"/>
                  </a:lnTo>
                  <a:lnTo>
                    <a:pt x="534" y="648"/>
                  </a:lnTo>
                  <a:lnTo>
                    <a:pt x="561" y="630"/>
                  </a:lnTo>
                  <a:lnTo>
                    <a:pt x="587" y="608"/>
                  </a:lnTo>
                  <a:lnTo>
                    <a:pt x="611" y="584"/>
                  </a:lnTo>
                  <a:lnTo>
                    <a:pt x="633" y="558"/>
                  </a:lnTo>
                  <a:lnTo>
                    <a:pt x="651" y="530"/>
                  </a:lnTo>
                  <a:lnTo>
                    <a:pt x="667" y="500"/>
                  </a:lnTo>
                  <a:lnTo>
                    <a:pt x="681" y="466"/>
                  </a:lnTo>
                  <a:lnTo>
                    <a:pt x="691" y="432"/>
                  </a:lnTo>
                  <a:lnTo>
                    <a:pt x="697" y="398"/>
                  </a:lnTo>
                  <a:lnTo>
                    <a:pt x="701" y="362"/>
                  </a:lnTo>
                  <a:lnTo>
                    <a:pt x="699" y="328"/>
                  </a:lnTo>
                  <a:lnTo>
                    <a:pt x="695" y="294"/>
                  </a:lnTo>
                  <a:lnTo>
                    <a:pt x="689" y="260"/>
                  </a:lnTo>
                  <a:lnTo>
                    <a:pt x="679" y="228"/>
                  </a:lnTo>
                  <a:lnTo>
                    <a:pt x="665" y="198"/>
                  </a:lnTo>
                  <a:lnTo>
                    <a:pt x="649" y="168"/>
                  </a:lnTo>
                  <a:lnTo>
                    <a:pt x="629" y="140"/>
                  </a:lnTo>
                  <a:lnTo>
                    <a:pt x="607" y="114"/>
                  </a:lnTo>
                  <a:lnTo>
                    <a:pt x="583" y="90"/>
                  </a:lnTo>
                  <a:lnTo>
                    <a:pt x="557" y="68"/>
                  </a:lnTo>
                  <a:lnTo>
                    <a:pt x="530" y="50"/>
                  </a:lnTo>
                  <a:lnTo>
                    <a:pt x="500" y="34"/>
                  </a:lnTo>
                  <a:lnTo>
                    <a:pt x="466" y="20"/>
                  </a:lnTo>
                  <a:lnTo>
                    <a:pt x="432" y="10"/>
                  </a:lnTo>
                  <a:close/>
                </a:path>
              </a:pathLst>
            </a:custGeom>
            <a:solidFill>
              <a:srgbClr val="96C93D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4" name="Freeform 173"/>
            <p:cNvSpPr/>
            <p:nvPr/>
          </p:nvSpPr>
          <p:spPr>
            <a:xfrm>
              <a:off x="812" y="243"/>
              <a:ext cx="685" cy="684"/>
            </a:xfrm>
            <a:custGeom>
              <a:avLst/>
              <a:gdLst/>
              <a:ahLst/>
              <a:cxnLst>
                <a:cxn ang="0">
                  <a:pos x="424" y="8"/>
                </a:cxn>
                <a:cxn ang="0">
                  <a:pos x="354" y="0"/>
                </a:cxn>
                <a:cxn ang="0">
                  <a:pos x="288" y="4"/>
                </a:cxn>
                <a:cxn ang="0">
                  <a:pos x="224" y="22"/>
                </a:cxn>
                <a:cxn ang="0">
                  <a:pos x="164" y="50"/>
                </a:cxn>
                <a:cxn ang="0">
                  <a:pos x="112" y="90"/>
                </a:cxn>
                <a:cxn ang="0">
                  <a:pos x="66" y="138"/>
                </a:cxn>
                <a:cxn ang="0">
                  <a:pos x="32" y="196"/>
                </a:cxn>
                <a:cxn ang="0">
                  <a:pos x="10" y="262"/>
                </a:cxn>
                <a:cxn ang="0">
                  <a:pos x="2" y="296"/>
                </a:cxn>
                <a:cxn ang="0">
                  <a:pos x="0" y="364"/>
                </a:cxn>
                <a:cxn ang="0">
                  <a:pos x="12" y="430"/>
                </a:cxn>
                <a:cxn ang="0">
                  <a:pos x="36" y="492"/>
                </a:cxn>
                <a:cxn ang="0">
                  <a:pos x="70" y="548"/>
                </a:cxn>
                <a:cxn ang="0">
                  <a:pos x="114" y="596"/>
                </a:cxn>
                <a:cxn ang="0">
                  <a:pos x="168" y="636"/>
                </a:cxn>
                <a:cxn ang="0">
                  <a:pos x="230" y="666"/>
                </a:cxn>
                <a:cxn ang="0">
                  <a:pos x="264" y="676"/>
                </a:cxn>
                <a:cxn ang="0">
                  <a:pos x="332" y="684"/>
                </a:cxn>
                <a:cxn ang="0">
                  <a:pos x="400" y="680"/>
                </a:cxn>
                <a:cxn ang="0">
                  <a:pos x="464" y="662"/>
                </a:cxn>
                <a:cxn ang="0">
                  <a:pos x="522" y="634"/>
                </a:cxn>
                <a:cxn ang="0">
                  <a:pos x="575" y="594"/>
                </a:cxn>
                <a:cxn ang="0">
                  <a:pos x="619" y="546"/>
                </a:cxn>
                <a:cxn ang="0">
                  <a:pos x="653" y="488"/>
                </a:cxn>
                <a:cxn ang="0">
                  <a:pos x="677" y="422"/>
                </a:cxn>
                <a:cxn ang="0">
                  <a:pos x="683" y="388"/>
                </a:cxn>
                <a:cxn ang="0">
                  <a:pos x="685" y="320"/>
                </a:cxn>
                <a:cxn ang="0">
                  <a:pos x="673" y="254"/>
                </a:cxn>
                <a:cxn ang="0">
                  <a:pos x="651" y="192"/>
                </a:cxn>
                <a:cxn ang="0">
                  <a:pos x="617" y="136"/>
                </a:cxn>
                <a:cxn ang="0">
                  <a:pos x="571" y="88"/>
                </a:cxn>
                <a:cxn ang="0">
                  <a:pos x="518" y="48"/>
                </a:cxn>
                <a:cxn ang="0">
                  <a:pos x="456" y="18"/>
                </a:cxn>
                <a:cxn ang="0">
                  <a:pos x="424" y="8"/>
                </a:cxn>
              </a:cxnLst>
              <a:rect l="0" t="0" r="0" b="0"/>
              <a:pathLst>
                <a:path w="685" h="684">
                  <a:moveTo>
                    <a:pt x="424" y="8"/>
                  </a:moveTo>
                  <a:lnTo>
                    <a:pt x="424" y="8"/>
                  </a:lnTo>
                  <a:lnTo>
                    <a:pt x="388" y="2"/>
                  </a:lnTo>
                  <a:lnTo>
                    <a:pt x="354" y="0"/>
                  </a:lnTo>
                  <a:lnTo>
                    <a:pt x="320" y="0"/>
                  </a:lnTo>
                  <a:lnTo>
                    <a:pt x="288" y="4"/>
                  </a:lnTo>
                  <a:lnTo>
                    <a:pt x="254" y="10"/>
                  </a:lnTo>
                  <a:lnTo>
                    <a:pt x="224" y="22"/>
                  </a:lnTo>
                  <a:lnTo>
                    <a:pt x="192" y="34"/>
                  </a:lnTo>
                  <a:lnTo>
                    <a:pt x="164" y="50"/>
                  </a:lnTo>
                  <a:lnTo>
                    <a:pt x="136" y="68"/>
                  </a:lnTo>
                  <a:lnTo>
                    <a:pt x="112" y="90"/>
                  </a:lnTo>
                  <a:lnTo>
                    <a:pt x="88" y="114"/>
                  </a:lnTo>
                  <a:lnTo>
                    <a:pt x="66" y="138"/>
                  </a:lnTo>
                  <a:lnTo>
                    <a:pt x="48" y="166"/>
                  </a:lnTo>
                  <a:lnTo>
                    <a:pt x="32" y="196"/>
                  </a:lnTo>
                  <a:lnTo>
                    <a:pt x="20" y="228"/>
                  </a:lnTo>
                  <a:lnTo>
                    <a:pt x="10" y="262"/>
                  </a:lnTo>
                  <a:lnTo>
                    <a:pt x="2" y="296"/>
                  </a:lnTo>
                  <a:lnTo>
                    <a:pt x="0" y="330"/>
                  </a:lnTo>
                  <a:lnTo>
                    <a:pt x="0" y="364"/>
                  </a:lnTo>
                  <a:lnTo>
                    <a:pt x="4" y="398"/>
                  </a:lnTo>
                  <a:lnTo>
                    <a:pt x="12" y="430"/>
                  </a:lnTo>
                  <a:lnTo>
                    <a:pt x="22" y="462"/>
                  </a:lnTo>
                  <a:lnTo>
                    <a:pt x="36" y="492"/>
                  </a:lnTo>
                  <a:lnTo>
                    <a:pt x="50" y="520"/>
                  </a:lnTo>
                  <a:lnTo>
                    <a:pt x="70" y="548"/>
                  </a:lnTo>
                  <a:lnTo>
                    <a:pt x="90" y="574"/>
                  </a:lnTo>
                  <a:lnTo>
                    <a:pt x="114" y="596"/>
                  </a:lnTo>
                  <a:lnTo>
                    <a:pt x="140" y="618"/>
                  </a:lnTo>
                  <a:lnTo>
                    <a:pt x="168" y="636"/>
                  </a:lnTo>
                  <a:lnTo>
                    <a:pt x="198" y="652"/>
                  </a:lnTo>
                  <a:lnTo>
                    <a:pt x="230" y="666"/>
                  </a:lnTo>
                  <a:lnTo>
                    <a:pt x="264" y="676"/>
                  </a:lnTo>
                  <a:lnTo>
                    <a:pt x="298" y="682"/>
                  </a:lnTo>
                  <a:lnTo>
                    <a:pt x="332" y="684"/>
                  </a:lnTo>
                  <a:lnTo>
                    <a:pt x="366" y="684"/>
                  </a:lnTo>
                  <a:lnTo>
                    <a:pt x="400" y="680"/>
                  </a:lnTo>
                  <a:lnTo>
                    <a:pt x="432" y="674"/>
                  </a:lnTo>
                  <a:lnTo>
                    <a:pt x="464" y="662"/>
                  </a:lnTo>
                  <a:lnTo>
                    <a:pt x="494" y="650"/>
                  </a:lnTo>
                  <a:lnTo>
                    <a:pt x="522" y="634"/>
                  </a:lnTo>
                  <a:lnTo>
                    <a:pt x="549" y="616"/>
                  </a:lnTo>
                  <a:lnTo>
                    <a:pt x="575" y="594"/>
                  </a:lnTo>
                  <a:lnTo>
                    <a:pt x="597" y="570"/>
                  </a:lnTo>
                  <a:lnTo>
                    <a:pt x="619" y="546"/>
                  </a:lnTo>
                  <a:lnTo>
                    <a:pt x="637" y="518"/>
                  </a:lnTo>
                  <a:lnTo>
                    <a:pt x="653" y="488"/>
                  </a:lnTo>
                  <a:lnTo>
                    <a:pt x="667" y="456"/>
                  </a:lnTo>
                  <a:lnTo>
                    <a:pt x="677" y="422"/>
                  </a:lnTo>
                  <a:lnTo>
                    <a:pt x="683" y="388"/>
                  </a:lnTo>
                  <a:lnTo>
                    <a:pt x="685" y="354"/>
                  </a:lnTo>
                  <a:lnTo>
                    <a:pt x="685" y="320"/>
                  </a:lnTo>
                  <a:lnTo>
                    <a:pt x="681" y="286"/>
                  </a:lnTo>
                  <a:lnTo>
                    <a:pt x="673" y="254"/>
                  </a:lnTo>
                  <a:lnTo>
                    <a:pt x="663" y="222"/>
                  </a:lnTo>
                  <a:lnTo>
                    <a:pt x="651" y="192"/>
                  </a:lnTo>
                  <a:lnTo>
                    <a:pt x="635" y="164"/>
                  </a:lnTo>
                  <a:lnTo>
                    <a:pt x="617" y="136"/>
                  </a:lnTo>
                  <a:lnTo>
                    <a:pt x="595" y="110"/>
                  </a:lnTo>
                  <a:lnTo>
                    <a:pt x="571" y="88"/>
                  </a:lnTo>
                  <a:lnTo>
                    <a:pt x="545" y="66"/>
                  </a:lnTo>
                  <a:lnTo>
                    <a:pt x="518" y="48"/>
                  </a:lnTo>
                  <a:lnTo>
                    <a:pt x="488" y="32"/>
                  </a:lnTo>
                  <a:lnTo>
                    <a:pt x="456" y="18"/>
                  </a:lnTo>
                  <a:lnTo>
                    <a:pt x="424" y="8"/>
                  </a:lnTo>
                  <a:close/>
                </a:path>
              </a:pathLst>
            </a:custGeom>
            <a:solidFill>
              <a:srgbClr val="98CA3C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5" name="Freeform 174"/>
            <p:cNvSpPr/>
            <p:nvPr/>
          </p:nvSpPr>
          <p:spPr>
            <a:xfrm>
              <a:off x="820" y="247"/>
              <a:ext cx="671" cy="670"/>
            </a:xfrm>
            <a:custGeom>
              <a:avLst/>
              <a:gdLst/>
              <a:ahLst/>
              <a:cxnLst>
                <a:cxn ang="0">
                  <a:pos x="414" y="10"/>
                </a:cxn>
                <a:cxn ang="0">
                  <a:pos x="346" y="0"/>
                </a:cxn>
                <a:cxn ang="0">
                  <a:pos x="280" y="4"/>
                </a:cxn>
                <a:cxn ang="0">
                  <a:pos x="218" y="22"/>
                </a:cxn>
                <a:cxn ang="0">
                  <a:pos x="160" y="50"/>
                </a:cxn>
                <a:cxn ang="0">
                  <a:pos x="108" y="88"/>
                </a:cxn>
                <a:cxn ang="0">
                  <a:pos x="66" y="136"/>
                </a:cxn>
                <a:cxn ang="0">
                  <a:pos x="32" y="194"/>
                </a:cxn>
                <a:cxn ang="0">
                  <a:pos x="10" y="258"/>
                </a:cxn>
                <a:cxn ang="0">
                  <a:pos x="4" y="290"/>
                </a:cxn>
                <a:cxn ang="0">
                  <a:pos x="0" y="358"/>
                </a:cxn>
                <a:cxn ang="0">
                  <a:pos x="12" y="422"/>
                </a:cxn>
                <a:cxn ang="0">
                  <a:pos x="34" y="482"/>
                </a:cxn>
                <a:cxn ang="0">
                  <a:pos x="68" y="538"/>
                </a:cxn>
                <a:cxn ang="0">
                  <a:pos x="112" y="584"/>
                </a:cxn>
                <a:cxn ang="0">
                  <a:pos x="164" y="624"/>
                </a:cxn>
                <a:cxn ang="0">
                  <a:pos x="224" y="652"/>
                </a:cxn>
                <a:cxn ang="0">
                  <a:pos x="258" y="662"/>
                </a:cxn>
                <a:cxn ang="0">
                  <a:pos x="326" y="670"/>
                </a:cxn>
                <a:cxn ang="0">
                  <a:pos x="390" y="666"/>
                </a:cxn>
                <a:cxn ang="0">
                  <a:pos x="454" y="650"/>
                </a:cxn>
                <a:cxn ang="0">
                  <a:pos x="512" y="622"/>
                </a:cxn>
                <a:cxn ang="0">
                  <a:pos x="561" y="582"/>
                </a:cxn>
                <a:cxn ang="0">
                  <a:pos x="605" y="534"/>
                </a:cxn>
                <a:cxn ang="0">
                  <a:pos x="639" y="478"/>
                </a:cxn>
                <a:cxn ang="0">
                  <a:pos x="661" y="414"/>
                </a:cxn>
                <a:cxn ang="0">
                  <a:pos x="667" y="380"/>
                </a:cxn>
                <a:cxn ang="0">
                  <a:pos x="669" y="314"/>
                </a:cxn>
                <a:cxn ang="0">
                  <a:pos x="659" y="250"/>
                </a:cxn>
                <a:cxn ang="0">
                  <a:pos x="637" y="188"/>
                </a:cxn>
                <a:cxn ang="0">
                  <a:pos x="603" y="134"/>
                </a:cxn>
                <a:cxn ang="0">
                  <a:pos x="559" y="86"/>
                </a:cxn>
                <a:cxn ang="0">
                  <a:pos x="508" y="48"/>
                </a:cxn>
                <a:cxn ang="0">
                  <a:pos x="446" y="20"/>
                </a:cxn>
                <a:cxn ang="0">
                  <a:pos x="414" y="10"/>
                </a:cxn>
              </a:cxnLst>
              <a:rect l="0" t="0" r="0" b="0"/>
              <a:pathLst>
                <a:path w="671" h="670">
                  <a:moveTo>
                    <a:pt x="414" y="10"/>
                  </a:moveTo>
                  <a:lnTo>
                    <a:pt x="414" y="10"/>
                  </a:lnTo>
                  <a:lnTo>
                    <a:pt x="380" y="4"/>
                  </a:lnTo>
                  <a:lnTo>
                    <a:pt x="346" y="0"/>
                  </a:lnTo>
                  <a:lnTo>
                    <a:pt x="314" y="2"/>
                  </a:lnTo>
                  <a:lnTo>
                    <a:pt x="280" y="4"/>
                  </a:lnTo>
                  <a:lnTo>
                    <a:pt x="250" y="12"/>
                  </a:lnTo>
                  <a:lnTo>
                    <a:pt x="218" y="22"/>
                  </a:lnTo>
                  <a:lnTo>
                    <a:pt x="188" y="34"/>
                  </a:lnTo>
                  <a:lnTo>
                    <a:pt x="160" y="50"/>
                  </a:lnTo>
                  <a:lnTo>
                    <a:pt x="134" y="68"/>
                  </a:lnTo>
                  <a:lnTo>
                    <a:pt x="108" y="88"/>
                  </a:lnTo>
                  <a:lnTo>
                    <a:pt x="86" y="112"/>
                  </a:lnTo>
                  <a:lnTo>
                    <a:pt x="66" y="136"/>
                  </a:lnTo>
                  <a:lnTo>
                    <a:pt x="48" y="164"/>
                  </a:lnTo>
                  <a:lnTo>
                    <a:pt x="32" y="194"/>
                  </a:lnTo>
                  <a:lnTo>
                    <a:pt x="20" y="224"/>
                  </a:lnTo>
                  <a:lnTo>
                    <a:pt x="10" y="258"/>
                  </a:lnTo>
                  <a:lnTo>
                    <a:pt x="4" y="290"/>
                  </a:lnTo>
                  <a:lnTo>
                    <a:pt x="0" y="324"/>
                  </a:lnTo>
                  <a:lnTo>
                    <a:pt x="0" y="358"/>
                  </a:lnTo>
                  <a:lnTo>
                    <a:pt x="4" y="390"/>
                  </a:lnTo>
                  <a:lnTo>
                    <a:pt x="12" y="422"/>
                  </a:lnTo>
                  <a:lnTo>
                    <a:pt x="22" y="452"/>
                  </a:lnTo>
                  <a:lnTo>
                    <a:pt x="34" y="482"/>
                  </a:lnTo>
                  <a:lnTo>
                    <a:pt x="50" y="510"/>
                  </a:lnTo>
                  <a:lnTo>
                    <a:pt x="68" y="538"/>
                  </a:lnTo>
                  <a:lnTo>
                    <a:pt x="88" y="562"/>
                  </a:lnTo>
                  <a:lnTo>
                    <a:pt x="112" y="584"/>
                  </a:lnTo>
                  <a:lnTo>
                    <a:pt x="138" y="606"/>
                  </a:lnTo>
                  <a:lnTo>
                    <a:pt x="164" y="624"/>
                  </a:lnTo>
                  <a:lnTo>
                    <a:pt x="194" y="640"/>
                  </a:lnTo>
                  <a:lnTo>
                    <a:pt x="224" y="652"/>
                  </a:lnTo>
                  <a:lnTo>
                    <a:pt x="258" y="662"/>
                  </a:lnTo>
                  <a:lnTo>
                    <a:pt x="292" y="668"/>
                  </a:lnTo>
                  <a:lnTo>
                    <a:pt x="326" y="670"/>
                  </a:lnTo>
                  <a:lnTo>
                    <a:pt x="358" y="670"/>
                  </a:lnTo>
                  <a:lnTo>
                    <a:pt x="390" y="666"/>
                  </a:lnTo>
                  <a:lnTo>
                    <a:pt x="422" y="660"/>
                  </a:lnTo>
                  <a:lnTo>
                    <a:pt x="454" y="650"/>
                  </a:lnTo>
                  <a:lnTo>
                    <a:pt x="484" y="636"/>
                  </a:lnTo>
                  <a:lnTo>
                    <a:pt x="512" y="622"/>
                  </a:lnTo>
                  <a:lnTo>
                    <a:pt x="537" y="602"/>
                  </a:lnTo>
                  <a:lnTo>
                    <a:pt x="561" y="582"/>
                  </a:lnTo>
                  <a:lnTo>
                    <a:pt x="585" y="560"/>
                  </a:lnTo>
                  <a:lnTo>
                    <a:pt x="605" y="534"/>
                  </a:lnTo>
                  <a:lnTo>
                    <a:pt x="623" y="508"/>
                  </a:lnTo>
                  <a:lnTo>
                    <a:pt x="639" y="478"/>
                  </a:lnTo>
                  <a:lnTo>
                    <a:pt x="651" y="446"/>
                  </a:lnTo>
                  <a:lnTo>
                    <a:pt x="661" y="414"/>
                  </a:lnTo>
                  <a:lnTo>
                    <a:pt x="667" y="380"/>
                  </a:lnTo>
                  <a:lnTo>
                    <a:pt x="671" y="346"/>
                  </a:lnTo>
                  <a:lnTo>
                    <a:pt x="669" y="314"/>
                  </a:lnTo>
                  <a:lnTo>
                    <a:pt x="667" y="282"/>
                  </a:lnTo>
                  <a:lnTo>
                    <a:pt x="659" y="250"/>
                  </a:lnTo>
                  <a:lnTo>
                    <a:pt x="649" y="218"/>
                  </a:lnTo>
                  <a:lnTo>
                    <a:pt x="637" y="188"/>
                  </a:lnTo>
                  <a:lnTo>
                    <a:pt x="621" y="160"/>
                  </a:lnTo>
                  <a:lnTo>
                    <a:pt x="603" y="134"/>
                  </a:lnTo>
                  <a:lnTo>
                    <a:pt x="581" y="110"/>
                  </a:lnTo>
                  <a:lnTo>
                    <a:pt x="559" y="86"/>
                  </a:lnTo>
                  <a:lnTo>
                    <a:pt x="533" y="66"/>
                  </a:lnTo>
                  <a:lnTo>
                    <a:pt x="508" y="48"/>
                  </a:lnTo>
                  <a:lnTo>
                    <a:pt x="478" y="32"/>
                  </a:lnTo>
                  <a:lnTo>
                    <a:pt x="446" y="20"/>
                  </a:lnTo>
                  <a:lnTo>
                    <a:pt x="414" y="10"/>
                  </a:lnTo>
                  <a:close/>
                </a:path>
              </a:pathLst>
            </a:custGeom>
            <a:solidFill>
              <a:srgbClr val="9BCB3C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6" name="Freeform 175"/>
            <p:cNvSpPr/>
            <p:nvPr/>
          </p:nvSpPr>
          <p:spPr>
            <a:xfrm>
              <a:off x="828" y="253"/>
              <a:ext cx="655" cy="654"/>
            </a:xfrm>
            <a:custGeom>
              <a:avLst/>
              <a:gdLst/>
              <a:ahLst/>
              <a:cxnLst>
                <a:cxn ang="0">
                  <a:pos x="404" y="8"/>
                </a:cxn>
                <a:cxn ang="0">
                  <a:pos x="340" y="0"/>
                </a:cxn>
                <a:cxn ang="0">
                  <a:pos x="274" y="4"/>
                </a:cxn>
                <a:cxn ang="0">
                  <a:pos x="214" y="20"/>
                </a:cxn>
                <a:cxn ang="0">
                  <a:pos x="156" y="48"/>
                </a:cxn>
                <a:cxn ang="0">
                  <a:pos x="106" y="86"/>
                </a:cxn>
                <a:cxn ang="0">
                  <a:pos x="64" y="132"/>
                </a:cxn>
                <a:cxn ang="0">
                  <a:pos x="32" y="188"/>
                </a:cxn>
                <a:cxn ang="0">
                  <a:pos x="10" y="250"/>
                </a:cxn>
                <a:cxn ang="0">
                  <a:pos x="4" y="284"/>
                </a:cxn>
                <a:cxn ang="0">
                  <a:pos x="2" y="348"/>
                </a:cxn>
                <a:cxn ang="0">
                  <a:pos x="12" y="412"/>
                </a:cxn>
                <a:cxn ang="0">
                  <a:pos x="34" y="470"/>
                </a:cxn>
                <a:cxn ang="0">
                  <a:pos x="66" y="524"/>
                </a:cxn>
                <a:cxn ang="0">
                  <a:pos x="110" y="570"/>
                </a:cxn>
                <a:cxn ang="0">
                  <a:pos x="160" y="608"/>
                </a:cxn>
                <a:cxn ang="0">
                  <a:pos x="220" y="636"/>
                </a:cxn>
                <a:cxn ang="0">
                  <a:pos x="252" y="646"/>
                </a:cxn>
                <a:cxn ang="0">
                  <a:pos x="318" y="654"/>
                </a:cxn>
                <a:cxn ang="0">
                  <a:pos x="382" y="650"/>
                </a:cxn>
                <a:cxn ang="0">
                  <a:pos x="444" y="634"/>
                </a:cxn>
                <a:cxn ang="0">
                  <a:pos x="500" y="606"/>
                </a:cxn>
                <a:cxn ang="0">
                  <a:pos x="549" y="568"/>
                </a:cxn>
                <a:cxn ang="0">
                  <a:pos x="591" y="522"/>
                </a:cxn>
                <a:cxn ang="0">
                  <a:pos x="625" y="466"/>
                </a:cxn>
                <a:cxn ang="0">
                  <a:pos x="647" y="404"/>
                </a:cxn>
                <a:cxn ang="0">
                  <a:pos x="653" y="370"/>
                </a:cxn>
                <a:cxn ang="0">
                  <a:pos x="655" y="306"/>
                </a:cxn>
                <a:cxn ang="0">
                  <a:pos x="645" y="242"/>
                </a:cxn>
                <a:cxn ang="0">
                  <a:pos x="623" y="184"/>
                </a:cxn>
                <a:cxn ang="0">
                  <a:pos x="589" y="130"/>
                </a:cxn>
                <a:cxn ang="0">
                  <a:pos x="547" y="84"/>
                </a:cxn>
                <a:cxn ang="0">
                  <a:pos x="496" y="46"/>
                </a:cxn>
                <a:cxn ang="0">
                  <a:pos x="436" y="18"/>
                </a:cxn>
                <a:cxn ang="0">
                  <a:pos x="404" y="8"/>
                </a:cxn>
              </a:cxnLst>
              <a:rect l="0" t="0" r="0" b="0"/>
              <a:pathLst>
                <a:path w="655" h="654">
                  <a:moveTo>
                    <a:pt x="404" y="8"/>
                  </a:moveTo>
                  <a:lnTo>
                    <a:pt x="404" y="8"/>
                  </a:lnTo>
                  <a:lnTo>
                    <a:pt x="372" y="2"/>
                  </a:lnTo>
                  <a:lnTo>
                    <a:pt x="340" y="0"/>
                  </a:lnTo>
                  <a:lnTo>
                    <a:pt x="306" y="0"/>
                  </a:lnTo>
                  <a:lnTo>
                    <a:pt x="274" y="4"/>
                  </a:lnTo>
                  <a:lnTo>
                    <a:pt x="244" y="10"/>
                  </a:lnTo>
                  <a:lnTo>
                    <a:pt x="214" y="20"/>
                  </a:lnTo>
                  <a:lnTo>
                    <a:pt x="184" y="32"/>
                  </a:lnTo>
                  <a:lnTo>
                    <a:pt x="156" y="48"/>
                  </a:lnTo>
                  <a:lnTo>
                    <a:pt x="130" y="66"/>
                  </a:lnTo>
                  <a:lnTo>
                    <a:pt x="106" y="86"/>
                  </a:lnTo>
                  <a:lnTo>
                    <a:pt x="84" y="108"/>
                  </a:lnTo>
                  <a:lnTo>
                    <a:pt x="64" y="132"/>
                  </a:lnTo>
                  <a:lnTo>
                    <a:pt x="46" y="160"/>
                  </a:lnTo>
                  <a:lnTo>
                    <a:pt x="32" y="188"/>
                  </a:lnTo>
                  <a:lnTo>
                    <a:pt x="18" y="218"/>
                  </a:lnTo>
                  <a:lnTo>
                    <a:pt x="10" y="250"/>
                  </a:lnTo>
                  <a:lnTo>
                    <a:pt x="4" y="284"/>
                  </a:lnTo>
                  <a:lnTo>
                    <a:pt x="0" y="316"/>
                  </a:lnTo>
                  <a:lnTo>
                    <a:pt x="2" y="348"/>
                  </a:lnTo>
                  <a:lnTo>
                    <a:pt x="4" y="380"/>
                  </a:lnTo>
                  <a:lnTo>
                    <a:pt x="12" y="412"/>
                  </a:lnTo>
                  <a:lnTo>
                    <a:pt x="22" y="442"/>
                  </a:lnTo>
                  <a:lnTo>
                    <a:pt x="34" y="470"/>
                  </a:lnTo>
                  <a:lnTo>
                    <a:pt x="50" y="498"/>
                  </a:lnTo>
                  <a:lnTo>
                    <a:pt x="66" y="524"/>
                  </a:lnTo>
                  <a:lnTo>
                    <a:pt x="86" y="548"/>
                  </a:lnTo>
                  <a:lnTo>
                    <a:pt x="110" y="570"/>
                  </a:lnTo>
                  <a:lnTo>
                    <a:pt x="134" y="590"/>
                  </a:lnTo>
                  <a:lnTo>
                    <a:pt x="160" y="608"/>
                  </a:lnTo>
                  <a:lnTo>
                    <a:pt x="190" y="624"/>
                  </a:lnTo>
                  <a:lnTo>
                    <a:pt x="220" y="636"/>
                  </a:lnTo>
                  <a:lnTo>
                    <a:pt x="252" y="646"/>
                  </a:lnTo>
                  <a:lnTo>
                    <a:pt x="286" y="652"/>
                  </a:lnTo>
                  <a:lnTo>
                    <a:pt x="318" y="654"/>
                  </a:lnTo>
                  <a:lnTo>
                    <a:pt x="350" y="654"/>
                  </a:lnTo>
                  <a:lnTo>
                    <a:pt x="382" y="650"/>
                  </a:lnTo>
                  <a:lnTo>
                    <a:pt x="414" y="644"/>
                  </a:lnTo>
                  <a:lnTo>
                    <a:pt x="444" y="634"/>
                  </a:lnTo>
                  <a:lnTo>
                    <a:pt x="472" y="622"/>
                  </a:lnTo>
                  <a:lnTo>
                    <a:pt x="500" y="606"/>
                  </a:lnTo>
                  <a:lnTo>
                    <a:pt x="525" y="588"/>
                  </a:lnTo>
                  <a:lnTo>
                    <a:pt x="549" y="568"/>
                  </a:lnTo>
                  <a:lnTo>
                    <a:pt x="571" y="546"/>
                  </a:lnTo>
                  <a:lnTo>
                    <a:pt x="591" y="522"/>
                  </a:lnTo>
                  <a:lnTo>
                    <a:pt x="609" y="494"/>
                  </a:lnTo>
                  <a:lnTo>
                    <a:pt x="625" y="466"/>
                  </a:lnTo>
                  <a:lnTo>
                    <a:pt x="637" y="436"/>
                  </a:lnTo>
                  <a:lnTo>
                    <a:pt x="647" y="404"/>
                  </a:lnTo>
                  <a:lnTo>
                    <a:pt x="653" y="370"/>
                  </a:lnTo>
                  <a:lnTo>
                    <a:pt x="655" y="338"/>
                  </a:lnTo>
                  <a:lnTo>
                    <a:pt x="655" y="306"/>
                  </a:lnTo>
                  <a:lnTo>
                    <a:pt x="651" y="274"/>
                  </a:lnTo>
                  <a:lnTo>
                    <a:pt x="645" y="242"/>
                  </a:lnTo>
                  <a:lnTo>
                    <a:pt x="635" y="212"/>
                  </a:lnTo>
                  <a:lnTo>
                    <a:pt x="623" y="184"/>
                  </a:lnTo>
                  <a:lnTo>
                    <a:pt x="607" y="156"/>
                  </a:lnTo>
                  <a:lnTo>
                    <a:pt x="589" y="130"/>
                  </a:lnTo>
                  <a:lnTo>
                    <a:pt x="569" y="106"/>
                  </a:lnTo>
                  <a:lnTo>
                    <a:pt x="547" y="84"/>
                  </a:lnTo>
                  <a:lnTo>
                    <a:pt x="522" y="64"/>
                  </a:lnTo>
                  <a:lnTo>
                    <a:pt x="496" y="46"/>
                  </a:lnTo>
                  <a:lnTo>
                    <a:pt x="468" y="30"/>
                  </a:lnTo>
                  <a:lnTo>
                    <a:pt x="436" y="18"/>
                  </a:lnTo>
                  <a:lnTo>
                    <a:pt x="404" y="8"/>
                  </a:lnTo>
                  <a:close/>
                </a:path>
              </a:pathLst>
            </a:custGeom>
            <a:solidFill>
              <a:srgbClr val="9DCB3B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7" name="Freeform 176"/>
            <p:cNvSpPr/>
            <p:nvPr/>
          </p:nvSpPr>
          <p:spPr>
            <a:xfrm>
              <a:off x="836" y="257"/>
              <a:ext cx="641" cy="640"/>
            </a:xfrm>
            <a:custGeom>
              <a:avLst/>
              <a:gdLst/>
              <a:ahLst/>
              <a:cxnLst>
                <a:cxn ang="0">
                  <a:pos x="396" y="10"/>
                </a:cxn>
                <a:cxn ang="0">
                  <a:pos x="332" y="0"/>
                </a:cxn>
                <a:cxn ang="0">
                  <a:pos x="268" y="6"/>
                </a:cxn>
                <a:cxn ang="0">
                  <a:pos x="208" y="22"/>
                </a:cxn>
                <a:cxn ang="0">
                  <a:pos x="154" y="48"/>
                </a:cxn>
                <a:cxn ang="0">
                  <a:pos x="104" y="86"/>
                </a:cxn>
                <a:cxn ang="0">
                  <a:pos x="62" y="132"/>
                </a:cxn>
                <a:cxn ang="0">
                  <a:pos x="30" y="186"/>
                </a:cxn>
                <a:cxn ang="0">
                  <a:pos x="10" y="246"/>
                </a:cxn>
                <a:cxn ang="0">
                  <a:pos x="4" y="278"/>
                </a:cxn>
                <a:cxn ang="0">
                  <a:pos x="2" y="342"/>
                </a:cxn>
                <a:cxn ang="0">
                  <a:pos x="12" y="404"/>
                </a:cxn>
                <a:cxn ang="0">
                  <a:pos x="34" y="460"/>
                </a:cxn>
                <a:cxn ang="0">
                  <a:pos x="66" y="514"/>
                </a:cxn>
                <a:cxn ang="0">
                  <a:pos x="108" y="558"/>
                </a:cxn>
                <a:cxn ang="0">
                  <a:pos x="158" y="596"/>
                </a:cxn>
                <a:cxn ang="0">
                  <a:pos x="216" y="622"/>
                </a:cxn>
                <a:cxn ang="0">
                  <a:pos x="246" y="632"/>
                </a:cxn>
                <a:cxn ang="0">
                  <a:pos x="310" y="640"/>
                </a:cxn>
                <a:cxn ang="0">
                  <a:pos x="374" y="636"/>
                </a:cxn>
                <a:cxn ang="0">
                  <a:pos x="434" y="620"/>
                </a:cxn>
                <a:cxn ang="0">
                  <a:pos x="488" y="594"/>
                </a:cxn>
                <a:cxn ang="0">
                  <a:pos x="537" y="556"/>
                </a:cxn>
                <a:cxn ang="0">
                  <a:pos x="579" y="510"/>
                </a:cxn>
                <a:cxn ang="0">
                  <a:pos x="611" y="456"/>
                </a:cxn>
                <a:cxn ang="0">
                  <a:pos x="631" y="396"/>
                </a:cxn>
                <a:cxn ang="0">
                  <a:pos x="637" y="364"/>
                </a:cxn>
                <a:cxn ang="0">
                  <a:pos x="639" y="300"/>
                </a:cxn>
                <a:cxn ang="0">
                  <a:pos x="629" y="238"/>
                </a:cxn>
                <a:cxn ang="0">
                  <a:pos x="607" y="180"/>
                </a:cxn>
                <a:cxn ang="0">
                  <a:pos x="575" y="128"/>
                </a:cxn>
                <a:cxn ang="0">
                  <a:pos x="533" y="82"/>
                </a:cxn>
                <a:cxn ang="0">
                  <a:pos x="484" y="46"/>
                </a:cxn>
                <a:cxn ang="0">
                  <a:pos x="428" y="18"/>
                </a:cxn>
                <a:cxn ang="0">
                  <a:pos x="396" y="10"/>
                </a:cxn>
              </a:cxnLst>
              <a:rect l="0" t="0" r="0" b="0"/>
              <a:pathLst>
                <a:path w="641" h="640">
                  <a:moveTo>
                    <a:pt x="396" y="10"/>
                  </a:moveTo>
                  <a:lnTo>
                    <a:pt x="396" y="10"/>
                  </a:lnTo>
                  <a:lnTo>
                    <a:pt x="364" y="4"/>
                  </a:lnTo>
                  <a:lnTo>
                    <a:pt x="332" y="0"/>
                  </a:lnTo>
                  <a:lnTo>
                    <a:pt x="300" y="2"/>
                  </a:lnTo>
                  <a:lnTo>
                    <a:pt x="268" y="6"/>
                  </a:lnTo>
                  <a:lnTo>
                    <a:pt x="238" y="12"/>
                  </a:lnTo>
                  <a:lnTo>
                    <a:pt x="208" y="22"/>
                  </a:lnTo>
                  <a:lnTo>
                    <a:pt x="180" y="34"/>
                  </a:lnTo>
                  <a:lnTo>
                    <a:pt x="154" y="48"/>
                  </a:lnTo>
                  <a:lnTo>
                    <a:pt x="128" y="66"/>
                  </a:lnTo>
                  <a:lnTo>
                    <a:pt x="104" y="86"/>
                  </a:lnTo>
                  <a:lnTo>
                    <a:pt x="82" y="106"/>
                  </a:lnTo>
                  <a:lnTo>
                    <a:pt x="62" y="132"/>
                  </a:lnTo>
                  <a:lnTo>
                    <a:pt x="46" y="158"/>
                  </a:lnTo>
                  <a:lnTo>
                    <a:pt x="30" y="186"/>
                  </a:lnTo>
                  <a:lnTo>
                    <a:pt x="18" y="214"/>
                  </a:lnTo>
                  <a:lnTo>
                    <a:pt x="10" y="246"/>
                  </a:lnTo>
                  <a:lnTo>
                    <a:pt x="4" y="278"/>
                  </a:lnTo>
                  <a:lnTo>
                    <a:pt x="0" y="310"/>
                  </a:lnTo>
                  <a:lnTo>
                    <a:pt x="2" y="342"/>
                  </a:lnTo>
                  <a:lnTo>
                    <a:pt x="4" y="372"/>
                  </a:lnTo>
                  <a:lnTo>
                    <a:pt x="12" y="404"/>
                  </a:lnTo>
                  <a:lnTo>
                    <a:pt x="22" y="432"/>
                  </a:lnTo>
                  <a:lnTo>
                    <a:pt x="34" y="460"/>
                  </a:lnTo>
                  <a:lnTo>
                    <a:pt x="48" y="488"/>
                  </a:lnTo>
                  <a:lnTo>
                    <a:pt x="66" y="514"/>
                  </a:lnTo>
                  <a:lnTo>
                    <a:pt x="86" y="536"/>
                  </a:lnTo>
                  <a:lnTo>
                    <a:pt x="108" y="558"/>
                  </a:lnTo>
                  <a:lnTo>
                    <a:pt x="132" y="578"/>
                  </a:lnTo>
                  <a:lnTo>
                    <a:pt x="158" y="596"/>
                  </a:lnTo>
                  <a:lnTo>
                    <a:pt x="186" y="610"/>
                  </a:lnTo>
                  <a:lnTo>
                    <a:pt x="216" y="622"/>
                  </a:lnTo>
                  <a:lnTo>
                    <a:pt x="246" y="632"/>
                  </a:lnTo>
                  <a:lnTo>
                    <a:pt x="278" y="638"/>
                  </a:lnTo>
                  <a:lnTo>
                    <a:pt x="310" y="640"/>
                  </a:lnTo>
                  <a:lnTo>
                    <a:pt x="342" y="640"/>
                  </a:lnTo>
                  <a:lnTo>
                    <a:pt x="374" y="636"/>
                  </a:lnTo>
                  <a:lnTo>
                    <a:pt x="404" y="630"/>
                  </a:lnTo>
                  <a:lnTo>
                    <a:pt x="434" y="620"/>
                  </a:lnTo>
                  <a:lnTo>
                    <a:pt x="462" y="608"/>
                  </a:lnTo>
                  <a:lnTo>
                    <a:pt x="488" y="594"/>
                  </a:lnTo>
                  <a:lnTo>
                    <a:pt x="514" y="576"/>
                  </a:lnTo>
                  <a:lnTo>
                    <a:pt x="537" y="556"/>
                  </a:lnTo>
                  <a:lnTo>
                    <a:pt x="559" y="534"/>
                  </a:lnTo>
                  <a:lnTo>
                    <a:pt x="579" y="510"/>
                  </a:lnTo>
                  <a:lnTo>
                    <a:pt x="595" y="484"/>
                  </a:lnTo>
                  <a:lnTo>
                    <a:pt x="611" y="456"/>
                  </a:lnTo>
                  <a:lnTo>
                    <a:pt x="623" y="426"/>
                  </a:lnTo>
                  <a:lnTo>
                    <a:pt x="631" y="396"/>
                  </a:lnTo>
                  <a:lnTo>
                    <a:pt x="637" y="364"/>
                  </a:lnTo>
                  <a:lnTo>
                    <a:pt x="641" y="332"/>
                  </a:lnTo>
                  <a:lnTo>
                    <a:pt x="639" y="300"/>
                  </a:lnTo>
                  <a:lnTo>
                    <a:pt x="637" y="268"/>
                  </a:lnTo>
                  <a:lnTo>
                    <a:pt x="629" y="238"/>
                  </a:lnTo>
                  <a:lnTo>
                    <a:pt x="621" y="208"/>
                  </a:lnTo>
                  <a:lnTo>
                    <a:pt x="607" y="180"/>
                  </a:lnTo>
                  <a:lnTo>
                    <a:pt x="593" y="154"/>
                  </a:lnTo>
                  <a:lnTo>
                    <a:pt x="575" y="128"/>
                  </a:lnTo>
                  <a:lnTo>
                    <a:pt x="555" y="104"/>
                  </a:lnTo>
                  <a:lnTo>
                    <a:pt x="533" y="82"/>
                  </a:lnTo>
                  <a:lnTo>
                    <a:pt x="510" y="64"/>
                  </a:lnTo>
                  <a:lnTo>
                    <a:pt x="484" y="46"/>
                  </a:lnTo>
                  <a:lnTo>
                    <a:pt x="456" y="30"/>
                  </a:lnTo>
                  <a:lnTo>
                    <a:pt x="428" y="18"/>
                  </a:lnTo>
                  <a:lnTo>
                    <a:pt x="396" y="10"/>
                  </a:lnTo>
                  <a:close/>
                </a:path>
              </a:pathLst>
            </a:custGeom>
            <a:solidFill>
              <a:srgbClr val="9FCC3B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8" name="Freeform 177"/>
            <p:cNvSpPr/>
            <p:nvPr/>
          </p:nvSpPr>
          <p:spPr>
            <a:xfrm>
              <a:off x="844" y="263"/>
              <a:ext cx="625" cy="624"/>
            </a:xfrm>
            <a:custGeom>
              <a:avLst/>
              <a:gdLst/>
              <a:ahLst/>
              <a:cxnLst>
                <a:cxn ang="0">
                  <a:pos x="386" y="8"/>
                </a:cxn>
                <a:cxn ang="0">
                  <a:pos x="324" y="0"/>
                </a:cxn>
                <a:cxn ang="0">
                  <a:pos x="262" y="4"/>
                </a:cxn>
                <a:cxn ang="0">
                  <a:pos x="204" y="20"/>
                </a:cxn>
                <a:cxn ang="0">
                  <a:pos x="150" y="46"/>
                </a:cxn>
                <a:cxn ang="0">
                  <a:pos x="102" y="82"/>
                </a:cxn>
                <a:cxn ang="0">
                  <a:pos x="62" y="128"/>
                </a:cxn>
                <a:cxn ang="0">
                  <a:pos x="30" y="180"/>
                </a:cxn>
                <a:cxn ang="0">
                  <a:pos x="10" y="240"/>
                </a:cxn>
                <a:cxn ang="0">
                  <a:pos x="4" y="270"/>
                </a:cxn>
                <a:cxn ang="0">
                  <a:pos x="2" y="332"/>
                </a:cxn>
                <a:cxn ang="0">
                  <a:pos x="12" y="392"/>
                </a:cxn>
                <a:cxn ang="0">
                  <a:pos x="32" y="450"/>
                </a:cxn>
                <a:cxn ang="0">
                  <a:pos x="64" y="500"/>
                </a:cxn>
                <a:cxn ang="0">
                  <a:pos x="104" y="544"/>
                </a:cxn>
                <a:cxn ang="0">
                  <a:pos x="154" y="580"/>
                </a:cxn>
                <a:cxn ang="0">
                  <a:pos x="210" y="608"/>
                </a:cxn>
                <a:cxn ang="0">
                  <a:pos x="240" y="616"/>
                </a:cxn>
                <a:cxn ang="0">
                  <a:pos x="304" y="624"/>
                </a:cxn>
                <a:cxn ang="0">
                  <a:pos x="364" y="620"/>
                </a:cxn>
                <a:cxn ang="0">
                  <a:pos x="424" y="604"/>
                </a:cxn>
                <a:cxn ang="0">
                  <a:pos x="478" y="578"/>
                </a:cxn>
                <a:cxn ang="0">
                  <a:pos x="525" y="542"/>
                </a:cxn>
                <a:cxn ang="0">
                  <a:pos x="565" y="498"/>
                </a:cxn>
                <a:cxn ang="0">
                  <a:pos x="597" y="444"/>
                </a:cxn>
                <a:cxn ang="0">
                  <a:pos x="617" y="386"/>
                </a:cxn>
                <a:cxn ang="0">
                  <a:pos x="623" y="354"/>
                </a:cxn>
                <a:cxn ang="0">
                  <a:pos x="625" y="292"/>
                </a:cxn>
                <a:cxn ang="0">
                  <a:pos x="615" y="232"/>
                </a:cxn>
                <a:cxn ang="0">
                  <a:pos x="593" y="176"/>
                </a:cxn>
                <a:cxn ang="0">
                  <a:pos x="563" y="124"/>
                </a:cxn>
                <a:cxn ang="0">
                  <a:pos x="521" y="80"/>
                </a:cxn>
                <a:cxn ang="0">
                  <a:pos x="474" y="44"/>
                </a:cxn>
                <a:cxn ang="0">
                  <a:pos x="418" y="18"/>
                </a:cxn>
                <a:cxn ang="0">
                  <a:pos x="386" y="8"/>
                </a:cxn>
              </a:cxnLst>
              <a:rect l="0" t="0" r="0" b="0"/>
              <a:pathLst>
                <a:path w="625" h="624">
                  <a:moveTo>
                    <a:pt x="386" y="8"/>
                  </a:moveTo>
                  <a:lnTo>
                    <a:pt x="386" y="8"/>
                  </a:lnTo>
                  <a:lnTo>
                    <a:pt x="354" y="2"/>
                  </a:lnTo>
                  <a:lnTo>
                    <a:pt x="324" y="0"/>
                  </a:lnTo>
                  <a:lnTo>
                    <a:pt x="292" y="0"/>
                  </a:lnTo>
                  <a:lnTo>
                    <a:pt x="262" y="4"/>
                  </a:lnTo>
                  <a:lnTo>
                    <a:pt x="232" y="10"/>
                  </a:lnTo>
                  <a:lnTo>
                    <a:pt x="204" y="20"/>
                  </a:lnTo>
                  <a:lnTo>
                    <a:pt x="176" y="32"/>
                  </a:lnTo>
                  <a:lnTo>
                    <a:pt x="150" y="46"/>
                  </a:lnTo>
                  <a:lnTo>
                    <a:pt x="126" y="64"/>
                  </a:lnTo>
                  <a:lnTo>
                    <a:pt x="102" y="82"/>
                  </a:lnTo>
                  <a:lnTo>
                    <a:pt x="80" y="104"/>
                  </a:lnTo>
                  <a:lnTo>
                    <a:pt x="62" y="128"/>
                  </a:lnTo>
                  <a:lnTo>
                    <a:pt x="44" y="152"/>
                  </a:lnTo>
                  <a:lnTo>
                    <a:pt x="30" y="180"/>
                  </a:lnTo>
                  <a:lnTo>
                    <a:pt x="18" y="208"/>
                  </a:lnTo>
                  <a:lnTo>
                    <a:pt x="10" y="240"/>
                  </a:lnTo>
                  <a:lnTo>
                    <a:pt x="4" y="270"/>
                  </a:lnTo>
                  <a:lnTo>
                    <a:pt x="0" y="302"/>
                  </a:lnTo>
                  <a:lnTo>
                    <a:pt x="2" y="332"/>
                  </a:lnTo>
                  <a:lnTo>
                    <a:pt x="4" y="364"/>
                  </a:lnTo>
                  <a:lnTo>
                    <a:pt x="12" y="392"/>
                  </a:lnTo>
                  <a:lnTo>
                    <a:pt x="20" y="422"/>
                  </a:lnTo>
                  <a:lnTo>
                    <a:pt x="32" y="450"/>
                  </a:lnTo>
                  <a:lnTo>
                    <a:pt x="48" y="476"/>
                  </a:lnTo>
                  <a:lnTo>
                    <a:pt x="64" y="500"/>
                  </a:lnTo>
                  <a:lnTo>
                    <a:pt x="84" y="524"/>
                  </a:lnTo>
                  <a:lnTo>
                    <a:pt x="104" y="544"/>
                  </a:lnTo>
                  <a:lnTo>
                    <a:pt x="128" y="564"/>
                  </a:lnTo>
                  <a:lnTo>
                    <a:pt x="154" y="580"/>
                  </a:lnTo>
                  <a:lnTo>
                    <a:pt x="182" y="596"/>
                  </a:lnTo>
                  <a:lnTo>
                    <a:pt x="210" y="608"/>
                  </a:lnTo>
                  <a:lnTo>
                    <a:pt x="240" y="616"/>
                  </a:lnTo>
                  <a:lnTo>
                    <a:pt x="272" y="622"/>
                  </a:lnTo>
                  <a:lnTo>
                    <a:pt x="304" y="624"/>
                  </a:lnTo>
                  <a:lnTo>
                    <a:pt x="334" y="624"/>
                  </a:lnTo>
                  <a:lnTo>
                    <a:pt x="364" y="620"/>
                  </a:lnTo>
                  <a:lnTo>
                    <a:pt x="394" y="614"/>
                  </a:lnTo>
                  <a:lnTo>
                    <a:pt x="424" y="604"/>
                  </a:lnTo>
                  <a:lnTo>
                    <a:pt x="450" y="592"/>
                  </a:lnTo>
                  <a:lnTo>
                    <a:pt x="478" y="578"/>
                  </a:lnTo>
                  <a:lnTo>
                    <a:pt x="502" y="562"/>
                  </a:lnTo>
                  <a:lnTo>
                    <a:pt x="525" y="542"/>
                  </a:lnTo>
                  <a:lnTo>
                    <a:pt x="545" y="522"/>
                  </a:lnTo>
                  <a:lnTo>
                    <a:pt x="565" y="498"/>
                  </a:lnTo>
                  <a:lnTo>
                    <a:pt x="581" y="472"/>
                  </a:lnTo>
                  <a:lnTo>
                    <a:pt x="597" y="444"/>
                  </a:lnTo>
                  <a:lnTo>
                    <a:pt x="607" y="416"/>
                  </a:lnTo>
                  <a:lnTo>
                    <a:pt x="617" y="386"/>
                  </a:lnTo>
                  <a:lnTo>
                    <a:pt x="623" y="354"/>
                  </a:lnTo>
                  <a:lnTo>
                    <a:pt x="625" y="322"/>
                  </a:lnTo>
                  <a:lnTo>
                    <a:pt x="625" y="292"/>
                  </a:lnTo>
                  <a:lnTo>
                    <a:pt x="621" y="262"/>
                  </a:lnTo>
                  <a:lnTo>
                    <a:pt x="615" y="232"/>
                  </a:lnTo>
                  <a:lnTo>
                    <a:pt x="605" y="204"/>
                  </a:lnTo>
                  <a:lnTo>
                    <a:pt x="593" y="176"/>
                  </a:lnTo>
                  <a:lnTo>
                    <a:pt x="579" y="150"/>
                  </a:lnTo>
                  <a:lnTo>
                    <a:pt x="563" y="124"/>
                  </a:lnTo>
                  <a:lnTo>
                    <a:pt x="543" y="102"/>
                  </a:lnTo>
                  <a:lnTo>
                    <a:pt x="521" y="80"/>
                  </a:lnTo>
                  <a:lnTo>
                    <a:pt x="498" y="60"/>
                  </a:lnTo>
                  <a:lnTo>
                    <a:pt x="474" y="44"/>
                  </a:lnTo>
                  <a:lnTo>
                    <a:pt x="446" y="30"/>
                  </a:lnTo>
                  <a:lnTo>
                    <a:pt x="418" y="18"/>
                  </a:lnTo>
                  <a:lnTo>
                    <a:pt x="386" y="8"/>
                  </a:lnTo>
                  <a:close/>
                </a:path>
              </a:pathLst>
            </a:custGeom>
            <a:solidFill>
              <a:srgbClr val="A1CD3A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9" name="Freeform 178"/>
            <p:cNvSpPr/>
            <p:nvPr/>
          </p:nvSpPr>
          <p:spPr>
            <a:xfrm>
              <a:off x="854" y="269"/>
              <a:ext cx="609" cy="608"/>
            </a:xfrm>
            <a:custGeom>
              <a:avLst/>
              <a:gdLst/>
              <a:ahLst/>
              <a:cxnLst>
                <a:cxn ang="0">
                  <a:pos x="376" y="8"/>
                </a:cxn>
                <a:cxn ang="0">
                  <a:pos x="314" y="0"/>
                </a:cxn>
                <a:cxn ang="0">
                  <a:pos x="254" y="4"/>
                </a:cxn>
                <a:cxn ang="0">
                  <a:pos x="198" y="18"/>
                </a:cxn>
                <a:cxn ang="0">
                  <a:pos x="144" y="44"/>
                </a:cxn>
                <a:cxn ang="0">
                  <a:pos x="98" y="80"/>
                </a:cxn>
                <a:cxn ang="0">
                  <a:pos x="58" y="124"/>
                </a:cxn>
                <a:cxn ang="0">
                  <a:pos x="28" y="174"/>
                </a:cxn>
                <a:cxn ang="0">
                  <a:pos x="8" y="232"/>
                </a:cxn>
                <a:cxn ang="0">
                  <a:pos x="2" y="264"/>
                </a:cxn>
                <a:cxn ang="0">
                  <a:pos x="0" y="324"/>
                </a:cxn>
                <a:cxn ang="0">
                  <a:pos x="10" y="382"/>
                </a:cxn>
                <a:cxn ang="0">
                  <a:pos x="30" y="438"/>
                </a:cxn>
                <a:cxn ang="0">
                  <a:pos x="60" y="488"/>
                </a:cxn>
                <a:cxn ang="0">
                  <a:pos x="100" y="530"/>
                </a:cxn>
                <a:cxn ang="0">
                  <a:pos x="148" y="566"/>
                </a:cxn>
                <a:cxn ang="0">
                  <a:pos x="204" y="592"/>
                </a:cxn>
                <a:cxn ang="0">
                  <a:pos x="234" y="600"/>
                </a:cxn>
                <a:cxn ang="0">
                  <a:pos x="294" y="608"/>
                </a:cxn>
                <a:cxn ang="0">
                  <a:pos x="354" y="604"/>
                </a:cxn>
                <a:cxn ang="0">
                  <a:pos x="412" y="590"/>
                </a:cxn>
                <a:cxn ang="0">
                  <a:pos x="464" y="564"/>
                </a:cxn>
                <a:cxn ang="0">
                  <a:pos x="509" y="528"/>
                </a:cxn>
                <a:cxn ang="0">
                  <a:pos x="549" y="484"/>
                </a:cxn>
                <a:cxn ang="0">
                  <a:pos x="579" y="434"/>
                </a:cxn>
                <a:cxn ang="0">
                  <a:pos x="601" y="376"/>
                </a:cxn>
                <a:cxn ang="0">
                  <a:pos x="605" y="344"/>
                </a:cxn>
                <a:cxn ang="0">
                  <a:pos x="607" y="284"/>
                </a:cxn>
                <a:cxn ang="0">
                  <a:pos x="599" y="226"/>
                </a:cxn>
                <a:cxn ang="0">
                  <a:pos x="577" y="170"/>
                </a:cxn>
                <a:cxn ang="0">
                  <a:pos x="547" y="120"/>
                </a:cxn>
                <a:cxn ang="0">
                  <a:pos x="507" y="78"/>
                </a:cxn>
                <a:cxn ang="0">
                  <a:pos x="460" y="42"/>
                </a:cxn>
                <a:cxn ang="0">
                  <a:pos x="406" y="16"/>
                </a:cxn>
                <a:cxn ang="0">
                  <a:pos x="376" y="8"/>
                </a:cxn>
              </a:cxnLst>
              <a:rect l="0" t="0" r="0" b="0"/>
              <a:pathLst>
                <a:path w="609" h="608">
                  <a:moveTo>
                    <a:pt x="376" y="8"/>
                  </a:moveTo>
                  <a:lnTo>
                    <a:pt x="376" y="8"/>
                  </a:lnTo>
                  <a:lnTo>
                    <a:pt x="344" y="2"/>
                  </a:lnTo>
                  <a:lnTo>
                    <a:pt x="314" y="0"/>
                  </a:lnTo>
                  <a:lnTo>
                    <a:pt x="284" y="0"/>
                  </a:lnTo>
                  <a:lnTo>
                    <a:pt x="254" y="4"/>
                  </a:lnTo>
                  <a:lnTo>
                    <a:pt x="226" y="10"/>
                  </a:lnTo>
                  <a:lnTo>
                    <a:pt x="198" y="18"/>
                  </a:lnTo>
                  <a:lnTo>
                    <a:pt x="170" y="30"/>
                  </a:lnTo>
                  <a:lnTo>
                    <a:pt x="144" y="44"/>
                  </a:lnTo>
                  <a:lnTo>
                    <a:pt x="120" y="60"/>
                  </a:lnTo>
                  <a:lnTo>
                    <a:pt x="98" y="80"/>
                  </a:lnTo>
                  <a:lnTo>
                    <a:pt x="76" y="100"/>
                  </a:lnTo>
                  <a:lnTo>
                    <a:pt x="58" y="124"/>
                  </a:lnTo>
                  <a:lnTo>
                    <a:pt x="42" y="148"/>
                  </a:lnTo>
                  <a:lnTo>
                    <a:pt x="28" y="174"/>
                  </a:lnTo>
                  <a:lnTo>
                    <a:pt x="16" y="202"/>
                  </a:lnTo>
                  <a:lnTo>
                    <a:pt x="8" y="232"/>
                  </a:lnTo>
                  <a:lnTo>
                    <a:pt x="2" y="264"/>
                  </a:lnTo>
                  <a:lnTo>
                    <a:pt x="0" y="294"/>
                  </a:lnTo>
                  <a:lnTo>
                    <a:pt x="0" y="324"/>
                  </a:lnTo>
                  <a:lnTo>
                    <a:pt x="4" y="354"/>
                  </a:lnTo>
                  <a:lnTo>
                    <a:pt x="10" y="382"/>
                  </a:lnTo>
                  <a:lnTo>
                    <a:pt x="18" y="410"/>
                  </a:lnTo>
                  <a:lnTo>
                    <a:pt x="30" y="438"/>
                  </a:lnTo>
                  <a:lnTo>
                    <a:pt x="44" y="464"/>
                  </a:lnTo>
                  <a:lnTo>
                    <a:pt x="60" y="488"/>
                  </a:lnTo>
                  <a:lnTo>
                    <a:pt x="80" y="510"/>
                  </a:lnTo>
                  <a:lnTo>
                    <a:pt x="100" y="530"/>
                  </a:lnTo>
                  <a:lnTo>
                    <a:pt x="124" y="550"/>
                  </a:lnTo>
                  <a:lnTo>
                    <a:pt x="148" y="566"/>
                  </a:lnTo>
                  <a:lnTo>
                    <a:pt x="174" y="580"/>
                  </a:lnTo>
                  <a:lnTo>
                    <a:pt x="204" y="592"/>
                  </a:lnTo>
                  <a:lnTo>
                    <a:pt x="234" y="600"/>
                  </a:lnTo>
                  <a:lnTo>
                    <a:pt x="264" y="606"/>
                  </a:lnTo>
                  <a:lnTo>
                    <a:pt x="294" y="608"/>
                  </a:lnTo>
                  <a:lnTo>
                    <a:pt x="324" y="608"/>
                  </a:lnTo>
                  <a:lnTo>
                    <a:pt x="354" y="604"/>
                  </a:lnTo>
                  <a:lnTo>
                    <a:pt x="384" y="598"/>
                  </a:lnTo>
                  <a:lnTo>
                    <a:pt x="412" y="590"/>
                  </a:lnTo>
                  <a:lnTo>
                    <a:pt x="438" y="578"/>
                  </a:lnTo>
                  <a:lnTo>
                    <a:pt x="464" y="564"/>
                  </a:lnTo>
                  <a:lnTo>
                    <a:pt x="488" y="548"/>
                  </a:lnTo>
                  <a:lnTo>
                    <a:pt x="509" y="528"/>
                  </a:lnTo>
                  <a:lnTo>
                    <a:pt x="531" y="508"/>
                  </a:lnTo>
                  <a:lnTo>
                    <a:pt x="549" y="484"/>
                  </a:lnTo>
                  <a:lnTo>
                    <a:pt x="565" y="460"/>
                  </a:lnTo>
                  <a:lnTo>
                    <a:pt x="579" y="434"/>
                  </a:lnTo>
                  <a:lnTo>
                    <a:pt x="591" y="404"/>
                  </a:lnTo>
                  <a:lnTo>
                    <a:pt x="601" y="376"/>
                  </a:lnTo>
                  <a:lnTo>
                    <a:pt x="605" y="344"/>
                  </a:lnTo>
                  <a:lnTo>
                    <a:pt x="609" y="314"/>
                  </a:lnTo>
                  <a:lnTo>
                    <a:pt x="607" y="284"/>
                  </a:lnTo>
                  <a:lnTo>
                    <a:pt x="605" y="254"/>
                  </a:lnTo>
                  <a:lnTo>
                    <a:pt x="599" y="226"/>
                  </a:lnTo>
                  <a:lnTo>
                    <a:pt x="589" y="198"/>
                  </a:lnTo>
                  <a:lnTo>
                    <a:pt x="577" y="170"/>
                  </a:lnTo>
                  <a:lnTo>
                    <a:pt x="563" y="144"/>
                  </a:lnTo>
                  <a:lnTo>
                    <a:pt x="547" y="120"/>
                  </a:lnTo>
                  <a:lnTo>
                    <a:pt x="527" y="98"/>
                  </a:lnTo>
                  <a:lnTo>
                    <a:pt x="507" y="78"/>
                  </a:lnTo>
                  <a:lnTo>
                    <a:pt x="486" y="58"/>
                  </a:lnTo>
                  <a:lnTo>
                    <a:pt x="460" y="42"/>
                  </a:lnTo>
                  <a:lnTo>
                    <a:pt x="434" y="28"/>
                  </a:lnTo>
                  <a:lnTo>
                    <a:pt x="406" y="16"/>
                  </a:lnTo>
                  <a:lnTo>
                    <a:pt x="376" y="8"/>
                  </a:lnTo>
                  <a:close/>
                </a:path>
              </a:pathLst>
            </a:custGeom>
            <a:solidFill>
              <a:srgbClr val="A3CD3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0" name="Freeform 179"/>
            <p:cNvSpPr/>
            <p:nvPr/>
          </p:nvSpPr>
          <p:spPr>
            <a:xfrm>
              <a:off x="862" y="273"/>
              <a:ext cx="593" cy="594"/>
            </a:xfrm>
            <a:custGeom>
              <a:avLst/>
              <a:gdLst/>
              <a:ahLst/>
              <a:cxnLst>
                <a:cxn ang="0">
                  <a:pos x="366" y="8"/>
                </a:cxn>
                <a:cxn ang="0">
                  <a:pos x="306" y="0"/>
                </a:cxn>
                <a:cxn ang="0">
                  <a:pos x="248" y="4"/>
                </a:cxn>
                <a:cxn ang="0">
                  <a:pos x="192" y="20"/>
                </a:cxn>
                <a:cxn ang="0">
                  <a:pos x="142" y="44"/>
                </a:cxn>
                <a:cxn ang="0">
                  <a:pos x="96" y="78"/>
                </a:cxn>
                <a:cxn ang="0">
                  <a:pos x="56" y="122"/>
                </a:cxn>
                <a:cxn ang="0">
                  <a:pos x="28" y="172"/>
                </a:cxn>
                <a:cxn ang="0">
                  <a:pos x="8" y="228"/>
                </a:cxn>
                <a:cxn ang="0">
                  <a:pos x="2" y="258"/>
                </a:cxn>
                <a:cxn ang="0">
                  <a:pos x="0" y="318"/>
                </a:cxn>
                <a:cxn ang="0">
                  <a:pos x="10" y="374"/>
                </a:cxn>
                <a:cxn ang="0">
                  <a:pos x="30" y="428"/>
                </a:cxn>
                <a:cxn ang="0">
                  <a:pos x="60" y="476"/>
                </a:cxn>
                <a:cxn ang="0">
                  <a:pos x="98" y="518"/>
                </a:cxn>
                <a:cxn ang="0">
                  <a:pos x="144" y="552"/>
                </a:cxn>
                <a:cxn ang="0">
                  <a:pos x="198" y="578"/>
                </a:cxn>
                <a:cxn ang="0">
                  <a:pos x="228" y="586"/>
                </a:cxn>
                <a:cxn ang="0">
                  <a:pos x="288" y="594"/>
                </a:cxn>
                <a:cxn ang="0">
                  <a:pos x="346" y="590"/>
                </a:cxn>
                <a:cxn ang="0">
                  <a:pos x="402" y="576"/>
                </a:cxn>
                <a:cxn ang="0">
                  <a:pos x="452" y="550"/>
                </a:cxn>
                <a:cxn ang="0">
                  <a:pos x="497" y="516"/>
                </a:cxn>
                <a:cxn ang="0">
                  <a:pos x="535" y="474"/>
                </a:cxn>
                <a:cxn ang="0">
                  <a:pos x="565" y="424"/>
                </a:cxn>
                <a:cxn ang="0">
                  <a:pos x="585" y="366"/>
                </a:cxn>
                <a:cxn ang="0">
                  <a:pos x="591" y="338"/>
                </a:cxn>
                <a:cxn ang="0">
                  <a:pos x="593" y="278"/>
                </a:cxn>
                <a:cxn ang="0">
                  <a:pos x="583" y="220"/>
                </a:cxn>
                <a:cxn ang="0">
                  <a:pos x="563" y="168"/>
                </a:cxn>
                <a:cxn ang="0">
                  <a:pos x="533" y="118"/>
                </a:cxn>
                <a:cxn ang="0">
                  <a:pos x="495" y="76"/>
                </a:cxn>
                <a:cxn ang="0">
                  <a:pos x="448" y="42"/>
                </a:cxn>
                <a:cxn ang="0">
                  <a:pos x="396" y="18"/>
                </a:cxn>
                <a:cxn ang="0">
                  <a:pos x="366" y="8"/>
                </a:cxn>
              </a:cxnLst>
              <a:rect l="0" t="0" r="0" b="0"/>
              <a:pathLst>
                <a:path w="593" h="594">
                  <a:moveTo>
                    <a:pt x="366" y="8"/>
                  </a:moveTo>
                  <a:lnTo>
                    <a:pt x="366" y="8"/>
                  </a:lnTo>
                  <a:lnTo>
                    <a:pt x="336" y="2"/>
                  </a:lnTo>
                  <a:lnTo>
                    <a:pt x="306" y="0"/>
                  </a:lnTo>
                  <a:lnTo>
                    <a:pt x="276" y="0"/>
                  </a:lnTo>
                  <a:lnTo>
                    <a:pt x="248" y="4"/>
                  </a:lnTo>
                  <a:lnTo>
                    <a:pt x="220" y="10"/>
                  </a:lnTo>
                  <a:lnTo>
                    <a:pt x="192" y="20"/>
                  </a:lnTo>
                  <a:lnTo>
                    <a:pt x="166" y="30"/>
                  </a:lnTo>
                  <a:lnTo>
                    <a:pt x="142" y="44"/>
                  </a:lnTo>
                  <a:lnTo>
                    <a:pt x="118" y="60"/>
                  </a:lnTo>
                  <a:lnTo>
                    <a:pt x="96" y="78"/>
                  </a:lnTo>
                  <a:lnTo>
                    <a:pt x="76" y="98"/>
                  </a:lnTo>
                  <a:lnTo>
                    <a:pt x="56" y="122"/>
                  </a:lnTo>
                  <a:lnTo>
                    <a:pt x="40" y="146"/>
                  </a:lnTo>
                  <a:lnTo>
                    <a:pt x="28" y="172"/>
                  </a:lnTo>
                  <a:lnTo>
                    <a:pt x="16" y="198"/>
                  </a:lnTo>
                  <a:lnTo>
                    <a:pt x="8" y="228"/>
                  </a:lnTo>
                  <a:lnTo>
                    <a:pt x="2" y="258"/>
                  </a:lnTo>
                  <a:lnTo>
                    <a:pt x="0" y="288"/>
                  </a:lnTo>
                  <a:lnTo>
                    <a:pt x="0" y="318"/>
                  </a:lnTo>
                  <a:lnTo>
                    <a:pt x="4" y="346"/>
                  </a:lnTo>
                  <a:lnTo>
                    <a:pt x="10" y="374"/>
                  </a:lnTo>
                  <a:lnTo>
                    <a:pt x="18" y="402"/>
                  </a:lnTo>
                  <a:lnTo>
                    <a:pt x="30" y="428"/>
                  </a:lnTo>
                  <a:lnTo>
                    <a:pt x="44" y="452"/>
                  </a:lnTo>
                  <a:lnTo>
                    <a:pt x="60" y="476"/>
                  </a:lnTo>
                  <a:lnTo>
                    <a:pt x="78" y="498"/>
                  </a:lnTo>
                  <a:lnTo>
                    <a:pt x="98" y="518"/>
                  </a:lnTo>
                  <a:lnTo>
                    <a:pt x="120" y="536"/>
                  </a:lnTo>
                  <a:lnTo>
                    <a:pt x="144" y="552"/>
                  </a:lnTo>
                  <a:lnTo>
                    <a:pt x="170" y="566"/>
                  </a:lnTo>
                  <a:lnTo>
                    <a:pt x="198" y="578"/>
                  </a:lnTo>
                  <a:lnTo>
                    <a:pt x="228" y="586"/>
                  </a:lnTo>
                  <a:lnTo>
                    <a:pt x="258" y="592"/>
                  </a:lnTo>
                  <a:lnTo>
                    <a:pt x="288" y="594"/>
                  </a:lnTo>
                  <a:lnTo>
                    <a:pt x="316" y="594"/>
                  </a:lnTo>
                  <a:lnTo>
                    <a:pt x="346" y="590"/>
                  </a:lnTo>
                  <a:lnTo>
                    <a:pt x="374" y="584"/>
                  </a:lnTo>
                  <a:lnTo>
                    <a:pt x="402" y="576"/>
                  </a:lnTo>
                  <a:lnTo>
                    <a:pt x="428" y="564"/>
                  </a:lnTo>
                  <a:lnTo>
                    <a:pt x="452" y="550"/>
                  </a:lnTo>
                  <a:lnTo>
                    <a:pt x="476" y="534"/>
                  </a:lnTo>
                  <a:lnTo>
                    <a:pt x="497" y="516"/>
                  </a:lnTo>
                  <a:lnTo>
                    <a:pt x="517" y="496"/>
                  </a:lnTo>
                  <a:lnTo>
                    <a:pt x="535" y="474"/>
                  </a:lnTo>
                  <a:lnTo>
                    <a:pt x="551" y="450"/>
                  </a:lnTo>
                  <a:lnTo>
                    <a:pt x="565" y="424"/>
                  </a:lnTo>
                  <a:lnTo>
                    <a:pt x="577" y="396"/>
                  </a:lnTo>
                  <a:lnTo>
                    <a:pt x="585" y="366"/>
                  </a:lnTo>
                  <a:lnTo>
                    <a:pt x="591" y="338"/>
                  </a:lnTo>
                  <a:lnTo>
                    <a:pt x="593" y="308"/>
                  </a:lnTo>
                  <a:lnTo>
                    <a:pt x="593" y="278"/>
                  </a:lnTo>
                  <a:lnTo>
                    <a:pt x="589" y="250"/>
                  </a:lnTo>
                  <a:lnTo>
                    <a:pt x="583" y="220"/>
                  </a:lnTo>
                  <a:lnTo>
                    <a:pt x="575" y="194"/>
                  </a:lnTo>
                  <a:lnTo>
                    <a:pt x="563" y="168"/>
                  </a:lnTo>
                  <a:lnTo>
                    <a:pt x="549" y="142"/>
                  </a:lnTo>
                  <a:lnTo>
                    <a:pt x="533" y="118"/>
                  </a:lnTo>
                  <a:lnTo>
                    <a:pt x="515" y="96"/>
                  </a:lnTo>
                  <a:lnTo>
                    <a:pt x="495" y="76"/>
                  </a:lnTo>
                  <a:lnTo>
                    <a:pt x="474" y="58"/>
                  </a:lnTo>
                  <a:lnTo>
                    <a:pt x="448" y="42"/>
                  </a:lnTo>
                  <a:lnTo>
                    <a:pt x="422" y="28"/>
                  </a:lnTo>
                  <a:lnTo>
                    <a:pt x="396" y="18"/>
                  </a:lnTo>
                  <a:lnTo>
                    <a:pt x="366" y="8"/>
                  </a:lnTo>
                  <a:close/>
                </a:path>
              </a:pathLst>
            </a:custGeom>
            <a:solidFill>
              <a:srgbClr val="A5CE3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1" name="Freeform 180"/>
            <p:cNvSpPr/>
            <p:nvPr/>
          </p:nvSpPr>
          <p:spPr>
            <a:xfrm>
              <a:off x="870" y="279"/>
              <a:ext cx="579" cy="578"/>
            </a:xfrm>
            <a:custGeom>
              <a:avLst/>
              <a:gdLst/>
              <a:ahLst/>
              <a:cxnLst>
                <a:cxn ang="0">
                  <a:pos x="356" y="8"/>
                </a:cxn>
                <a:cxn ang="0">
                  <a:pos x="298" y="0"/>
                </a:cxn>
                <a:cxn ang="0">
                  <a:pos x="242" y="4"/>
                </a:cxn>
                <a:cxn ang="0">
                  <a:pos x="188" y="18"/>
                </a:cxn>
                <a:cxn ang="0">
                  <a:pos x="138" y="42"/>
                </a:cxn>
                <a:cxn ang="0">
                  <a:pos x="94" y="76"/>
                </a:cxn>
                <a:cxn ang="0">
                  <a:pos x="56" y="118"/>
                </a:cxn>
                <a:cxn ang="0">
                  <a:pos x="26" y="166"/>
                </a:cxn>
                <a:cxn ang="0">
                  <a:pos x="8" y="222"/>
                </a:cxn>
                <a:cxn ang="0">
                  <a:pos x="2" y="250"/>
                </a:cxn>
                <a:cxn ang="0">
                  <a:pos x="0" y="308"/>
                </a:cxn>
                <a:cxn ang="0">
                  <a:pos x="10" y="364"/>
                </a:cxn>
                <a:cxn ang="0">
                  <a:pos x="28" y="416"/>
                </a:cxn>
                <a:cxn ang="0">
                  <a:pos x="58" y="464"/>
                </a:cxn>
                <a:cxn ang="0">
                  <a:pos x="96" y="504"/>
                </a:cxn>
                <a:cxn ang="0">
                  <a:pos x="142" y="538"/>
                </a:cxn>
                <a:cxn ang="0">
                  <a:pos x="194" y="562"/>
                </a:cxn>
                <a:cxn ang="0">
                  <a:pos x="222" y="570"/>
                </a:cxn>
                <a:cxn ang="0">
                  <a:pos x="280" y="578"/>
                </a:cxn>
                <a:cxn ang="0">
                  <a:pos x="336" y="574"/>
                </a:cxn>
                <a:cxn ang="0">
                  <a:pos x="392" y="560"/>
                </a:cxn>
                <a:cxn ang="0">
                  <a:pos x="442" y="536"/>
                </a:cxn>
                <a:cxn ang="0">
                  <a:pos x="485" y="502"/>
                </a:cxn>
                <a:cxn ang="0">
                  <a:pos x="523" y="460"/>
                </a:cxn>
                <a:cxn ang="0">
                  <a:pos x="551" y="412"/>
                </a:cxn>
                <a:cxn ang="0">
                  <a:pos x="571" y="356"/>
                </a:cxn>
                <a:cxn ang="0">
                  <a:pos x="575" y="328"/>
                </a:cxn>
                <a:cxn ang="0">
                  <a:pos x="577" y="270"/>
                </a:cxn>
                <a:cxn ang="0">
                  <a:pos x="569" y="214"/>
                </a:cxn>
                <a:cxn ang="0">
                  <a:pos x="549" y="162"/>
                </a:cxn>
                <a:cxn ang="0">
                  <a:pos x="519" y="114"/>
                </a:cxn>
                <a:cxn ang="0">
                  <a:pos x="481" y="74"/>
                </a:cxn>
                <a:cxn ang="0">
                  <a:pos x="438" y="40"/>
                </a:cxn>
                <a:cxn ang="0">
                  <a:pos x="386" y="16"/>
                </a:cxn>
                <a:cxn ang="0">
                  <a:pos x="356" y="8"/>
                </a:cxn>
              </a:cxnLst>
              <a:rect l="0" t="0" r="0" b="0"/>
              <a:pathLst>
                <a:path w="579" h="578">
                  <a:moveTo>
                    <a:pt x="356" y="8"/>
                  </a:moveTo>
                  <a:lnTo>
                    <a:pt x="356" y="8"/>
                  </a:lnTo>
                  <a:lnTo>
                    <a:pt x="328" y="2"/>
                  </a:lnTo>
                  <a:lnTo>
                    <a:pt x="298" y="0"/>
                  </a:lnTo>
                  <a:lnTo>
                    <a:pt x="270" y="0"/>
                  </a:lnTo>
                  <a:lnTo>
                    <a:pt x="242" y="4"/>
                  </a:lnTo>
                  <a:lnTo>
                    <a:pt x="214" y="10"/>
                  </a:lnTo>
                  <a:lnTo>
                    <a:pt x="188" y="18"/>
                  </a:lnTo>
                  <a:lnTo>
                    <a:pt x="162" y="28"/>
                  </a:lnTo>
                  <a:lnTo>
                    <a:pt x="138" y="42"/>
                  </a:lnTo>
                  <a:lnTo>
                    <a:pt x="114" y="58"/>
                  </a:lnTo>
                  <a:lnTo>
                    <a:pt x="94" y="76"/>
                  </a:lnTo>
                  <a:lnTo>
                    <a:pt x="74" y="96"/>
                  </a:lnTo>
                  <a:lnTo>
                    <a:pt x="56" y="118"/>
                  </a:lnTo>
                  <a:lnTo>
                    <a:pt x="40" y="140"/>
                  </a:lnTo>
                  <a:lnTo>
                    <a:pt x="26" y="166"/>
                  </a:lnTo>
                  <a:lnTo>
                    <a:pt x="16" y="194"/>
                  </a:lnTo>
                  <a:lnTo>
                    <a:pt x="8" y="222"/>
                  </a:lnTo>
                  <a:lnTo>
                    <a:pt x="2" y="250"/>
                  </a:lnTo>
                  <a:lnTo>
                    <a:pt x="0" y="280"/>
                  </a:lnTo>
                  <a:lnTo>
                    <a:pt x="0" y="308"/>
                  </a:lnTo>
                  <a:lnTo>
                    <a:pt x="4" y="336"/>
                  </a:lnTo>
                  <a:lnTo>
                    <a:pt x="10" y="364"/>
                  </a:lnTo>
                  <a:lnTo>
                    <a:pt x="18" y="390"/>
                  </a:lnTo>
                  <a:lnTo>
                    <a:pt x="28" y="416"/>
                  </a:lnTo>
                  <a:lnTo>
                    <a:pt x="42" y="440"/>
                  </a:lnTo>
                  <a:lnTo>
                    <a:pt x="58" y="464"/>
                  </a:lnTo>
                  <a:lnTo>
                    <a:pt x="76" y="484"/>
                  </a:lnTo>
                  <a:lnTo>
                    <a:pt x="96" y="504"/>
                  </a:lnTo>
                  <a:lnTo>
                    <a:pt x="118" y="522"/>
                  </a:lnTo>
                  <a:lnTo>
                    <a:pt x="142" y="538"/>
                  </a:lnTo>
                  <a:lnTo>
                    <a:pt x="166" y="552"/>
                  </a:lnTo>
                  <a:lnTo>
                    <a:pt x="194" y="562"/>
                  </a:lnTo>
                  <a:lnTo>
                    <a:pt x="222" y="570"/>
                  </a:lnTo>
                  <a:lnTo>
                    <a:pt x="252" y="576"/>
                  </a:lnTo>
                  <a:lnTo>
                    <a:pt x="280" y="578"/>
                  </a:lnTo>
                  <a:lnTo>
                    <a:pt x="308" y="578"/>
                  </a:lnTo>
                  <a:lnTo>
                    <a:pt x="336" y="574"/>
                  </a:lnTo>
                  <a:lnTo>
                    <a:pt x="364" y="568"/>
                  </a:lnTo>
                  <a:lnTo>
                    <a:pt x="392" y="560"/>
                  </a:lnTo>
                  <a:lnTo>
                    <a:pt x="416" y="550"/>
                  </a:lnTo>
                  <a:lnTo>
                    <a:pt x="442" y="536"/>
                  </a:lnTo>
                  <a:lnTo>
                    <a:pt x="464" y="520"/>
                  </a:lnTo>
                  <a:lnTo>
                    <a:pt x="485" y="502"/>
                  </a:lnTo>
                  <a:lnTo>
                    <a:pt x="505" y="482"/>
                  </a:lnTo>
                  <a:lnTo>
                    <a:pt x="523" y="460"/>
                  </a:lnTo>
                  <a:lnTo>
                    <a:pt x="537" y="438"/>
                  </a:lnTo>
                  <a:lnTo>
                    <a:pt x="551" y="412"/>
                  </a:lnTo>
                  <a:lnTo>
                    <a:pt x="563" y="386"/>
                  </a:lnTo>
                  <a:lnTo>
                    <a:pt x="571" y="356"/>
                  </a:lnTo>
                  <a:lnTo>
                    <a:pt x="575" y="328"/>
                  </a:lnTo>
                  <a:lnTo>
                    <a:pt x="579" y="298"/>
                  </a:lnTo>
                  <a:lnTo>
                    <a:pt x="577" y="270"/>
                  </a:lnTo>
                  <a:lnTo>
                    <a:pt x="575" y="242"/>
                  </a:lnTo>
                  <a:lnTo>
                    <a:pt x="569" y="214"/>
                  </a:lnTo>
                  <a:lnTo>
                    <a:pt x="559" y="188"/>
                  </a:lnTo>
                  <a:lnTo>
                    <a:pt x="549" y="162"/>
                  </a:lnTo>
                  <a:lnTo>
                    <a:pt x="535" y="138"/>
                  </a:lnTo>
                  <a:lnTo>
                    <a:pt x="519" y="114"/>
                  </a:lnTo>
                  <a:lnTo>
                    <a:pt x="501" y="94"/>
                  </a:lnTo>
                  <a:lnTo>
                    <a:pt x="481" y="74"/>
                  </a:lnTo>
                  <a:lnTo>
                    <a:pt x="462" y="56"/>
                  </a:lnTo>
                  <a:lnTo>
                    <a:pt x="438" y="40"/>
                  </a:lnTo>
                  <a:lnTo>
                    <a:pt x="412" y="26"/>
                  </a:lnTo>
                  <a:lnTo>
                    <a:pt x="386" y="16"/>
                  </a:lnTo>
                  <a:lnTo>
                    <a:pt x="356" y="8"/>
                  </a:lnTo>
                  <a:close/>
                </a:path>
              </a:pathLst>
            </a:custGeom>
            <a:solidFill>
              <a:srgbClr val="A8CF38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2" name="Freeform 181"/>
            <p:cNvSpPr/>
            <p:nvPr/>
          </p:nvSpPr>
          <p:spPr>
            <a:xfrm>
              <a:off x="878" y="283"/>
              <a:ext cx="563" cy="564"/>
            </a:xfrm>
            <a:custGeom>
              <a:avLst/>
              <a:gdLst/>
              <a:ahLst/>
              <a:cxnLst>
                <a:cxn ang="0">
                  <a:pos x="348" y="8"/>
                </a:cxn>
                <a:cxn ang="0">
                  <a:pos x="292" y="0"/>
                </a:cxn>
                <a:cxn ang="0">
                  <a:pos x="236" y="4"/>
                </a:cxn>
                <a:cxn ang="0">
                  <a:pos x="182" y="18"/>
                </a:cxn>
                <a:cxn ang="0">
                  <a:pos x="134" y="42"/>
                </a:cxn>
                <a:cxn ang="0">
                  <a:pos x="90" y="74"/>
                </a:cxn>
                <a:cxn ang="0">
                  <a:pos x="54" y="116"/>
                </a:cxn>
                <a:cxn ang="0">
                  <a:pos x="26" y="164"/>
                </a:cxn>
                <a:cxn ang="0">
                  <a:pos x="8" y="216"/>
                </a:cxn>
                <a:cxn ang="0">
                  <a:pos x="2" y="246"/>
                </a:cxn>
                <a:cxn ang="0">
                  <a:pos x="0" y="302"/>
                </a:cxn>
                <a:cxn ang="0">
                  <a:pos x="10" y="356"/>
                </a:cxn>
                <a:cxn ang="0">
                  <a:pos x="28" y="406"/>
                </a:cxn>
                <a:cxn ang="0">
                  <a:pos x="56" y="452"/>
                </a:cxn>
                <a:cxn ang="0">
                  <a:pos x="94" y="492"/>
                </a:cxn>
                <a:cxn ang="0">
                  <a:pos x="138" y="526"/>
                </a:cxn>
                <a:cxn ang="0">
                  <a:pos x="188" y="548"/>
                </a:cxn>
                <a:cxn ang="0">
                  <a:pos x="216" y="556"/>
                </a:cxn>
                <a:cxn ang="0">
                  <a:pos x="272" y="564"/>
                </a:cxn>
                <a:cxn ang="0">
                  <a:pos x="328" y="560"/>
                </a:cxn>
                <a:cxn ang="0">
                  <a:pos x="380" y="546"/>
                </a:cxn>
                <a:cxn ang="0">
                  <a:pos x="430" y="522"/>
                </a:cxn>
                <a:cxn ang="0">
                  <a:pos x="472" y="490"/>
                </a:cxn>
                <a:cxn ang="0">
                  <a:pos x="509" y="450"/>
                </a:cxn>
                <a:cxn ang="0">
                  <a:pos x="537" y="402"/>
                </a:cxn>
                <a:cxn ang="0">
                  <a:pos x="555" y="348"/>
                </a:cxn>
                <a:cxn ang="0">
                  <a:pos x="561" y="320"/>
                </a:cxn>
                <a:cxn ang="0">
                  <a:pos x="563" y="264"/>
                </a:cxn>
                <a:cxn ang="0">
                  <a:pos x="553" y="210"/>
                </a:cxn>
                <a:cxn ang="0">
                  <a:pos x="535" y="160"/>
                </a:cxn>
                <a:cxn ang="0">
                  <a:pos x="507" y="114"/>
                </a:cxn>
                <a:cxn ang="0">
                  <a:pos x="470" y="72"/>
                </a:cxn>
                <a:cxn ang="0">
                  <a:pos x="426" y="40"/>
                </a:cxn>
                <a:cxn ang="0">
                  <a:pos x="376" y="16"/>
                </a:cxn>
                <a:cxn ang="0">
                  <a:pos x="348" y="8"/>
                </a:cxn>
              </a:cxnLst>
              <a:rect l="0" t="0" r="0" b="0"/>
              <a:pathLst>
                <a:path w="563" h="564">
                  <a:moveTo>
                    <a:pt x="348" y="8"/>
                  </a:moveTo>
                  <a:lnTo>
                    <a:pt x="348" y="8"/>
                  </a:lnTo>
                  <a:lnTo>
                    <a:pt x="320" y="4"/>
                  </a:lnTo>
                  <a:lnTo>
                    <a:pt x="292" y="0"/>
                  </a:lnTo>
                  <a:lnTo>
                    <a:pt x="264" y="2"/>
                  </a:lnTo>
                  <a:lnTo>
                    <a:pt x="236" y="4"/>
                  </a:lnTo>
                  <a:lnTo>
                    <a:pt x="208" y="10"/>
                  </a:lnTo>
                  <a:lnTo>
                    <a:pt x="182" y="18"/>
                  </a:lnTo>
                  <a:lnTo>
                    <a:pt x="158" y="30"/>
                  </a:lnTo>
                  <a:lnTo>
                    <a:pt x="134" y="42"/>
                  </a:lnTo>
                  <a:lnTo>
                    <a:pt x="112" y="58"/>
                  </a:lnTo>
                  <a:lnTo>
                    <a:pt x="90" y="74"/>
                  </a:lnTo>
                  <a:lnTo>
                    <a:pt x="72" y="94"/>
                  </a:lnTo>
                  <a:lnTo>
                    <a:pt x="54" y="116"/>
                  </a:lnTo>
                  <a:lnTo>
                    <a:pt x="40" y="138"/>
                  </a:lnTo>
                  <a:lnTo>
                    <a:pt x="26" y="164"/>
                  </a:lnTo>
                  <a:lnTo>
                    <a:pt x="16" y="190"/>
                  </a:lnTo>
                  <a:lnTo>
                    <a:pt x="8" y="216"/>
                  </a:lnTo>
                  <a:lnTo>
                    <a:pt x="2" y="246"/>
                  </a:lnTo>
                  <a:lnTo>
                    <a:pt x="0" y="274"/>
                  </a:lnTo>
                  <a:lnTo>
                    <a:pt x="0" y="302"/>
                  </a:lnTo>
                  <a:lnTo>
                    <a:pt x="4" y="328"/>
                  </a:lnTo>
                  <a:lnTo>
                    <a:pt x="10" y="356"/>
                  </a:lnTo>
                  <a:lnTo>
                    <a:pt x="18" y="382"/>
                  </a:lnTo>
                  <a:lnTo>
                    <a:pt x="28" y="406"/>
                  </a:lnTo>
                  <a:lnTo>
                    <a:pt x="42" y="430"/>
                  </a:lnTo>
                  <a:lnTo>
                    <a:pt x="56" y="452"/>
                  </a:lnTo>
                  <a:lnTo>
                    <a:pt x="74" y="474"/>
                  </a:lnTo>
                  <a:lnTo>
                    <a:pt x="94" y="492"/>
                  </a:lnTo>
                  <a:lnTo>
                    <a:pt x="114" y="510"/>
                  </a:lnTo>
                  <a:lnTo>
                    <a:pt x="138" y="526"/>
                  </a:lnTo>
                  <a:lnTo>
                    <a:pt x="162" y="538"/>
                  </a:lnTo>
                  <a:lnTo>
                    <a:pt x="188" y="548"/>
                  </a:lnTo>
                  <a:lnTo>
                    <a:pt x="216" y="556"/>
                  </a:lnTo>
                  <a:lnTo>
                    <a:pt x="244" y="562"/>
                  </a:lnTo>
                  <a:lnTo>
                    <a:pt x="272" y="564"/>
                  </a:lnTo>
                  <a:lnTo>
                    <a:pt x="300" y="564"/>
                  </a:lnTo>
                  <a:lnTo>
                    <a:pt x="328" y="560"/>
                  </a:lnTo>
                  <a:lnTo>
                    <a:pt x="354" y="556"/>
                  </a:lnTo>
                  <a:lnTo>
                    <a:pt x="380" y="546"/>
                  </a:lnTo>
                  <a:lnTo>
                    <a:pt x="406" y="536"/>
                  </a:lnTo>
                  <a:lnTo>
                    <a:pt x="430" y="522"/>
                  </a:lnTo>
                  <a:lnTo>
                    <a:pt x="452" y="508"/>
                  </a:lnTo>
                  <a:lnTo>
                    <a:pt x="472" y="490"/>
                  </a:lnTo>
                  <a:lnTo>
                    <a:pt x="491" y="472"/>
                  </a:lnTo>
                  <a:lnTo>
                    <a:pt x="509" y="450"/>
                  </a:lnTo>
                  <a:lnTo>
                    <a:pt x="523" y="426"/>
                  </a:lnTo>
                  <a:lnTo>
                    <a:pt x="537" y="402"/>
                  </a:lnTo>
                  <a:lnTo>
                    <a:pt x="547" y="376"/>
                  </a:lnTo>
                  <a:lnTo>
                    <a:pt x="555" y="348"/>
                  </a:lnTo>
                  <a:lnTo>
                    <a:pt x="561" y="320"/>
                  </a:lnTo>
                  <a:lnTo>
                    <a:pt x="563" y="292"/>
                  </a:lnTo>
                  <a:lnTo>
                    <a:pt x="563" y="264"/>
                  </a:lnTo>
                  <a:lnTo>
                    <a:pt x="559" y="236"/>
                  </a:lnTo>
                  <a:lnTo>
                    <a:pt x="553" y="210"/>
                  </a:lnTo>
                  <a:lnTo>
                    <a:pt x="545" y="184"/>
                  </a:lnTo>
                  <a:lnTo>
                    <a:pt x="535" y="160"/>
                  </a:lnTo>
                  <a:lnTo>
                    <a:pt x="521" y="136"/>
                  </a:lnTo>
                  <a:lnTo>
                    <a:pt x="507" y="114"/>
                  </a:lnTo>
                  <a:lnTo>
                    <a:pt x="489" y="92"/>
                  </a:lnTo>
                  <a:lnTo>
                    <a:pt x="470" y="72"/>
                  </a:lnTo>
                  <a:lnTo>
                    <a:pt x="450" y="56"/>
                  </a:lnTo>
                  <a:lnTo>
                    <a:pt x="426" y="40"/>
                  </a:lnTo>
                  <a:lnTo>
                    <a:pt x="402" y="28"/>
                  </a:lnTo>
                  <a:lnTo>
                    <a:pt x="376" y="16"/>
                  </a:lnTo>
                  <a:lnTo>
                    <a:pt x="348" y="8"/>
                  </a:lnTo>
                  <a:close/>
                </a:path>
              </a:pathLst>
            </a:custGeom>
            <a:solidFill>
              <a:srgbClr val="AAD037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3" name="Freeform 182"/>
            <p:cNvSpPr/>
            <p:nvPr/>
          </p:nvSpPr>
          <p:spPr>
            <a:xfrm>
              <a:off x="886" y="289"/>
              <a:ext cx="549" cy="548"/>
            </a:xfrm>
            <a:custGeom>
              <a:avLst/>
              <a:gdLst/>
              <a:ahLst/>
              <a:cxnLst>
                <a:cxn ang="0">
                  <a:pos x="338" y="8"/>
                </a:cxn>
                <a:cxn ang="0">
                  <a:pos x="284" y="0"/>
                </a:cxn>
                <a:cxn ang="0">
                  <a:pos x="230" y="4"/>
                </a:cxn>
                <a:cxn ang="0">
                  <a:pos x="178" y="18"/>
                </a:cxn>
                <a:cxn ang="0">
                  <a:pos x="130" y="40"/>
                </a:cxn>
                <a:cxn ang="0">
                  <a:pos x="88" y="72"/>
                </a:cxn>
                <a:cxn ang="0">
                  <a:pos x="54" y="112"/>
                </a:cxn>
                <a:cxn ang="0">
                  <a:pos x="26" y="158"/>
                </a:cxn>
                <a:cxn ang="0">
                  <a:pos x="8" y="210"/>
                </a:cxn>
                <a:cxn ang="0">
                  <a:pos x="2" y="238"/>
                </a:cxn>
                <a:cxn ang="0">
                  <a:pos x="0" y="292"/>
                </a:cxn>
                <a:cxn ang="0">
                  <a:pos x="10" y="344"/>
                </a:cxn>
                <a:cxn ang="0">
                  <a:pos x="28" y="394"/>
                </a:cxn>
                <a:cxn ang="0">
                  <a:pos x="56" y="440"/>
                </a:cxn>
                <a:cxn ang="0">
                  <a:pos x="92" y="478"/>
                </a:cxn>
                <a:cxn ang="0">
                  <a:pos x="134" y="510"/>
                </a:cxn>
                <a:cxn ang="0">
                  <a:pos x="184" y="534"/>
                </a:cxn>
                <a:cxn ang="0">
                  <a:pos x="210" y="542"/>
                </a:cxn>
                <a:cxn ang="0">
                  <a:pos x="266" y="548"/>
                </a:cxn>
                <a:cxn ang="0">
                  <a:pos x="320" y="544"/>
                </a:cxn>
                <a:cxn ang="0">
                  <a:pos x="370" y="532"/>
                </a:cxn>
                <a:cxn ang="0">
                  <a:pos x="418" y="508"/>
                </a:cxn>
                <a:cxn ang="0">
                  <a:pos x="460" y="476"/>
                </a:cxn>
                <a:cxn ang="0">
                  <a:pos x="495" y="436"/>
                </a:cxn>
                <a:cxn ang="0">
                  <a:pos x="523" y="390"/>
                </a:cxn>
                <a:cxn ang="0">
                  <a:pos x="541" y="338"/>
                </a:cxn>
                <a:cxn ang="0">
                  <a:pos x="547" y="310"/>
                </a:cxn>
                <a:cxn ang="0">
                  <a:pos x="547" y="256"/>
                </a:cxn>
                <a:cxn ang="0">
                  <a:pos x="539" y="204"/>
                </a:cxn>
                <a:cxn ang="0">
                  <a:pos x="521" y="154"/>
                </a:cxn>
                <a:cxn ang="0">
                  <a:pos x="493" y="110"/>
                </a:cxn>
                <a:cxn ang="0">
                  <a:pos x="458" y="70"/>
                </a:cxn>
                <a:cxn ang="0">
                  <a:pos x="414" y="38"/>
                </a:cxn>
                <a:cxn ang="0">
                  <a:pos x="366" y="16"/>
                </a:cxn>
                <a:cxn ang="0">
                  <a:pos x="338" y="8"/>
                </a:cxn>
              </a:cxnLst>
              <a:rect l="0" t="0" r="0" b="0"/>
              <a:pathLst>
                <a:path w="549" h="548">
                  <a:moveTo>
                    <a:pt x="338" y="8"/>
                  </a:moveTo>
                  <a:lnTo>
                    <a:pt x="338" y="8"/>
                  </a:lnTo>
                  <a:lnTo>
                    <a:pt x="310" y="2"/>
                  </a:lnTo>
                  <a:lnTo>
                    <a:pt x="284" y="0"/>
                  </a:lnTo>
                  <a:lnTo>
                    <a:pt x="256" y="0"/>
                  </a:lnTo>
                  <a:lnTo>
                    <a:pt x="230" y="4"/>
                  </a:lnTo>
                  <a:lnTo>
                    <a:pt x="204" y="10"/>
                  </a:lnTo>
                  <a:lnTo>
                    <a:pt x="178" y="18"/>
                  </a:lnTo>
                  <a:lnTo>
                    <a:pt x="154" y="28"/>
                  </a:lnTo>
                  <a:lnTo>
                    <a:pt x="130" y="40"/>
                  </a:lnTo>
                  <a:lnTo>
                    <a:pt x="108" y="56"/>
                  </a:lnTo>
                  <a:lnTo>
                    <a:pt x="88" y="72"/>
                  </a:lnTo>
                  <a:lnTo>
                    <a:pt x="70" y="90"/>
                  </a:lnTo>
                  <a:lnTo>
                    <a:pt x="54" y="112"/>
                  </a:lnTo>
                  <a:lnTo>
                    <a:pt x="38" y="134"/>
                  </a:lnTo>
                  <a:lnTo>
                    <a:pt x="26" y="158"/>
                  </a:lnTo>
                  <a:lnTo>
                    <a:pt x="16" y="184"/>
                  </a:lnTo>
                  <a:lnTo>
                    <a:pt x="8" y="210"/>
                  </a:lnTo>
                  <a:lnTo>
                    <a:pt x="2" y="238"/>
                  </a:lnTo>
                  <a:lnTo>
                    <a:pt x="0" y="266"/>
                  </a:lnTo>
                  <a:lnTo>
                    <a:pt x="0" y="292"/>
                  </a:lnTo>
                  <a:lnTo>
                    <a:pt x="4" y="318"/>
                  </a:lnTo>
                  <a:lnTo>
                    <a:pt x="10" y="344"/>
                  </a:lnTo>
                  <a:lnTo>
                    <a:pt x="18" y="370"/>
                  </a:lnTo>
                  <a:lnTo>
                    <a:pt x="28" y="394"/>
                  </a:lnTo>
                  <a:lnTo>
                    <a:pt x="40" y="418"/>
                  </a:lnTo>
                  <a:lnTo>
                    <a:pt x="56" y="440"/>
                  </a:lnTo>
                  <a:lnTo>
                    <a:pt x="72" y="460"/>
                  </a:lnTo>
                  <a:lnTo>
                    <a:pt x="92" y="478"/>
                  </a:lnTo>
                  <a:lnTo>
                    <a:pt x="112" y="496"/>
                  </a:lnTo>
                  <a:lnTo>
                    <a:pt x="134" y="510"/>
                  </a:lnTo>
                  <a:lnTo>
                    <a:pt x="158" y="522"/>
                  </a:lnTo>
                  <a:lnTo>
                    <a:pt x="184" y="534"/>
                  </a:lnTo>
                  <a:lnTo>
                    <a:pt x="210" y="542"/>
                  </a:lnTo>
                  <a:lnTo>
                    <a:pt x="238" y="546"/>
                  </a:lnTo>
                  <a:lnTo>
                    <a:pt x="266" y="548"/>
                  </a:lnTo>
                  <a:lnTo>
                    <a:pt x="292" y="548"/>
                  </a:lnTo>
                  <a:lnTo>
                    <a:pt x="320" y="544"/>
                  </a:lnTo>
                  <a:lnTo>
                    <a:pt x="346" y="540"/>
                  </a:lnTo>
                  <a:lnTo>
                    <a:pt x="370" y="532"/>
                  </a:lnTo>
                  <a:lnTo>
                    <a:pt x="396" y="520"/>
                  </a:lnTo>
                  <a:lnTo>
                    <a:pt x="418" y="508"/>
                  </a:lnTo>
                  <a:lnTo>
                    <a:pt x="440" y="494"/>
                  </a:lnTo>
                  <a:lnTo>
                    <a:pt x="460" y="476"/>
                  </a:lnTo>
                  <a:lnTo>
                    <a:pt x="479" y="458"/>
                  </a:lnTo>
                  <a:lnTo>
                    <a:pt x="495" y="436"/>
                  </a:lnTo>
                  <a:lnTo>
                    <a:pt x="509" y="414"/>
                  </a:lnTo>
                  <a:lnTo>
                    <a:pt x="523" y="390"/>
                  </a:lnTo>
                  <a:lnTo>
                    <a:pt x="533" y="366"/>
                  </a:lnTo>
                  <a:lnTo>
                    <a:pt x="541" y="338"/>
                  </a:lnTo>
                  <a:lnTo>
                    <a:pt x="547" y="310"/>
                  </a:lnTo>
                  <a:lnTo>
                    <a:pt x="549" y="284"/>
                  </a:lnTo>
                  <a:lnTo>
                    <a:pt x="547" y="256"/>
                  </a:lnTo>
                  <a:lnTo>
                    <a:pt x="545" y="230"/>
                  </a:lnTo>
                  <a:lnTo>
                    <a:pt x="539" y="204"/>
                  </a:lnTo>
                  <a:lnTo>
                    <a:pt x="531" y="178"/>
                  </a:lnTo>
                  <a:lnTo>
                    <a:pt x="521" y="154"/>
                  </a:lnTo>
                  <a:lnTo>
                    <a:pt x="507" y="130"/>
                  </a:lnTo>
                  <a:lnTo>
                    <a:pt x="493" y="110"/>
                  </a:lnTo>
                  <a:lnTo>
                    <a:pt x="475" y="88"/>
                  </a:lnTo>
                  <a:lnTo>
                    <a:pt x="458" y="70"/>
                  </a:lnTo>
                  <a:lnTo>
                    <a:pt x="438" y="54"/>
                  </a:lnTo>
                  <a:lnTo>
                    <a:pt x="414" y="38"/>
                  </a:lnTo>
                  <a:lnTo>
                    <a:pt x="390" y="26"/>
                  </a:lnTo>
                  <a:lnTo>
                    <a:pt x="366" y="16"/>
                  </a:lnTo>
                  <a:lnTo>
                    <a:pt x="338" y="8"/>
                  </a:lnTo>
                  <a:close/>
                </a:path>
              </a:pathLst>
            </a:custGeom>
            <a:solidFill>
              <a:srgbClr val="ACD037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4" name="Freeform 183"/>
            <p:cNvSpPr/>
            <p:nvPr/>
          </p:nvSpPr>
          <p:spPr>
            <a:xfrm>
              <a:off x="894" y="295"/>
              <a:ext cx="533" cy="532"/>
            </a:xfrm>
            <a:custGeom>
              <a:avLst/>
              <a:gdLst/>
              <a:ahLst/>
              <a:cxnLst>
                <a:cxn ang="0">
                  <a:pos x="330" y="6"/>
                </a:cxn>
                <a:cxn ang="0">
                  <a:pos x="276" y="0"/>
                </a:cxn>
                <a:cxn ang="0">
                  <a:pos x="224" y="2"/>
                </a:cxn>
                <a:cxn ang="0">
                  <a:pos x="174" y="16"/>
                </a:cxn>
                <a:cxn ang="0">
                  <a:pos x="128" y="38"/>
                </a:cxn>
                <a:cxn ang="0">
                  <a:pos x="86" y="70"/>
                </a:cxn>
                <a:cxn ang="0">
                  <a:pos x="52" y="108"/>
                </a:cxn>
                <a:cxn ang="0">
                  <a:pos x="24" y="152"/>
                </a:cxn>
                <a:cxn ang="0">
                  <a:pos x="8" y="204"/>
                </a:cxn>
                <a:cxn ang="0">
                  <a:pos x="2" y="230"/>
                </a:cxn>
                <a:cxn ang="0">
                  <a:pos x="0" y="284"/>
                </a:cxn>
                <a:cxn ang="0">
                  <a:pos x="8" y="334"/>
                </a:cxn>
                <a:cxn ang="0">
                  <a:pos x="28" y="382"/>
                </a:cxn>
                <a:cxn ang="0">
                  <a:pos x="54" y="426"/>
                </a:cxn>
                <a:cxn ang="0">
                  <a:pos x="88" y="464"/>
                </a:cxn>
                <a:cxn ang="0">
                  <a:pos x="130" y="496"/>
                </a:cxn>
                <a:cxn ang="0">
                  <a:pos x="178" y="518"/>
                </a:cxn>
                <a:cxn ang="0">
                  <a:pos x="204" y="526"/>
                </a:cxn>
                <a:cxn ang="0">
                  <a:pos x="258" y="532"/>
                </a:cxn>
                <a:cxn ang="0">
                  <a:pos x="310" y="530"/>
                </a:cxn>
                <a:cxn ang="0">
                  <a:pos x="360" y="516"/>
                </a:cxn>
                <a:cxn ang="0">
                  <a:pos x="406" y="494"/>
                </a:cxn>
                <a:cxn ang="0">
                  <a:pos x="448" y="462"/>
                </a:cxn>
                <a:cxn ang="0">
                  <a:pos x="481" y="424"/>
                </a:cxn>
                <a:cxn ang="0">
                  <a:pos x="509" y="380"/>
                </a:cxn>
                <a:cxn ang="0">
                  <a:pos x="527" y="328"/>
                </a:cxn>
                <a:cxn ang="0">
                  <a:pos x="531" y="302"/>
                </a:cxn>
                <a:cxn ang="0">
                  <a:pos x="533" y="248"/>
                </a:cxn>
                <a:cxn ang="0">
                  <a:pos x="525" y="198"/>
                </a:cxn>
                <a:cxn ang="0">
                  <a:pos x="507" y="148"/>
                </a:cxn>
                <a:cxn ang="0">
                  <a:pos x="479" y="106"/>
                </a:cxn>
                <a:cxn ang="0">
                  <a:pos x="446" y="68"/>
                </a:cxn>
                <a:cxn ang="0">
                  <a:pos x="404" y="36"/>
                </a:cxn>
                <a:cxn ang="0">
                  <a:pos x="356" y="14"/>
                </a:cxn>
                <a:cxn ang="0">
                  <a:pos x="330" y="6"/>
                </a:cxn>
              </a:cxnLst>
              <a:rect l="0" t="0" r="0" b="0"/>
              <a:pathLst>
                <a:path w="533" h="532">
                  <a:moveTo>
                    <a:pt x="330" y="6"/>
                  </a:moveTo>
                  <a:lnTo>
                    <a:pt x="330" y="6"/>
                  </a:lnTo>
                  <a:lnTo>
                    <a:pt x="302" y="2"/>
                  </a:lnTo>
                  <a:lnTo>
                    <a:pt x="276" y="0"/>
                  </a:lnTo>
                  <a:lnTo>
                    <a:pt x="250" y="0"/>
                  </a:lnTo>
                  <a:lnTo>
                    <a:pt x="224" y="2"/>
                  </a:lnTo>
                  <a:lnTo>
                    <a:pt x="198" y="8"/>
                  </a:lnTo>
                  <a:lnTo>
                    <a:pt x="174" y="16"/>
                  </a:lnTo>
                  <a:lnTo>
                    <a:pt x="150" y="26"/>
                  </a:lnTo>
                  <a:lnTo>
                    <a:pt x="128" y="38"/>
                  </a:lnTo>
                  <a:lnTo>
                    <a:pt x="106" y="52"/>
                  </a:lnTo>
                  <a:lnTo>
                    <a:pt x="86" y="70"/>
                  </a:lnTo>
                  <a:lnTo>
                    <a:pt x="68" y="88"/>
                  </a:lnTo>
                  <a:lnTo>
                    <a:pt x="52" y="108"/>
                  </a:lnTo>
                  <a:lnTo>
                    <a:pt x="38" y="130"/>
                  </a:lnTo>
                  <a:lnTo>
                    <a:pt x="24" y="152"/>
                  </a:lnTo>
                  <a:lnTo>
                    <a:pt x="14" y="178"/>
                  </a:lnTo>
                  <a:lnTo>
                    <a:pt x="8" y="204"/>
                  </a:lnTo>
                  <a:lnTo>
                    <a:pt x="2" y="230"/>
                  </a:lnTo>
                  <a:lnTo>
                    <a:pt x="0" y="256"/>
                  </a:lnTo>
                  <a:lnTo>
                    <a:pt x="0" y="284"/>
                  </a:lnTo>
                  <a:lnTo>
                    <a:pt x="4" y="310"/>
                  </a:lnTo>
                  <a:lnTo>
                    <a:pt x="8" y="334"/>
                  </a:lnTo>
                  <a:lnTo>
                    <a:pt x="16" y="360"/>
                  </a:lnTo>
                  <a:lnTo>
                    <a:pt x="28" y="382"/>
                  </a:lnTo>
                  <a:lnTo>
                    <a:pt x="40" y="406"/>
                  </a:lnTo>
                  <a:lnTo>
                    <a:pt x="54" y="426"/>
                  </a:lnTo>
                  <a:lnTo>
                    <a:pt x="70" y="446"/>
                  </a:lnTo>
                  <a:lnTo>
                    <a:pt x="88" y="464"/>
                  </a:lnTo>
                  <a:lnTo>
                    <a:pt x="108" y="480"/>
                  </a:lnTo>
                  <a:lnTo>
                    <a:pt x="130" y="496"/>
                  </a:lnTo>
                  <a:lnTo>
                    <a:pt x="154" y="508"/>
                  </a:lnTo>
                  <a:lnTo>
                    <a:pt x="178" y="518"/>
                  </a:lnTo>
                  <a:lnTo>
                    <a:pt x="204" y="526"/>
                  </a:lnTo>
                  <a:lnTo>
                    <a:pt x="232" y="530"/>
                  </a:lnTo>
                  <a:lnTo>
                    <a:pt x="258" y="532"/>
                  </a:lnTo>
                  <a:lnTo>
                    <a:pt x="284" y="532"/>
                  </a:lnTo>
                  <a:lnTo>
                    <a:pt x="310" y="530"/>
                  </a:lnTo>
                  <a:lnTo>
                    <a:pt x="336" y="524"/>
                  </a:lnTo>
                  <a:lnTo>
                    <a:pt x="360" y="516"/>
                  </a:lnTo>
                  <a:lnTo>
                    <a:pt x="384" y="506"/>
                  </a:lnTo>
                  <a:lnTo>
                    <a:pt x="406" y="494"/>
                  </a:lnTo>
                  <a:lnTo>
                    <a:pt x="428" y="478"/>
                  </a:lnTo>
                  <a:lnTo>
                    <a:pt x="448" y="462"/>
                  </a:lnTo>
                  <a:lnTo>
                    <a:pt x="465" y="444"/>
                  </a:lnTo>
                  <a:lnTo>
                    <a:pt x="481" y="424"/>
                  </a:lnTo>
                  <a:lnTo>
                    <a:pt x="495" y="402"/>
                  </a:lnTo>
                  <a:lnTo>
                    <a:pt x="509" y="380"/>
                  </a:lnTo>
                  <a:lnTo>
                    <a:pt x="519" y="354"/>
                  </a:lnTo>
                  <a:lnTo>
                    <a:pt x="527" y="328"/>
                  </a:lnTo>
                  <a:lnTo>
                    <a:pt x="531" y="302"/>
                  </a:lnTo>
                  <a:lnTo>
                    <a:pt x="533" y="274"/>
                  </a:lnTo>
                  <a:lnTo>
                    <a:pt x="533" y="248"/>
                  </a:lnTo>
                  <a:lnTo>
                    <a:pt x="529" y="222"/>
                  </a:lnTo>
                  <a:lnTo>
                    <a:pt x="525" y="198"/>
                  </a:lnTo>
                  <a:lnTo>
                    <a:pt x="517" y="172"/>
                  </a:lnTo>
                  <a:lnTo>
                    <a:pt x="507" y="148"/>
                  </a:lnTo>
                  <a:lnTo>
                    <a:pt x="493" y="126"/>
                  </a:lnTo>
                  <a:lnTo>
                    <a:pt x="479" y="106"/>
                  </a:lnTo>
                  <a:lnTo>
                    <a:pt x="463" y="86"/>
                  </a:lnTo>
                  <a:lnTo>
                    <a:pt x="446" y="68"/>
                  </a:lnTo>
                  <a:lnTo>
                    <a:pt x="426" y="50"/>
                  </a:lnTo>
                  <a:lnTo>
                    <a:pt x="404" y="36"/>
                  </a:lnTo>
                  <a:lnTo>
                    <a:pt x="380" y="24"/>
                  </a:lnTo>
                  <a:lnTo>
                    <a:pt x="356" y="14"/>
                  </a:lnTo>
                  <a:lnTo>
                    <a:pt x="330" y="6"/>
                  </a:lnTo>
                  <a:close/>
                </a:path>
              </a:pathLst>
            </a:custGeom>
            <a:solidFill>
              <a:srgbClr val="AED136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5" name="Freeform 184"/>
            <p:cNvSpPr/>
            <p:nvPr/>
          </p:nvSpPr>
          <p:spPr>
            <a:xfrm>
              <a:off x="902" y="299"/>
              <a:ext cx="519" cy="518"/>
            </a:xfrm>
            <a:custGeom>
              <a:avLst/>
              <a:gdLst/>
              <a:ahLst/>
              <a:cxnLst>
                <a:cxn ang="0">
                  <a:pos x="320" y="8"/>
                </a:cxn>
                <a:cxn ang="0">
                  <a:pos x="268" y="0"/>
                </a:cxn>
                <a:cxn ang="0">
                  <a:pos x="218" y="4"/>
                </a:cxn>
                <a:cxn ang="0">
                  <a:pos x="168" y="16"/>
                </a:cxn>
                <a:cxn ang="0">
                  <a:pos x="124" y="38"/>
                </a:cxn>
                <a:cxn ang="0">
                  <a:pos x="84" y="68"/>
                </a:cxn>
                <a:cxn ang="0">
                  <a:pos x="50" y="106"/>
                </a:cxn>
                <a:cxn ang="0">
                  <a:pos x="24" y="150"/>
                </a:cxn>
                <a:cxn ang="0">
                  <a:pos x="8" y="198"/>
                </a:cxn>
                <a:cxn ang="0">
                  <a:pos x="2" y="224"/>
                </a:cxn>
                <a:cxn ang="0">
                  <a:pos x="0" y="276"/>
                </a:cxn>
                <a:cxn ang="0">
                  <a:pos x="8" y="326"/>
                </a:cxn>
                <a:cxn ang="0">
                  <a:pos x="26" y="372"/>
                </a:cxn>
                <a:cxn ang="0">
                  <a:pos x="52" y="416"/>
                </a:cxn>
                <a:cxn ang="0">
                  <a:pos x="86" y="452"/>
                </a:cxn>
                <a:cxn ang="0">
                  <a:pos x="128" y="482"/>
                </a:cxn>
                <a:cxn ang="0">
                  <a:pos x="174" y="504"/>
                </a:cxn>
                <a:cxn ang="0">
                  <a:pos x="200" y="512"/>
                </a:cxn>
                <a:cxn ang="0">
                  <a:pos x="252" y="518"/>
                </a:cxn>
                <a:cxn ang="0">
                  <a:pos x="302" y="516"/>
                </a:cxn>
                <a:cxn ang="0">
                  <a:pos x="350" y="502"/>
                </a:cxn>
                <a:cxn ang="0">
                  <a:pos x="396" y="480"/>
                </a:cxn>
                <a:cxn ang="0">
                  <a:pos x="436" y="450"/>
                </a:cxn>
                <a:cxn ang="0">
                  <a:pos x="467" y="414"/>
                </a:cxn>
                <a:cxn ang="0">
                  <a:pos x="493" y="370"/>
                </a:cxn>
                <a:cxn ang="0">
                  <a:pos x="511" y="320"/>
                </a:cxn>
                <a:cxn ang="0">
                  <a:pos x="517" y="294"/>
                </a:cxn>
                <a:cxn ang="0">
                  <a:pos x="517" y="242"/>
                </a:cxn>
                <a:cxn ang="0">
                  <a:pos x="509" y="192"/>
                </a:cxn>
                <a:cxn ang="0">
                  <a:pos x="491" y="146"/>
                </a:cxn>
                <a:cxn ang="0">
                  <a:pos x="465" y="104"/>
                </a:cxn>
                <a:cxn ang="0">
                  <a:pos x="434" y="66"/>
                </a:cxn>
                <a:cxn ang="0">
                  <a:pos x="392" y="36"/>
                </a:cxn>
                <a:cxn ang="0">
                  <a:pos x="346" y="14"/>
                </a:cxn>
                <a:cxn ang="0">
                  <a:pos x="320" y="8"/>
                </a:cxn>
              </a:cxnLst>
              <a:rect l="0" t="0" r="0" b="0"/>
              <a:pathLst>
                <a:path w="519" h="518">
                  <a:moveTo>
                    <a:pt x="320" y="8"/>
                  </a:moveTo>
                  <a:lnTo>
                    <a:pt x="320" y="8"/>
                  </a:lnTo>
                  <a:lnTo>
                    <a:pt x="294" y="2"/>
                  </a:lnTo>
                  <a:lnTo>
                    <a:pt x="268" y="0"/>
                  </a:lnTo>
                  <a:lnTo>
                    <a:pt x="242" y="0"/>
                  </a:lnTo>
                  <a:lnTo>
                    <a:pt x="218" y="4"/>
                  </a:lnTo>
                  <a:lnTo>
                    <a:pt x="192" y="8"/>
                  </a:lnTo>
                  <a:lnTo>
                    <a:pt x="168" y="16"/>
                  </a:lnTo>
                  <a:lnTo>
                    <a:pt x="146" y="26"/>
                  </a:lnTo>
                  <a:lnTo>
                    <a:pt x="124" y="38"/>
                  </a:lnTo>
                  <a:lnTo>
                    <a:pt x="104" y="52"/>
                  </a:lnTo>
                  <a:lnTo>
                    <a:pt x="84" y="68"/>
                  </a:lnTo>
                  <a:lnTo>
                    <a:pt x="66" y="86"/>
                  </a:lnTo>
                  <a:lnTo>
                    <a:pt x="50" y="106"/>
                  </a:lnTo>
                  <a:lnTo>
                    <a:pt x="36" y="126"/>
                  </a:lnTo>
                  <a:lnTo>
                    <a:pt x="24" y="150"/>
                  </a:lnTo>
                  <a:lnTo>
                    <a:pt x="14" y="174"/>
                  </a:lnTo>
                  <a:lnTo>
                    <a:pt x="8" y="198"/>
                  </a:lnTo>
                  <a:lnTo>
                    <a:pt x="2" y="224"/>
                  </a:lnTo>
                  <a:lnTo>
                    <a:pt x="0" y="250"/>
                  </a:lnTo>
                  <a:lnTo>
                    <a:pt x="0" y="276"/>
                  </a:lnTo>
                  <a:lnTo>
                    <a:pt x="4" y="302"/>
                  </a:lnTo>
                  <a:lnTo>
                    <a:pt x="8" y="326"/>
                  </a:lnTo>
                  <a:lnTo>
                    <a:pt x="16" y="350"/>
                  </a:lnTo>
                  <a:lnTo>
                    <a:pt x="26" y="372"/>
                  </a:lnTo>
                  <a:lnTo>
                    <a:pt x="38" y="394"/>
                  </a:lnTo>
                  <a:lnTo>
                    <a:pt x="52" y="416"/>
                  </a:lnTo>
                  <a:lnTo>
                    <a:pt x="68" y="434"/>
                  </a:lnTo>
                  <a:lnTo>
                    <a:pt x="86" y="452"/>
                  </a:lnTo>
                  <a:lnTo>
                    <a:pt x="106" y="468"/>
                  </a:lnTo>
                  <a:lnTo>
                    <a:pt x="128" y="482"/>
                  </a:lnTo>
                  <a:lnTo>
                    <a:pt x="150" y="494"/>
                  </a:lnTo>
                  <a:lnTo>
                    <a:pt x="174" y="504"/>
                  </a:lnTo>
                  <a:lnTo>
                    <a:pt x="200" y="512"/>
                  </a:lnTo>
                  <a:lnTo>
                    <a:pt x="226" y="516"/>
                  </a:lnTo>
                  <a:lnTo>
                    <a:pt x="252" y="518"/>
                  </a:lnTo>
                  <a:lnTo>
                    <a:pt x="276" y="518"/>
                  </a:lnTo>
                  <a:lnTo>
                    <a:pt x="302" y="516"/>
                  </a:lnTo>
                  <a:lnTo>
                    <a:pt x="326" y="510"/>
                  </a:lnTo>
                  <a:lnTo>
                    <a:pt x="350" y="502"/>
                  </a:lnTo>
                  <a:lnTo>
                    <a:pt x="374" y="492"/>
                  </a:lnTo>
                  <a:lnTo>
                    <a:pt x="396" y="480"/>
                  </a:lnTo>
                  <a:lnTo>
                    <a:pt x="416" y="466"/>
                  </a:lnTo>
                  <a:lnTo>
                    <a:pt x="436" y="450"/>
                  </a:lnTo>
                  <a:lnTo>
                    <a:pt x="451" y="432"/>
                  </a:lnTo>
                  <a:lnTo>
                    <a:pt x="467" y="414"/>
                  </a:lnTo>
                  <a:lnTo>
                    <a:pt x="481" y="392"/>
                  </a:lnTo>
                  <a:lnTo>
                    <a:pt x="493" y="370"/>
                  </a:lnTo>
                  <a:lnTo>
                    <a:pt x="503" y="346"/>
                  </a:lnTo>
                  <a:lnTo>
                    <a:pt x="511" y="320"/>
                  </a:lnTo>
                  <a:lnTo>
                    <a:pt x="517" y="294"/>
                  </a:lnTo>
                  <a:lnTo>
                    <a:pt x="519" y="268"/>
                  </a:lnTo>
                  <a:lnTo>
                    <a:pt x="517" y="242"/>
                  </a:lnTo>
                  <a:lnTo>
                    <a:pt x="515" y="218"/>
                  </a:lnTo>
                  <a:lnTo>
                    <a:pt x="509" y="192"/>
                  </a:lnTo>
                  <a:lnTo>
                    <a:pt x="501" y="168"/>
                  </a:lnTo>
                  <a:lnTo>
                    <a:pt x="491" y="146"/>
                  </a:lnTo>
                  <a:lnTo>
                    <a:pt x="479" y="124"/>
                  </a:lnTo>
                  <a:lnTo>
                    <a:pt x="465" y="104"/>
                  </a:lnTo>
                  <a:lnTo>
                    <a:pt x="449" y="84"/>
                  </a:lnTo>
                  <a:lnTo>
                    <a:pt x="434" y="66"/>
                  </a:lnTo>
                  <a:lnTo>
                    <a:pt x="414" y="50"/>
                  </a:lnTo>
                  <a:lnTo>
                    <a:pt x="392" y="36"/>
                  </a:lnTo>
                  <a:lnTo>
                    <a:pt x="370" y="24"/>
                  </a:lnTo>
                  <a:lnTo>
                    <a:pt x="346" y="14"/>
                  </a:lnTo>
                  <a:lnTo>
                    <a:pt x="320" y="8"/>
                  </a:lnTo>
                  <a:close/>
                </a:path>
              </a:pathLst>
            </a:custGeom>
            <a:solidFill>
              <a:srgbClr val="B0D236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6" name="Freeform 185"/>
            <p:cNvSpPr/>
            <p:nvPr/>
          </p:nvSpPr>
          <p:spPr>
            <a:xfrm>
              <a:off x="910" y="305"/>
              <a:ext cx="503" cy="502"/>
            </a:xfrm>
            <a:custGeom>
              <a:avLst/>
              <a:gdLst/>
              <a:ahLst/>
              <a:cxnLst>
                <a:cxn ang="0">
                  <a:pos x="310" y="6"/>
                </a:cxn>
                <a:cxn ang="0">
                  <a:pos x="260" y="0"/>
                </a:cxn>
                <a:cxn ang="0">
                  <a:pos x="210" y="2"/>
                </a:cxn>
                <a:cxn ang="0">
                  <a:pos x="164" y="16"/>
                </a:cxn>
                <a:cxn ang="0">
                  <a:pos x="120" y="36"/>
                </a:cxn>
                <a:cxn ang="0">
                  <a:pos x="82" y="66"/>
                </a:cxn>
                <a:cxn ang="0">
                  <a:pos x="50" y="102"/>
                </a:cxn>
                <a:cxn ang="0">
                  <a:pos x="24" y="144"/>
                </a:cxn>
                <a:cxn ang="0">
                  <a:pos x="8" y="192"/>
                </a:cxn>
                <a:cxn ang="0">
                  <a:pos x="2" y="218"/>
                </a:cxn>
                <a:cxn ang="0">
                  <a:pos x="0" y="268"/>
                </a:cxn>
                <a:cxn ang="0">
                  <a:pos x="8" y="316"/>
                </a:cxn>
                <a:cxn ang="0">
                  <a:pos x="26" y="362"/>
                </a:cxn>
                <a:cxn ang="0">
                  <a:pos x="52" y="402"/>
                </a:cxn>
                <a:cxn ang="0">
                  <a:pos x="84" y="438"/>
                </a:cxn>
                <a:cxn ang="0">
                  <a:pos x="124" y="468"/>
                </a:cxn>
                <a:cxn ang="0">
                  <a:pos x="168" y="488"/>
                </a:cxn>
                <a:cxn ang="0">
                  <a:pos x="194" y="496"/>
                </a:cxn>
                <a:cxn ang="0">
                  <a:pos x="244" y="502"/>
                </a:cxn>
                <a:cxn ang="0">
                  <a:pos x="294" y="500"/>
                </a:cxn>
                <a:cxn ang="0">
                  <a:pos x="340" y="486"/>
                </a:cxn>
                <a:cxn ang="0">
                  <a:pos x="384" y="466"/>
                </a:cxn>
                <a:cxn ang="0">
                  <a:pos x="422" y="436"/>
                </a:cxn>
                <a:cxn ang="0">
                  <a:pos x="455" y="400"/>
                </a:cxn>
                <a:cxn ang="0">
                  <a:pos x="479" y="358"/>
                </a:cxn>
                <a:cxn ang="0">
                  <a:pos x="497" y="310"/>
                </a:cxn>
                <a:cxn ang="0">
                  <a:pos x="501" y="284"/>
                </a:cxn>
                <a:cxn ang="0">
                  <a:pos x="503" y="234"/>
                </a:cxn>
                <a:cxn ang="0">
                  <a:pos x="495" y="186"/>
                </a:cxn>
                <a:cxn ang="0">
                  <a:pos x="477" y="140"/>
                </a:cxn>
                <a:cxn ang="0">
                  <a:pos x="453" y="100"/>
                </a:cxn>
                <a:cxn ang="0">
                  <a:pos x="420" y="64"/>
                </a:cxn>
                <a:cxn ang="0">
                  <a:pos x="382" y="34"/>
                </a:cxn>
                <a:cxn ang="0">
                  <a:pos x="336" y="14"/>
                </a:cxn>
                <a:cxn ang="0">
                  <a:pos x="310" y="6"/>
                </a:cxn>
              </a:cxnLst>
              <a:rect l="0" t="0" r="0" b="0"/>
              <a:pathLst>
                <a:path w="503" h="502">
                  <a:moveTo>
                    <a:pt x="310" y="6"/>
                  </a:moveTo>
                  <a:lnTo>
                    <a:pt x="310" y="6"/>
                  </a:lnTo>
                  <a:lnTo>
                    <a:pt x="286" y="2"/>
                  </a:lnTo>
                  <a:lnTo>
                    <a:pt x="260" y="0"/>
                  </a:lnTo>
                  <a:lnTo>
                    <a:pt x="236" y="0"/>
                  </a:lnTo>
                  <a:lnTo>
                    <a:pt x="210" y="2"/>
                  </a:lnTo>
                  <a:lnTo>
                    <a:pt x="188" y="8"/>
                  </a:lnTo>
                  <a:lnTo>
                    <a:pt x="164" y="16"/>
                  </a:lnTo>
                  <a:lnTo>
                    <a:pt x="142" y="24"/>
                  </a:lnTo>
                  <a:lnTo>
                    <a:pt x="120" y="36"/>
                  </a:lnTo>
                  <a:lnTo>
                    <a:pt x="100" y="50"/>
                  </a:lnTo>
                  <a:lnTo>
                    <a:pt x="82" y="66"/>
                  </a:lnTo>
                  <a:lnTo>
                    <a:pt x="64" y="82"/>
                  </a:lnTo>
                  <a:lnTo>
                    <a:pt x="50" y="102"/>
                  </a:lnTo>
                  <a:lnTo>
                    <a:pt x="36" y="122"/>
                  </a:lnTo>
                  <a:lnTo>
                    <a:pt x="24" y="144"/>
                  </a:lnTo>
                  <a:lnTo>
                    <a:pt x="14" y="168"/>
                  </a:lnTo>
                  <a:lnTo>
                    <a:pt x="8" y="192"/>
                  </a:lnTo>
                  <a:lnTo>
                    <a:pt x="2" y="218"/>
                  </a:lnTo>
                  <a:lnTo>
                    <a:pt x="0" y="242"/>
                  </a:lnTo>
                  <a:lnTo>
                    <a:pt x="0" y="268"/>
                  </a:lnTo>
                  <a:lnTo>
                    <a:pt x="4" y="292"/>
                  </a:lnTo>
                  <a:lnTo>
                    <a:pt x="8" y="316"/>
                  </a:lnTo>
                  <a:lnTo>
                    <a:pt x="16" y="338"/>
                  </a:lnTo>
                  <a:lnTo>
                    <a:pt x="26" y="362"/>
                  </a:lnTo>
                  <a:lnTo>
                    <a:pt x="38" y="382"/>
                  </a:lnTo>
                  <a:lnTo>
                    <a:pt x="52" y="402"/>
                  </a:lnTo>
                  <a:lnTo>
                    <a:pt x="66" y="422"/>
                  </a:lnTo>
                  <a:lnTo>
                    <a:pt x="84" y="438"/>
                  </a:lnTo>
                  <a:lnTo>
                    <a:pt x="102" y="454"/>
                  </a:lnTo>
                  <a:lnTo>
                    <a:pt x="124" y="468"/>
                  </a:lnTo>
                  <a:lnTo>
                    <a:pt x="146" y="478"/>
                  </a:lnTo>
                  <a:lnTo>
                    <a:pt x="168" y="488"/>
                  </a:lnTo>
                  <a:lnTo>
                    <a:pt x="194" y="496"/>
                  </a:lnTo>
                  <a:lnTo>
                    <a:pt x="218" y="500"/>
                  </a:lnTo>
                  <a:lnTo>
                    <a:pt x="244" y="502"/>
                  </a:lnTo>
                  <a:lnTo>
                    <a:pt x="270" y="502"/>
                  </a:lnTo>
                  <a:lnTo>
                    <a:pt x="294" y="500"/>
                  </a:lnTo>
                  <a:lnTo>
                    <a:pt x="318" y="494"/>
                  </a:lnTo>
                  <a:lnTo>
                    <a:pt x="340" y="486"/>
                  </a:lnTo>
                  <a:lnTo>
                    <a:pt x="362" y="478"/>
                  </a:lnTo>
                  <a:lnTo>
                    <a:pt x="384" y="466"/>
                  </a:lnTo>
                  <a:lnTo>
                    <a:pt x="404" y="452"/>
                  </a:lnTo>
                  <a:lnTo>
                    <a:pt x="422" y="436"/>
                  </a:lnTo>
                  <a:lnTo>
                    <a:pt x="440" y="420"/>
                  </a:lnTo>
                  <a:lnTo>
                    <a:pt x="455" y="400"/>
                  </a:lnTo>
                  <a:lnTo>
                    <a:pt x="469" y="380"/>
                  </a:lnTo>
                  <a:lnTo>
                    <a:pt x="479" y="358"/>
                  </a:lnTo>
                  <a:lnTo>
                    <a:pt x="489" y="334"/>
                  </a:lnTo>
                  <a:lnTo>
                    <a:pt x="497" y="310"/>
                  </a:lnTo>
                  <a:lnTo>
                    <a:pt x="501" y="284"/>
                  </a:lnTo>
                  <a:lnTo>
                    <a:pt x="503" y="260"/>
                  </a:lnTo>
                  <a:lnTo>
                    <a:pt x="503" y="234"/>
                  </a:lnTo>
                  <a:lnTo>
                    <a:pt x="499" y="210"/>
                  </a:lnTo>
                  <a:lnTo>
                    <a:pt x="495" y="186"/>
                  </a:lnTo>
                  <a:lnTo>
                    <a:pt x="487" y="164"/>
                  </a:lnTo>
                  <a:lnTo>
                    <a:pt x="477" y="140"/>
                  </a:lnTo>
                  <a:lnTo>
                    <a:pt x="465" y="120"/>
                  </a:lnTo>
                  <a:lnTo>
                    <a:pt x="453" y="100"/>
                  </a:lnTo>
                  <a:lnTo>
                    <a:pt x="438" y="80"/>
                  </a:lnTo>
                  <a:lnTo>
                    <a:pt x="420" y="64"/>
                  </a:lnTo>
                  <a:lnTo>
                    <a:pt x="402" y="48"/>
                  </a:lnTo>
                  <a:lnTo>
                    <a:pt x="382" y="34"/>
                  </a:lnTo>
                  <a:lnTo>
                    <a:pt x="360" y="24"/>
                  </a:lnTo>
                  <a:lnTo>
                    <a:pt x="336" y="14"/>
                  </a:lnTo>
                  <a:lnTo>
                    <a:pt x="310" y="6"/>
                  </a:lnTo>
                  <a:close/>
                </a:path>
              </a:pathLst>
            </a:custGeom>
            <a:solidFill>
              <a:srgbClr val="B2D235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7" name="Freeform 186"/>
            <p:cNvSpPr/>
            <p:nvPr/>
          </p:nvSpPr>
          <p:spPr>
            <a:xfrm>
              <a:off x="918" y="309"/>
              <a:ext cx="489" cy="488"/>
            </a:xfrm>
            <a:custGeom>
              <a:avLst/>
              <a:gdLst/>
              <a:ahLst/>
              <a:cxnLst>
                <a:cxn ang="0">
                  <a:pos x="302" y="8"/>
                </a:cxn>
                <a:cxn ang="0">
                  <a:pos x="252" y="0"/>
                </a:cxn>
                <a:cxn ang="0">
                  <a:pos x="204" y="4"/>
                </a:cxn>
                <a:cxn ang="0">
                  <a:pos x="160" y="16"/>
                </a:cxn>
                <a:cxn ang="0">
                  <a:pos x="116" y="36"/>
                </a:cxn>
                <a:cxn ang="0">
                  <a:pos x="80" y="64"/>
                </a:cxn>
                <a:cxn ang="0">
                  <a:pos x="48" y="100"/>
                </a:cxn>
                <a:cxn ang="0">
                  <a:pos x="24" y="142"/>
                </a:cxn>
                <a:cxn ang="0">
                  <a:pos x="8" y="188"/>
                </a:cxn>
                <a:cxn ang="0">
                  <a:pos x="2" y="212"/>
                </a:cxn>
                <a:cxn ang="0">
                  <a:pos x="0" y="260"/>
                </a:cxn>
                <a:cxn ang="0">
                  <a:pos x="8" y="308"/>
                </a:cxn>
                <a:cxn ang="0">
                  <a:pos x="26" y="352"/>
                </a:cxn>
                <a:cxn ang="0">
                  <a:pos x="50" y="392"/>
                </a:cxn>
                <a:cxn ang="0">
                  <a:pos x="82" y="426"/>
                </a:cxn>
                <a:cxn ang="0">
                  <a:pos x="120" y="454"/>
                </a:cxn>
                <a:cxn ang="0">
                  <a:pos x="164" y="474"/>
                </a:cxn>
                <a:cxn ang="0">
                  <a:pos x="188" y="482"/>
                </a:cxn>
                <a:cxn ang="0">
                  <a:pos x="236" y="488"/>
                </a:cxn>
                <a:cxn ang="0">
                  <a:pos x="284" y="486"/>
                </a:cxn>
                <a:cxn ang="0">
                  <a:pos x="330" y="474"/>
                </a:cxn>
                <a:cxn ang="0">
                  <a:pos x="372" y="452"/>
                </a:cxn>
                <a:cxn ang="0">
                  <a:pos x="410" y="424"/>
                </a:cxn>
                <a:cxn ang="0">
                  <a:pos x="441" y="390"/>
                </a:cxn>
                <a:cxn ang="0">
                  <a:pos x="465" y="348"/>
                </a:cxn>
                <a:cxn ang="0">
                  <a:pos x="481" y="302"/>
                </a:cxn>
                <a:cxn ang="0">
                  <a:pos x="487" y="278"/>
                </a:cxn>
                <a:cxn ang="0">
                  <a:pos x="487" y="228"/>
                </a:cxn>
                <a:cxn ang="0">
                  <a:pos x="479" y="182"/>
                </a:cxn>
                <a:cxn ang="0">
                  <a:pos x="463" y="138"/>
                </a:cxn>
                <a:cxn ang="0">
                  <a:pos x="439" y="98"/>
                </a:cxn>
                <a:cxn ang="0">
                  <a:pos x="408" y="64"/>
                </a:cxn>
                <a:cxn ang="0">
                  <a:pos x="370" y="34"/>
                </a:cxn>
                <a:cxn ang="0">
                  <a:pos x="326" y="14"/>
                </a:cxn>
                <a:cxn ang="0">
                  <a:pos x="302" y="8"/>
                </a:cxn>
              </a:cxnLst>
              <a:rect l="0" t="0" r="0" b="0"/>
              <a:pathLst>
                <a:path w="489" h="488">
                  <a:moveTo>
                    <a:pt x="302" y="8"/>
                  </a:moveTo>
                  <a:lnTo>
                    <a:pt x="302" y="8"/>
                  </a:lnTo>
                  <a:lnTo>
                    <a:pt x="278" y="2"/>
                  </a:lnTo>
                  <a:lnTo>
                    <a:pt x="252" y="0"/>
                  </a:lnTo>
                  <a:lnTo>
                    <a:pt x="228" y="2"/>
                  </a:lnTo>
                  <a:lnTo>
                    <a:pt x="204" y="4"/>
                  </a:lnTo>
                  <a:lnTo>
                    <a:pt x="182" y="8"/>
                  </a:lnTo>
                  <a:lnTo>
                    <a:pt x="160" y="16"/>
                  </a:lnTo>
                  <a:lnTo>
                    <a:pt x="138" y="26"/>
                  </a:lnTo>
                  <a:lnTo>
                    <a:pt x="116" y="36"/>
                  </a:lnTo>
                  <a:lnTo>
                    <a:pt x="98" y="50"/>
                  </a:lnTo>
                  <a:lnTo>
                    <a:pt x="80" y="64"/>
                  </a:lnTo>
                  <a:lnTo>
                    <a:pt x="62" y="82"/>
                  </a:lnTo>
                  <a:lnTo>
                    <a:pt x="48" y="100"/>
                  </a:lnTo>
                  <a:lnTo>
                    <a:pt x="34" y="120"/>
                  </a:lnTo>
                  <a:lnTo>
                    <a:pt x="24" y="142"/>
                  </a:lnTo>
                  <a:lnTo>
                    <a:pt x="14" y="164"/>
                  </a:lnTo>
                  <a:lnTo>
                    <a:pt x="8" y="188"/>
                  </a:lnTo>
                  <a:lnTo>
                    <a:pt x="2" y="212"/>
                  </a:lnTo>
                  <a:lnTo>
                    <a:pt x="0" y="236"/>
                  </a:lnTo>
                  <a:lnTo>
                    <a:pt x="0" y="260"/>
                  </a:lnTo>
                  <a:lnTo>
                    <a:pt x="4" y="284"/>
                  </a:lnTo>
                  <a:lnTo>
                    <a:pt x="8" y="308"/>
                  </a:lnTo>
                  <a:lnTo>
                    <a:pt x="16" y="330"/>
                  </a:lnTo>
                  <a:lnTo>
                    <a:pt x="26" y="352"/>
                  </a:lnTo>
                  <a:lnTo>
                    <a:pt x="36" y="372"/>
                  </a:lnTo>
                  <a:lnTo>
                    <a:pt x="50" y="392"/>
                  </a:lnTo>
                  <a:lnTo>
                    <a:pt x="64" y="410"/>
                  </a:lnTo>
                  <a:lnTo>
                    <a:pt x="82" y="426"/>
                  </a:lnTo>
                  <a:lnTo>
                    <a:pt x="100" y="442"/>
                  </a:lnTo>
                  <a:lnTo>
                    <a:pt x="120" y="454"/>
                  </a:lnTo>
                  <a:lnTo>
                    <a:pt x="142" y="466"/>
                  </a:lnTo>
                  <a:lnTo>
                    <a:pt x="164" y="474"/>
                  </a:lnTo>
                  <a:lnTo>
                    <a:pt x="188" y="482"/>
                  </a:lnTo>
                  <a:lnTo>
                    <a:pt x="212" y="486"/>
                  </a:lnTo>
                  <a:lnTo>
                    <a:pt x="236" y="488"/>
                  </a:lnTo>
                  <a:lnTo>
                    <a:pt x="262" y="488"/>
                  </a:lnTo>
                  <a:lnTo>
                    <a:pt x="284" y="486"/>
                  </a:lnTo>
                  <a:lnTo>
                    <a:pt x="308" y="480"/>
                  </a:lnTo>
                  <a:lnTo>
                    <a:pt x="330" y="474"/>
                  </a:lnTo>
                  <a:lnTo>
                    <a:pt x="352" y="464"/>
                  </a:lnTo>
                  <a:lnTo>
                    <a:pt x="372" y="452"/>
                  </a:lnTo>
                  <a:lnTo>
                    <a:pt x="392" y="440"/>
                  </a:lnTo>
                  <a:lnTo>
                    <a:pt x="410" y="424"/>
                  </a:lnTo>
                  <a:lnTo>
                    <a:pt x="426" y="408"/>
                  </a:lnTo>
                  <a:lnTo>
                    <a:pt x="441" y="390"/>
                  </a:lnTo>
                  <a:lnTo>
                    <a:pt x="455" y="370"/>
                  </a:lnTo>
                  <a:lnTo>
                    <a:pt x="465" y="348"/>
                  </a:lnTo>
                  <a:lnTo>
                    <a:pt x="475" y="326"/>
                  </a:lnTo>
                  <a:lnTo>
                    <a:pt x="481" y="302"/>
                  </a:lnTo>
                  <a:lnTo>
                    <a:pt x="487" y="278"/>
                  </a:lnTo>
                  <a:lnTo>
                    <a:pt x="489" y="252"/>
                  </a:lnTo>
                  <a:lnTo>
                    <a:pt x="487" y="228"/>
                  </a:lnTo>
                  <a:lnTo>
                    <a:pt x="485" y="204"/>
                  </a:lnTo>
                  <a:lnTo>
                    <a:pt x="479" y="182"/>
                  </a:lnTo>
                  <a:lnTo>
                    <a:pt x="473" y="160"/>
                  </a:lnTo>
                  <a:lnTo>
                    <a:pt x="463" y="138"/>
                  </a:lnTo>
                  <a:lnTo>
                    <a:pt x="453" y="118"/>
                  </a:lnTo>
                  <a:lnTo>
                    <a:pt x="439" y="98"/>
                  </a:lnTo>
                  <a:lnTo>
                    <a:pt x="424" y="80"/>
                  </a:lnTo>
                  <a:lnTo>
                    <a:pt x="408" y="64"/>
                  </a:lnTo>
                  <a:lnTo>
                    <a:pt x="390" y="48"/>
                  </a:lnTo>
                  <a:lnTo>
                    <a:pt x="370" y="34"/>
                  </a:lnTo>
                  <a:lnTo>
                    <a:pt x="348" y="24"/>
                  </a:lnTo>
                  <a:lnTo>
                    <a:pt x="326" y="14"/>
                  </a:lnTo>
                  <a:lnTo>
                    <a:pt x="302" y="8"/>
                  </a:lnTo>
                  <a:close/>
                </a:path>
              </a:pathLst>
            </a:custGeom>
            <a:solidFill>
              <a:srgbClr val="B5D334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8" name="Freeform 187"/>
            <p:cNvSpPr/>
            <p:nvPr/>
          </p:nvSpPr>
          <p:spPr>
            <a:xfrm>
              <a:off x="926" y="315"/>
              <a:ext cx="473" cy="472"/>
            </a:xfrm>
            <a:custGeom>
              <a:avLst/>
              <a:gdLst/>
              <a:ahLst/>
              <a:cxnLst>
                <a:cxn ang="0">
                  <a:pos x="292" y="6"/>
                </a:cxn>
                <a:cxn ang="0">
                  <a:pos x="246" y="0"/>
                </a:cxn>
                <a:cxn ang="0">
                  <a:pos x="198" y="2"/>
                </a:cxn>
                <a:cxn ang="0">
                  <a:pos x="154" y="14"/>
                </a:cxn>
                <a:cxn ang="0">
                  <a:pos x="114" y="34"/>
                </a:cxn>
                <a:cxn ang="0">
                  <a:pos x="78" y="62"/>
                </a:cxn>
                <a:cxn ang="0">
                  <a:pos x="46" y="96"/>
                </a:cxn>
                <a:cxn ang="0">
                  <a:pos x="22" y="136"/>
                </a:cxn>
                <a:cxn ang="0">
                  <a:pos x="6" y="180"/>
                </a:cxn>
                <a:cxn ang="0">
                  <a:pos x="2" y="204"/>
                </a:cxn>
                <a:cxn ang="0">
                  <a:pos x="2" y="252"/>
                </a:cxn>
                <a:cxn ang="0">
                  <a:pos x="8" y="298"/>
                </a:cxn>
                <a:cxn ang="0">
                  <a:pos x="24" y="340"/>
                </a:cxn>
                <a:cxn ang="0">
                  <a:pos x="48" y="378"/>
                </a:cxn>
                <a:cxn ang="0">
                  <a:pos x="80" y="412"/>
                </a:cxn>
                <a:cxn ang="0">
                  <a:pos x="116" y="440"/>
                </a:cxn>
                <a:cxn ang="0">
                  <a:pos x="160" y="460"/>
                </a:cxn>
                <a:cxn ang="0">
                  <a:pos x="182" y="466"/>
                </a:cxn>
                <a:cxn ang="0">
                  <a:pos x="230" y="472"/>
                </a:cxn>
                <a:cxn ang="0">
                  <a:pos x="276" y="470"/>
                </a:cxn>
                <a:cxn ang="0">
                  <a:pos x="320" y="458"/>
                </a:cxn>
                <a:cxn ang="0">
                  <a:pos x="362" y="438"/>
                </a:cxn>
                <a:cxn ang="0">
                  <a:pos x="398" y="410"/>
                </a:cxn>
                <a:cxn ang="0">
                  <a:pos x="427" y="376"/>
                </a:cxn>
                <a:cxn ang="0">
                  <a:pos x="451" y="336"/>
                </a:cxn>
                <a:cxn ang="0">
                  <a:pos x="467" y="292"/>
                </a:cxn>
                <a:cxn ang="0">
                  <a:pos x="471" y="268"/>
                </a:cxn>
                <a:cxn ang="0">
                  <a:pos x="473" y="220"/>
                </a:cxn>
                <a:cxn ang="0">
                  <a:pos x="465" y="176"/>
                </a:cxn>
                <a:cxn ang="0">
                  <a:pos x="449" y="132"/>
                </a:cxn>
                <a:cxn ang="0">
                  <a:pos x="425" y="94"/>
                </a:cxn>
                <a:cxn ang="0">
                  <a:pos x="396" y="60"/>
                </a:cxn>
                <a:cxn ang="0">
                  <a:pos x="358" y="32"/>
                </a:cxn>
                <a:cxn ang="0">
                  <a:pos x="316" y="14"/>
                </a:cxn>
                <a:cxn ang="0">
                  <a:pos x="292" y="6"/>
                </a:cxn>
              </a:cxnLst>
              <a:rect l="0" t="0" r="0" b="0"/>
              <a:pathLst>
                <a:path w="473" h="472">
                  <a:moveTo>
                    <a:pt x="292" y="6"/>
                  </a:moveTo>
                  <a:lnTo>
                    <a:pt x="292" y="6"/>
                  </a:lnTo>
                  <a:lnTo>
                    <a:pt x="268" y="2"/>
                  </a:lnTo>
                  <a:lnTo>
                    <a:pt x="246" y="0"/>
                  </a:lnTo>
                  <a:lnTo>
                    <a:pt x="222" y="0"/>
                  </a:lnTo>
                  <a:lnTo>
                    <a:pt x="198" y="2"/>
                  </a:lnTo>
                  <a:lnTo>
                    <a:pt x="176" y="8"/>
                  </a:lnTo>
                  <a:lnTo>
                    <a:pt x="154" y="14"/>
                  </a:lnTo>
                  <a:lnTo>
                    <a:pt x="134" y="24"/>
                  </a:lnTo>
                  <a:lnTo>
                    <a:pt x="114" y="34"/>
                  </a:lnTo>
                  <a:lnTo>
                    <a:pt x="94" y="48"/>
                  </a:lnTo>
                  <a:lnTo>
                    <a:pt x="78" y="62"/>
                  </a:lnTo>
                  <a:lnTo>
                    <a:pt x="62" y="78"/>
                  </a:lnTo>
                  <a:lnTo>
                    <a:pt x="46" y="96"/>
                  </a:lnTo>
                  <a:lnTo>
                    <a:pt x="34" y="116"/>
                  </a:lnTo>
                  <a:lnTo>
                    <a:pt x="22" y="136"/>
                  </a:lnTo>
                  <a:lnTo>
                    <a:pt x="14" y="158"/>
                  </a:lnTo>
                  <a:lnTo>
                    <a:pt x="6" y="180"/>
                  </a:lnTo>
                  <a:lnTo>
                    <a:pt x="2" y="204"/>
                  </a:lnTo>
                  <a:lnTo>
                    <a:pt x="0" y="228"/>
                  </a:lnTo>
                  <a:lnTo>
                    <a:pt x="2" y="252"/>
                  </a:lnTo>
                  <a:lnTo>
                    <a:pt x="4" y="274"/>
                  </a:lnTo>
                  <a:lnTo>
                    <a:pt x="8" y="298"/>
                  </a:lnTo>
                  <a:lnTo>
                    <a:pt x="16" y="318"/>
                  </a:lnTo>
                  <a:lnTo>
                    <a:pt x="24" y="340"/>
                  </a:lnTo>
                  <a:lnTo>
                    <a:pt x="36" y="360"/>
                  </a:lnTo>
                  <a:lnTo>
                    <a:pt x="48" y="378"/>
                  </a:lnTo>
                  <a:lnTo>
                    <a:pt x="64" y="396"/>
                  </a:lnTo>
                  <a:lnTo>
                    <a:pt x="80" y="412"/>
                  </a:lnTo>
                  <a:lnTo>
                    <a:pt x="98" y="426"/>
                  </a:lnTo>
                  <a:lnTo>
                    <a:pt x="116" y="440"/>
                  </a:lnTo>
                  <a:lnTo>
                    <a:pt x="138" y="450"/>
                  </a:lnTo>
                  <a:lnTo>
                    <a:pt x="160" y="460"/>
                  </a:lnTo>
                  <a:lnTo>
                    <a:pt x="182" y="466"/>
                  </a:lnTo>
                  <a:lnTo>
                    <a:pt x="206" y="470"/>
                  </a:lnTo>
                  <a:lnTo>
                    <a:pt x="230" y="472"/>
                  </a:lnTo>
                  <a:lnTo>
                    <a:pt x="254" y="472"/>
                  </a:lnTo>
                  <a:lnTo>
                    <a:pt x="276" y="470"/>
                  </a:lnTo>
                  <a:lnTo>
                    <a:pt x="298" y="464"/>
                  </a:lnTo>
                  <a:lnTo>
                    <a:pt x="320" y="458"/>
                  </a:lnTo>
                  <a:lnTo>
                    <a:pt x="342" y="448"/>
                  </a:lnTo>
                  <a:lnTo>
                    <a:pt x="362" y="438"/>
                  </a:lnTo>
                  <a:lnTo>
                    <a:pt x="380" y="424"/>
                  </a:lnTo>
                  <a:lnTo>
                    <a:pt x="398" y="410"/>
                  </a:lnTo>
                  <a:lnTo>
                    <a:pt x="414" y="394"/>
                  </a:lnTo>
                  <a:lnTo>
                    <a:pt x="427" y="376"/>
                  </a:lnTo>
                  <a:lnTo>
                    <a:pt x="441" y="358"/>
                  </a:lnTo>
                  <a:lnTo>
                    <a:pt x="451" y="336"/>
                  </a:lnTo>
                  <a:lnTo>
                    <a:pt x="461" y="314"/>
                  </a:lnTo>
                  <a:lnTo>
                    <a:pt x="467" y="292"/>
                  </a:lnTo>
                  <a:lnTo>
                    <a:pt x="471" y="268"/>
                  </a:lnTo>
                  <a:lnTo>
                    <a:pt x="473" y="244"/>
                  </a:lnTo>
                  <a:lnTo>
                    <a:pt x="473" y="220"/>
                  </a:lnTo>
                  <a:lnTo>
                    <a:pt x="471" y="198"/>
                  </a:lnTo>
                  <a:lnTo>
                    <a:pt x="465" y="176"/>
                  </a:lnTo>
                  <a:lnTo>
                    <a:pt x="459" y="154"/>
                  </a:lnTo>
                  <a:lnTo>
                    <a:pt x="449" y="132"/>
                  </a:lnTo>
                  <a:lnTo>
                    <a:pt x="439" y="112"/>
                  </a:lnTo>
                  <a:lnTo>
                    <a:pt x="425" y="94"/>
                  </a:lnTo>
                  <a:lnTo>
                    <a:pt x="412" y="76"/>
                  </a:lnTo>
                  <a:lnTo>
                    <a:pt x="396" y="60"/>
                  </a:lnTo>
                  <a:lnTo>
                    <a:pt x="378" y="46"/>
                  </a:lnTo>
                  <a:lnTo>
                    <a:pt x="358" y="32"/>
                  </a:lnTo>
                  <a:lnTo>
                    <a:pt x="338" y="22"/>
                  </a:lnTo>
                  <a:lnTo>
                    <a:pt x="316" y="14"/>
                  </a:lnTo>
                  <a:lnTo>
                    <a:pt x="292" y="6"/>
                  </a:lnTo>
                  <a:close/>
                </a:path>
              </a:pathLst>
            </a:custGeom>
            <a:solidFill>
              <a:srgbClr val="B7D43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9" name="Freeform 188"/>
            <p:cNvSpPr/>
            <p:nvPr/>
          </p:nvSpPr>
          <p:spPr>
            <a:xfrm>
              <a:off x="934" y="319"/>
              <a:ext cx="459" cy="458"/>
            </a:xfrm>
            <a:custGeom>
              <a:avLst/>
              <a:gdLst/>
              <a:ahLst/>
              <a:cxnLst>
                <a:cxn ang="0">
                  <a:pos x="284" y="8"/>
                </a:cxn>
                <a:cxn ang="0">
                  <a:pos x="238" y="0"/>
                </a:cxn>
                <a:cxn ang="0">
                  <a:pos x="192" y="4"/>
                </a:cxn>
                <a:cxn ang="0">
                  <a:pos x="150" y="16"/>
                </a:cxn>
                <a:cxn ang="0">
                  <a:pos x="110" y="34"/>
                </a:cxn>
                <a:cxn ang="0">
                  <a:pos x="74" y="62"/>
                </a:cxn>
                <a:cxn ang="0">
                  <a:pos x="46" y="94"/>
                </a:cxn>
                <a:cxn ang="0">
                  <a:pos x="22" y="132"/>
                </a:cxn>
                <a:cxn ang="0">
                  <a:pos x="6" y="176"/>
                </a:cxn>
                <a:cxn ang="0">
                  <a:pos x="2" y="200"/>
                </a:cxn>
                <a:cxn ang="0">
                  <a:pos x="2" y="244"/>
                </a:cxn>
                <a:cxn ang="0">
                  <a:pos x="8" y="288"/>
                </a:cxn>
                <a:cxn ang="0">
                  <a:pos x="24" y="330"/>
                </a:cxn>
                <a:cxn ang="0">
                  <a:pos x="48" y="368"/>
                </a:cxn>
                <a:cxn ang="0">
                  <a:pos x="76" y="400"/>
                </a:cxn>
                <a:cxn ang="0">
                  <a:pos x="112" y="426"/>
                </a:cxn>
                <a:cxn ang="0">
                  <a:pos x="154" y="446"/>
                </a:cxn>
                <a:cxn ang="0">
                  <a:pos x="176" y="452"/>
                </a:cxn>
                <a:cxn ang="0">
                  <a:pos x="222" y="458"/>
                </a:cxn>
                <a:cxn ang="0">
                  <a:pos x="268" y="456"/>
                </a:cxn>
                <a:cxn ang="0">
                  <a:pos x="310" y="444"/>
                </a:cxn>
                <a:cxn ang="0">
                  <a:pos x="350" y="424"/>
                </a:cxn>
                <a:cxn ang="0">
                  <a:pos x="386" y="398"/>
                </a:cxn>
                <a:cxn ang="0">
                  <a:pos x="414" y="366"/>
                </a:cxn>
                <a:cxn ang="0">
                  <a:pos x="437" y="326"/>
                </a:cxn>
                <a:cxn ang="0">
                  <a:pos x="453" y="284"/>
                </a:cxn>
                <a:cxn ang="0">
                  <a:pos x="457" y="260"/>
                </a:cxn>
                <a:cxn ang="0">
                  <a:pos x="457" y="214"/>
                </a:cxn>
                <a:cxn ang="0">
                  <a:pos x="451" y="170"/>
                </a:cxn>
                <a:cxn ang="0">
                  <a:pos x="435" y="130"/>
                </a:cxn>
                <a:cxn ang="0">
                  <a:pos x="412" y="92"/>
                </a:cxn>
                <a:cxn ang="0">
                  <a:pos x="384" y="60"/>
                </a:cxn>
                <a:cxn ang="0">
                  <a:pos x="348" y="34"/>
                </a:cxn>
                <a:cxn ang="0">
                  <a:pos x="306" y="14"/>
                </a:cxn>
                <a:cxn ang="0">
                  <a:pos x="284" y="8"/>
                </a:cxn>
              </a:cxnLst>
              <a:rect l="0" t="0" r="0" b="0"/>
              <a:pathLst>
                <a:path w="459" h="458">
                  <a:moveTo>
                    <a:pt x="284" y="8"/>
                  </a:moveTo>
                  <a:lnTo>
                    <a:pt x="284" y="8"/>
                  </a:lnTo>
                  <a:lnTo>
                    <a:pt x="260" y="2"/>
                  </a:lnTo>
                  <a:lnTo>
                    <a:pt x="238" y="0"/>
                  </a:lnTo>
                  <a:lnTo>
                    <a:pt x="214" y="2"/>
                  </a:lnTo>
                  <a:lnTo>
                    <a:pt x="192" y="4"/>
                  </a:lnTo>
                  <a:lnTo>
                    <a:pt x="170" y="8"/>
                  </a:lnTo>
                  <a:lnTo>
                    <a:pt x="150" y="16"/>
                  </a:lnTo>
                  <a:lnTo>
                    <a:pt x="130" y="24"/>
                  </a:lnTo>
                  <a:lnTo>
                    <a:pt x="110" y="34"/>
                  </a:lnTo>
                  <a:lnTo>
                    <a:pt x="92" y="48"/>
                  </a:lnTo>
                  <a:lnTo>
                    <a:pt x="74" y="62"/>
                  </a:lnTo>
                  <a:lnTo>
                    <a:pt x="60" y="76"/>
                  </a:lnTo>
                  <a:lnTo>
                    <a:pt x="46" y="94"/>
                  </a:lnTo>
                  <a:lnTo>
                    <a:pt x="32" y="112"/>
                  </a:lnTo>
                  <a:lnTo>
                    <a:pt x="22" y="132"/>
                  </a:lnTo>
                  <a:lnTo>
                    <a:pt x="14" y="154"/>
                  </a:lnTo>
                  <a:lnTo>
                    <a:pt x="6" y="176"/>
                  </a:lnTo>
                  <a:lnTo>
                    <a:pt x="2" y="200"/>
                  </a:lnTo>
                  <a:lnTo>
                    <a:pt x="0" y="222"/>
                  </a:lnTo>
                  <a:lnTo>
                    <a:pt x="2" y="244"/>
                  </a:lnTo>
                  <a:lnTo>
                    <a:pt x="4" y="268"/>
                  </a:lnTo>
                  <a:lnTo>
                    <a:pt x="8" y="288"/>
                  </a:lnTo>
                  <a:lnTo>
                    <a:pt x="16" y="310"/>
                  </a:lnTo>
                  <a:lnTo>
                    <a:pt x="24" y="330"/>
                  </a:lnTo>
                  <a:lnTo>
                    <a:pt x="34" y="350"/>
                  </a:lnTo>
                  <a:lnTo>
                    <a:pt x="48" y="368"/>
                  </a:lnTo>
                  <a:lnTo>
                    <a:pt x="62" y="384"/>
                  </a:lnTo>
                  <a:lnTo>
                    <a:pt x="76" y="400"/>
                  </a:lnTo>
                  <a:lnTo>
                    <a:pt x="94" y="414"/>
                  </a:lnTo>
                  <a:lnTo>
                    <a:pt x="112" y="426"/>
                  </a:lnTo>
                  <a:lnTo>
                    <a:pt x="132" y="438"/>
                  </a:lnTo>
                  <a:lnTo>
                    <a:pt x="154" y="446"/>
                  </a:lnTo>
                  <a:lnTo>
                    <a:pt x="176" y="452"/>
                  </a:lnTo>
                  <a:lnTo>
                    <a:pt x="200" y="456"/>
                  </a:lnTo>
                  <a:lnTo>
                    <a:pt x="222" y="458"/>
                  </a:lnTo>
                  <a:lnTo>
                    <a:pt x="246" y="458"/>
                  </a:lnTo>
                  <a:lnTo>
                    <a:pt x="268" y="456"/>
                  </a:lnTo>
                  <a:lnTo>
                    <a:pt x="290" y="450"/>
                  </a:lnTo>
                  <a:lnTo>
                    <a:pt x="310" y="444"/>
                  </a:lnTo>
                  <a:lnTo>
                    <a:pt x="330" y="436"/>
                  </a:lnTo>
                  <a:lnTo>
                    <a:pt x="350" y="424"/>
                  </a:lnTo>
                  <a:lnTo>
                    <a:pt x="368" y="412"/>
                  </a:lnTo>
                  <a:lnTo>
                    <a:pt x="386" y="398"/>
                  </a:lnTo>
                  <a:lnTo>
                    <a:pt x="400" y="382"/>
                  </a:lnTo>
                  <a:lnTo>
                    <a:pt x="414" y="366"/>
                  </a:lnTo>
                  <a:lnTo>
                    <a:pt x="427" y="346"/>
                  </a:lnTo>
                  <a:lnTo>
                    <a:pt x="437" y="326"/>
                  </a:lnTo>
                  <a:lnTo>
                    <a:pt x="445" y="306"/>
                  </a:lnTo>
                  <a:lnTo>
                    <a:pt x="453" y="284"/>
                  </a:lnTo>
                  <a:lnTo>
                    <a:pt x="457" y="260"/>
                  </a:lnTo>
                  <a:lnTo>
                    <a:pt x="459" y="238"/>
                  </a:lnTo>
                  <a:lnTo>
                    <a:pt x="457" y="214"/>
                  </a:lnTo>
                  <a:lnTo>
                    <a:pt x="455" y="192"/>
                  </a:lnTo>
                  <a:lnTo>
                    <a:pt x="451" y="170"/>
                  </a:lnTo>
                  <a:lnTo>
                    <a:pt x="443" y="150"/>
                  </a:lnTo>
                  <a:lnTo>
                    <a:pt x="435" y="130"/>
                  </a:lnTo>
                  <a:lnTo>
                    <a:pt x="425" y="110"/>
                  </a:lnTo>
                  <a:lnTo>
                    <a:pt x="412" y="92"/>
                  </a:lnTo>
                  <a:lnTo>
                    <a:pt x="398" y="76"/>
                  </a:lnTo>
                  <a:lnTo>
                    <a:pt x="384" y="60"/>
                  </a:lnTo>
                  <a:lnTo>
                    <a:pt x="366" y="46"/>
                  </a:lnTo>
                  <a:lnTo>
                    <a:pt x="348" y="34"/>
                  </a:lnTo>
                  <a:lnTo>
                    <a:pt x="328" y="22"/>
                  </a:lnTo>
                  <a:lnTo>
                    <a:pt x="306" y="14"/>
                  </a:lnTo>
                  <a:lnTo>
                    <a:pt x="284" y="8"/>
                  </a:lnTo>
                  <a:close/>
                </a:path>
              </a:pathLst>
            </a:custGeom>
            <a:solidFill>
              <a:srgbClr val="B9D53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0" name="Freeform 189"/>
            <p:cNvSpPr/>
            <p:nvPr/>
          </p:nvSpPr>
          <p:spPr>
            <a:xfrm>
              <a:off x="942" y="325"/>
              <a:ext cx="443" cy="442"/>
            </a:xfrm>
            <a:custGeom>
              <a:avLst/>
              <a:gdLst/>
              <a:ahLst/>
              <a:cxnLst>
                <a:cxn ang="0">
                  <a:pos x="274" y="6"/>
                </a:cxn>
                <a:cxn ang="0">
                  <a:pos x="230" y="0"/>
                </a:cxn>
                <a:cxn ang="0">
                  <a:pos x="186" y="2"/>
                </a:cxn>
                <a:cxn ang="0">
                  <a:pos x="144" y="14"/>
                </a:cxn>
                <a:cxn ang="0">
                  <a:pos x="106" y="32"/>
                </a:cxn>
                <a:cxn ang="0">
                  <a:pos x="72" y="58"/>
                </a:cxn>
                <a:cxn ang="0">
                  <a:pos x="44" y="90"/>
                </a:cxn>
                <a:cxn ang="0">
                  <a:pos x="22" y="128"/>
                </a:cxn>
                <a:cxn ang="0">
                  <a:pos x="6" y="170"/>
                </a:cxn>
                <a:cxn ang="0">
                  <a:pos x="2" y="192"/>
                </a:cxn>
                <a:cxn ang="0">
                  <a:pos x="2" y="236"/>
                </a:cxn>
                <a:cxn ang="0">
                  <a:pos x="8" y="278"/>
                </a:cxn>
                <a:cxn ang="0">
                  <a:pos x="24" y="318"/>
                </a:cxn>
                <a:cxn ang="0">
                  <a:pos x="46" y="354"/>
                </a:cxn>
                <a:cxn ang="0">
                  <a:pos x="74" y="386"/>
                </a:cxn>
                <a:cxn ang="0">
                  <a:pos x="110" y="412"/>
                </a:cxn>
                <a:cxn ang="0">
                  <a:pos x="150" y="430"/>
                </a:cxn>
                <a:cxn ang="0">
                  <a:pos x="170" y="436"/>
                </a:cxn>
                <a:cxn ang="0">
                  <a:pos x="216" y="442"/>
                </a:cxn>
                <a:cxn ang="0">
                  <a:pos x="258" y="440"/>
                </a:cxn>
                <a:cxn ang="0">
                  <a:pos x="300" y="428"/>
                </a:cxn>
                <a:cxn ang="0">
                  <a:pos x="338" y="410"/>
                </a:cxn>
                <a:cxn ang="0">
                  <a:pos x="372" y="384"/>
                </a:cxn>
                <a:cxn ang="0">
                  <a:pos x="402" y="352"/>
                </a:cxn>
                <a:cxn ang="0">
                  <a:pos x="423" y="316"/>
                </a:cxn>
                <a:cxn ang="0">
                  <a:pos x="437" y="274"/>
                </a:cxn>
                <a:cxn ang="0">
                  <a:pos x="441" y="250"/>
                </a:cxn>
                <a:cxn ang="0">
                  <a:pos x="443" y="206"/>
                </a:cxn>
                <a:cxn ang="0">
                  <a:pos x="435" y="164"/>
                </a:cxn>
                <a:cxn ang="0">
                  <a:pos x="421" y="124"/>
                </a:cxn>
                <a:cxn ang="0">
                  <a:pos x="400" y="88"/>
                </a:cxn>
                <a:cxn ang="0">
                  <a:pos x="370" y="56"/>
                </a:cxn>
                <a:cxn ang="0">
                  <a:pos x="336" y="32"/>
                </a:cxn>
                <a:cxn ang="0">
                  <a:pos x="296" y="12"/>
                </a:cxn>
                <a:cxn ang="0">
                  <a:pos x="274" y="6"/>
                </a:cxn>
              </a:cxnLst>
              <a:rect l="0" t="0" r="0" b="0"/>
              <a:pathLst>
                <a:path w="443" h="442">
                  <a:moveTo>
                    <a:pt x="274" y="6"/>
                  </a:moveTo>
                  <a:lnTo>
                    <a:pt x="274" y="6"/>
                  </a:lnTo>
                  <a:lnTo>
                    <a:pt x="252" y="2"/>
                  </a:lnTo>
                  <a:lnTo>
                    <a:pt x="230" y="0"/>
                  </a:lnTo>
                  <a:lnTo>
                    <a:pt x="208" y="0"/>
                  </a:lnTo>
                  <a:lnTo>
                    <a:pt x="186" y="2"/>
                  </a:lnTo>
                  <a:lnTo>
                    <a:pt x="166" y="8"/>
                  </a:lnTo>
                  <a:lnTo>
                    <a:pt x="144" y="14"/>
                  </a:lnTo>
                  <a:lnTo>
                    <a:pt x="126" y="22"/>
                  </a:lnTo>
                  <a:lnTo>
                    <a:pt x="106" y="32"/>
                  </a:lnTo>
                  <a:lnTo>
                    <a:pt x="90" y="44"/>
                  </a:lnTo>
                  <a:lnTo>
                    <a:pt x="72" y="58"/>
                  </a:lnTo>
                  <a:lnTo>
                    <a:pt x="58" y="74"/>
                  </a:lnTo>
                  <a:lnTo>
                    <a:pt x="44" y="90"/>
                  </a:lnTo>
                  <a:lnTo>
                    <a:pt x="32" y="108"/>
                  </a:lnTo>
                  <a:lnTo>
                    <a:pt x="22" y="128"/>
                  </a:lnTo>
                  <a:lnTo>
                    <a:pt x="14" y="148"/>
                  </a:lnTo>
                  <a:lnTo>
                    <a:pt x="6" y="170"/>
                  </a:lnTo>
                  <a:lnTo>
                    <a:pt x="2" y="192"/>
                  </a:lnTo>
                  <a:lnTo>
                    <a:pt x="0" y="214"/>
                  </a:lnTo>
                  <a:lnTo>
                    <a:pt x="2" y="236"/>
                  </a:lnTo>
                  <a:lnTo>
                    <a:pt x="4" y="258"/>
                  </a:lnTo>
                  <a:lnTo>
                    <a:pt x="8" y="278"/>
                  </a:lnTo>
                  <a:lnTo>
                    <a:pt x="16" y="298"/>
                  </a:lnTo>
                  <a:lnTo>
                    <a:pt x="24" y="318"/>
                  </a:lnTo>
                  <a:lnTo>
                    <a:pt x="34" y="336"/>
                  </a:lnTo>
                  <a:lnTo>
                    <a:pt x="46" y="354"/>
                  </a:lnTo>
                  <a:lnTo>
                    <a:pt x="60" y="370"/>
                  </a:lnTo>
                  <a:lnTo>
                    <a:pt x="74" y="386"/>
                  </a:lnTo>
                  <a:lnTo>
                    <a:pt x="92" y="400"/>
                  </a:lnTo>
                  <a:lnTo>
                    <a:pt x="110" y="412"/>
                  </a:lnTo>
                  <a:lnTo>
                    <a:pt x="128" y="422"/>
                  </a:lnTo>
                  <a:lnTo>
                    <a:pt x="150" y="430"/>
                  </a:lnTo>
                  <a:lnTo>
                    <a:pt x="170" y="436"/>
                  </a:lnTo>
                  <a:lnTo>
                    <a:pt x="194" y="440"/>
                  </a:lnTo>
                  <a:lnTo>
                    <a:pt x="216" y="442"/>
                  </a:lnTo>
                  <a:lnTo>
                    <a:pt x="238" y="442"/>
                  </a:lnTo>
                  <a:lnTo>
                    <a:pt x="258" y="440"/>
                  </a:lnTo>
                  <a:lnTo>
                    <a:pt x="280" y="436"/>
                  </a:lnTo>
                  <a:lnTo>
                    <a:pt x="300" y="428"/>
                  </a:lnTo>
                  <a:lnTo>
                    <a:pt x="320" y="420"/>
                  </a:lnTo>
                  <a:lnTo>
                    <a:pt x="338" y="410"/>
                  </a:lnTo>
                  <a:lnTo>
                    <a:pt x="356" y="398"/>
                  </a:lnTo>
                  <a:lnTo>
                    <a:pt x="372" y="384"/>
                  </a:lnTo>
                  <a:lnTo>
                    <a:pt x="388" y="370"/>
                  </a:lnTo>
                  <a:lnTo>
                    <a:pt x="402" y="352"/>
                  </a:lnTo>
                  <a:lnTo>
                    <a:pt x="413" y="334"/>
                  </a:lnTo>
                  <a:lnTo>
                    <a:pt x="423" y="316"/>
                  </a:lnTo>
                  <a:lnTo>
                    <a:pt x="431" y="294"/>
                  </a:lnTo>
                  <a:lnTo>
                    <a:pt x="437" y="274"/>
                  </a:lnTo>
                  <a:lnTo>
                    <a:pt x="441" y="250"/>
                  </a:lnTo>
                  <a:lnTo>
                    <a:pt x="443" y="228"/>
                  </a:lnTo>
                  <a:lnTo>
                    <a:pt x="443" y="206"/>
                  </a:lnTo>
                  <a:lnTo>
                    <a:pt x="441" y="186"/>
                  </a:lnTo>
                  <a:lnTo>
                    <a:pt x="435" y="164"/>
                  </a:lnTo>
                  <a:lnTo>
                    <a:pt x="429" y="144"/>
                  </a:lnTo>
                  <a:lnTo>
                    <a:pt x="421" y="124"/>
                  </a:lnTo>
                  <a:lnTo>
                    <a:pt x="411" y="106"/>
                  </a:lnTo>
                  <a:lnTo>
                    <a:pt x="400" y="88"/>
                  </a:lnTo>
                  <a:lnTo>
                    <a:pt x="386" y="72"/>
                  </a:lnTo>
                  <a:lnTo>
                    <a:pt x="370" y="56"/>
                  </a:lnTo>
                  <a:lnTo>
                    <a:pt x="354" y="44"/>
                  </a:lnTo>
                  <a:lnTo>
                    <a:pt x="336" y="32"/>
                  </a:lnTo>
                  <a:lnTo>
                    <a:pt x="316" y="20"/>
                  </a:lnTo>
                  <a:lnTo>
                    <a:pt x="296" y="12"/>
                  </a:lnTo>
                  <a:lnTo>
                    <a:pt x="274" y="6"/>
                  </a:lnTo>
                  <a:close/>
                </a:path>
              </a:pathLst>
            </a:custGeom>
            <a:solidFill>
              <a:srgbClr val="BAD53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1" name="Freeform 190"/>
            <p:cNvSpPr/>
            <p:nvPr/>
          </p:nvSpPr>
          <p:spPr>
            <a:xfrm>
              <a:off x="952" y="331"/>
              <a:ext cx="427" cy="426"/>
            </a:xfrm>
            <a:custGeom>
              <a:avLst/>
              <a:gdLst/>
              <a:ahLst/>
              <a:cxnLst>
                <a:cxn ang="0">
                  <a:pos x="262" y="6"/>
                </a:cxn>
                <a:cxn ang="0">
                  <a:pos x="220" y="0"/>
                </a:cxn>
                <a:cxn ang="0">
                  <a:pos x="178" y="2"/>
                </a:cxn>
                <a:cxn ang="0">
                  <a:pos x="138" y="12"/>
                </a:cxn>
                <a:cxn ang="0">
                  <a:pos x="102" y="30"/>
                </a:cxn>
                <a:cxn ang="0">
                  <a:pos x="68" y="56"/>
                </a:cxn>
                <a:cxn ang="0">
                  <a:pos x="40" y="86"/>
                </a:cxn>
                <a:cxn ang="0">
                  <a:pos x="20" y="122"/>
                </a:cxn>
                <a:cxn ang="0">
                  <a:pos x="4" y="164"/>
                </a:cxn>
                <a:cxn ang="0">
                  <a:pos x="0" y="184"/>
                </a:cxn>
                <a:cxn ang="0">
                  <a:pos x="0" y="226"/>
                </a:cxn>
                <a:cxn ang="0">
                  <a:pos x="6" y="268"/>
                </a:cxn>
                <a:cxn ang="0">
                  <a:pos x="20" y="306"/>
                </a:cxn>
                <a:cxn ang="0">
                  <a:pos x="42" y="342"/>
                </a:cxn>
                <a:cxn ang="0">
                  <a:pos x="70" y="372"/>
                </a:cxn>
                <a:cxn ang="0">
                  <a:pos x="104" y="396"/>
                </a:cxn>
                <a:cxn ang="0">
                  <a:pos x="142" y="414"/>
                </a:cxn>
                <a:cxn ang="0">
                  <a:pos x="164" y="420"/>
                </a:cxn>
                <a:cxn ang="0">
                  <a:pos x="206" y="426"/>
                </a:cxn>
                <a:cxn ang="0">
                  <a:pos x="248" y="424"/>
                </a:cxn>
                <a:cxn ang="0">
                  <a:pos x="288" y="414"/>
                </a:cxn>
                <a:cxn ang="0">
                  <a:pos x="326" y="396"/>
                </a:cxn>
                <a:cxn ang="0">
                  <a:pos x="358" y="370"/>
                </a:cxn>
                <a:cxn ang="0">
                  <a:pos x="386" y="340"/>
                </a:cxn>
                <a:cxn ang="0">
                  <a:pos x="407" y="304"/>
                </a:cxn>
                <a:cxn ang="0">
                  <a:pos x="421" y="262"/>
                </a:cxn>
                <a:cxn ang="0">
                  <a:pos x="425" y="242"/>
                </a:cxn>
                <a:cxn ang="0">
                  <a:pos x="425" y="198"/>
                </a:cxn>
                <a:cxn ang="0">
                  <a:pos x="419" y="158"/>
                </a:cxn>
                <a:cxn ang="0">
                  <a:pos x="405" y="120"/>
                </a:cxn>
                <a:cxn ang="0">
                  <a:pos x="384" y="84"/>
                </a:cxn>
                <a:cxn ang="0">
                  <a:pos x="356" y="54"/>
                </a:cxn>
                <a:cxn ang="0">
                  <a:pos x="322" y="30"/>
                </a:cxn>
                <a:cxn ang="0">
                  <a:pos x="284" y="12"/>
                </a:cxn>
                <a:cxn ang="0">
                  <a:pos x="262" y="6"/>
                </a:cxn>
              </a:cxnLst>
              <a:rect l="0" t="0" r="0" b="0"/>
              <a:pathLst>
                <a:path w="427" h="426">
                  <a:moveTo>
                    <a:pt x="262" y="6"/>
                  </a:moveTo>
                  <a:lnTo>
                    <a:pt x="262" y="6"/>
                  </a:lnTo>
                  <a:lnTo>
                    <a:pt x="242" y="2"/>
                  </a:lnTo>
                  <a:lnTo>
                    <a:pt x="220" y="0"/>
                  </a:lnTo>
                  <a:lnTo>
                    <a:pt x="198" y="0"/>
                  </a:lnTo>
                  <a:lnTo>
                    <a:pt x="178" y="2"/>
                  </a:lnTo>
                  <a:lnTo>
                    <a:pt x="158" y="6"/>
                  </a:lnTo>
                  <a:lnTo>
                    <a:pt x="138" y="12"/>
                  </a:lnTo>
                  <a:lnTo>
                    <a:pt x="120" y="20"/>
                  </a:lnTo>
                  <a:lnTo>
                    <a:pt x="102" y="30"/>
                  </a:lnTo>
                  <a:lnTo>
                    <a:pt x="84" y="42"/>
                  </a:lnTo>
                  <a:lnTo>
                    <a:pt x="68" y="56"/>
                  </a:lnTo>
                  <a:lnTo>
                    <a:pt x="54" y="70"/>
                  </a:lnTo>
                  <a:lnTo>
                    <a:pt x="40" y="86"/>
                  </a:lnTo>
                  <a:lnTo>
                    <a:pt x="30" y="104"/>
                  </a:lnTo>
                  <a:lnTo>
                    <a:pt x="20" y="122"/>
                  </a:lnTo>
                  <a:lnTo>
                    <a:pt x="12" y="142"/>
                  </a:lnTo>
                  <a:lnTo>
                    <a:pt x="4" y="164"/>
                  </a:lnTo>
                  <a:lnTo>
                    <a:pt x="0" y="184"/>
                  </a:lnTo>
                  <a:lnTo>
                    <a:pt x="0" y="206"/>
                  </a:lnTo>
                  <a:lnTo>
                    <a:pt x="0" y="226"/>
                  </a:lnTo>
                  <a:lnTo>
                    <a:pt x="2" y="248"/>
                  </a:lnTo>
                  <a:lnTo>
                    <a:pt x="6" y="268"/>
                  </a:lnTo>
                  <a:lnTo>
                    <a:pt x="12" y="288"/>
                  </a:lnTo>
                  <a:lnTo>
                    <a:pt x="20" y="306"/>
                  </a:lnTo>
                  <a:lnTo>
                    <a:pt x="30" y="324"/>
                  </a:lnTo>
                  <a:lnTo>
                    <a:pt x="42" y="342"/>
                  </a:lnTo>
                  <a:lnTo>
                    <a:pt x="56" y="358"/>
                  </a:lnTo>
                  <a:lnTo>
                    <a:pt x="70" y="372"/>
                  </a:lnTo>
                  <a:lnTo>
                    <a:pt x="86" y="386"/>
                  </a:lnTo>
                  <a:lnTo>
                    <a:pt x="104" y="396"/>
                  </a:lnTo>
                  <a:lnTo>
                    <a:pt x="122" y="406"/>
                  </a:lnTo>
                  <a:lnTo>
                    <a:pt x="142" y="414"/>
                  </a:lnTo>
                  <a:lnTo>
                    <a:pt x="164" y="420"/>
                  </a:lnTo>
                  <a:lnTo>
                    <a:pt x="184" y="424"/>
                  </a:lnTo>
                  <a:lnTo>
                    <a:pt x="206" y="426"/>
                  </a:lnTo>
                  <a:lnTo>
                    <a:pt x="228" y="426"/>
                  </a:lnTo>
                  <a:lnTo>
                    <a:pt x="248" y="424"/>
                  </a:lnTo>
                  <a:lnTo>
                    <a:pt x="268" y="420"/>
                  </a:lnTo>
                  <a:lnTo>
                    <a:pt x="288" y="414"/>
                  </a:lnTo>
                  <a:lnTo>
                    <a:pt x="308" y="404"/>
                  </a:lnTo>
                  <a:lnTo>
                    <a:pt x="326" y="396"/>
                  </a:lnTo>
                  <a:lnTo>
                    <a:pt x="342" y="384"/>
                  </a:lnTo>
                  <a:lnTo>
                    <a:pt x="358" y="370"/>
                  </a:lnTo>
                  <a:lnTo>
                    <a:pt x="372" y="356"/>
                  </a:lnTo>
                  <a:lnTo>
                    <a:pt x="386" y="340"/>
                  </a:lnTo>
                  <a:lnTo>
                    <a:pt x="398" y="322"/>
                  </a:lnTo>
                  <a:lnTo>
                    <a:pt x="407" y="304"/>
                  </a:lnTo>
                  <a:lnTo>
                    <a:pt x="415" y="284"/>
                  </a:lnTo>
                  <a:lnTo>
                    <a:pt x="421" y="262"/>
                  </a:lnTo>
                  <a:lnTo>
                    <a:pt x="425" y="242"/>
                  </a:lnTo>
                  <a:lnTo>
                    <a:pt x="427" y="220"/>
                  </a:lnTo>
                  <a:lnTo>
                    <a:pt x="425" y="198"/>
                  </a:lnTo>
                  <a:lnTo>
                    <a:pt x="423" y="178"/>
                  </a:lnTo>
                  <a:lnTo>
                    <a:pt x="419" y="158"/>
                  </a:lnTo>
                  <a:lnTo>
                    <a:pt x="413" y="138"/>
                  </a:lnTo>
                  <a:lnTo>
                    <a:pt x="405" y="120"/>
                  </a:lnTo>
                  <a:lnTo>
                    <a:pt x="396" y="102"/>
                  </a:lnTo>
                  <a:lnTo>
                    <a:pt x="384" y="84"/>
                  </a:lnTo>
                  <a:lnTo>
                    <a:pt x="370" y="68"/>
                  </a:lnTo>
                  <a:lnTo>
                    <a:pt x="356" y="54"/>
                  </a:lnTo>
                  <a:lnTo>
                    <a:pt x="340" y="40"/>
                  </a:lnTo>
                  <a:lnTo>
                    <a:pt x="322" y="30"/>
                  </a:lnTo>
                  <a:lnTo>
                    <a:pt x="304" y="20"/>
                  </a:lnTo>
                  <a:lnTo>
                    <a:pt x="284" y="12"/>
                  </a:lnTo>
                  <a:lnTo>
                    <a:pt x="262" y="6"/>
                  </a:lnTo>
                  <a:close/>
                </a:path>
              </a:pathLst>
            </a:custGeom>
            <a:solidFill>
              <a:srgbClr val="BCD63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2" name="Freeform 191"/>
            <p:cNvSpPr/>
            <p:nvPr/>
          </p:nvSpPr>
          <p:spPr>
            <a:xfrm>
              <a:off x="960" y="335"/>
              <a:ext cx="411" cy="412"/>
            </a:xfrm>
            <a:custGeom>
              <a:avLst/>
              <a:gdLst/>
              <a:ahLst/>
              <a:cxnLst>
                <a:cxn ang="0">
                  <a:pos x="254" y="6"/>
                </a:cxn>
                <a:cxn ang="0">
                  <a:pos x="212" y="0"/>
                </a:cxn>
                <a:cxn ang="0">
                  <a:pos x="172" y="4"/>
                </a:cxn>
                <a:cxn ang="0">
                  <a:pos x="134" y="14"/>
                </a:cxn>
                <a:cxn ang="0">
                  <a:pos x="98" y="30"/>
                </a:cxn>
                <a:cxn ang="0">
                  <a:pos x="66" y="54"/>
                </a:cxn>
                <a:cxn ang="0">
                  <a:pos x="40" y="84"/>
                </a:cxn>
                <a:cxn ang="0">
                  <a:pos x="18" y="120"/>
                </a:cxn>
                <a:cxn ang="0">
                  <a:pos x="4" y="158"/>
                </a:cxn>
                <a:cxn ang="0">
                  <a:pos x="2" y="180"/>
                </a:cxn>
                <a:cxn ang="0">
                  <a:pos x="0" y="220"/>
                </a:cxn>
                <a:cxn ang="0">
                  <a:pos x="6" y="260"/>
                </a:cxn>
                <a:cxn ang="0">
                  <a:pos x="20" y="296"/>
                </a:cxn>
                <a:cxn ang="0">
                  <a:pos x="42" y="330"/>
                </a:cxn>
                <a:cxn ang="0">
                  <a:pos x="68" y="360"/>
                </a:cxn>
                <a:cxn ang="0">
                  <a:pos x="100" y="384"/>
                </a:cxn>
                <a:cxn ang="0">
                  <a:pos x="138" y="402"/>
                </a:cxn>
                <a:cxn ang="0">
                  <a:pos x="158" y="406"/>
                </a:cxn>
                <a:cxn ang="0">
                  <a:pos x="200" y="412"/>
                </a:cxn>
                <a:cxn ang="0">
                  <a:pos x="240" y="410"/>
                </a:cxn>
                <a:cxn ang="0">
                  <a:pos x="278" y="400"/>
                </a:cxn>
                <a:cxn ang="0">
                  <a:pos x="314" y="382"/>
                </a:cxn>
                <a:cxn ang="0">
                  <a:pos x="346" y="358"/>
                </a:cxn>
                <a:cxn ang="0">
                  <a:pos x="372" y="328"/>
                </a:cxn>
                <a:cxn ang="0">
                  <a:pos x="391" y="294"/>
                </a:cxn>
                <a:cxn ang="0">
                  <a:pos x="405" y="254"/>
                </a:cxn>
                <a:cxn ang="0">
                  <a:pos x="409" y="234"/>
                </a:cxn>
                <a:cxn ang="0">
                  <a:pos x="411" y="192"/>
                </a:cxn>
                <a:cxn ang="0">
                  <a:pos x="405" y="154"/>
                </a:cxn>
                <a:cxn ang="0">
                  <a:pos x="391" y="116"/>
                </a:cxn>
                <a:cxn ang="0">
                  <a:pos x="370" y="82"/>
                </a:cxn>
                <a:cxn ang="0">
                  <a:pos x="344" y="54"/>
                </a:cxn>
                <a:cxn ang="0">
                  <a:pos x="312" y="30"/>
                </a:cxn>
                <a:cxn ang="0">
                  <a:pos x="274" y="12"/>
                </a:cxn>
                <a:cxn ang="0">
                  <a:pos x="254" y="6"/>
                </a:cxn>
              </a:cxnLst>
              <a:rect l="0" t="0" r="0" b="0"/>
              <a:pathLst>
                <a:path w="411" h="412">
                  <a:moveTo>
                    <a:pt x="254" y="6"/>
                  </a:moveTo>
                  <a:lnTo>
                    <a:pt x="254" y="6"/>
                  </a:lnTo>
                  <a:lnTo>
                    <a:pt x="234" y="2"/>
                  </a:lnTo>
                  <a:lnTo>
                    <a:pt x="212" y="0"/>
                  </a:lnTo>
                  <a:lnTo>
                    <a:pt x="192" y="0"/>
                  </a:lnTo>
                  <a:lnTo>
                    <a:pt x="172" y="4"/>
                  </a:lnTo>
                  <a:lnTo>
                    <a:pt x="152" y="8"/>
                  </a:lnTo>
                  <a:lnTo>
                    <a:pt x="134" y="14"/>
                  </a:lnTo>
                  <a:lnTo>
                    <a:pt x="116" y="22"/>
                  </a:lnTo>
                  <a:lnTo>
                    <a:pt x="98" y="30"/>
                  </a:lnTo>
                  <a:lnTo>
                    <a:pt x="82" y="42"/>
                  </a:lnTo>
                  <a:lnTo>
                    <a:pt x="66" y="54"/>
                  </a:lnTo>
                  <a:lnTo>
                    <a:pt x="52" y="68"/>
                  </a:lnTo>
                  <a:lnTo>
                    <a:pt x="40" y="84"/>
                  </a:lnTo>
                  <a:lnTo>
                    <a:pt x="28" y="102"/>
                  </a:lnTo>
                  <a:lnTo>
                    <a:pt x="18" y="120"/>
                  </a:lnTo>
                  <a:lnTo>
                    <a:pt x="10" y="138"/>
                  </a:lnTo>
                  <a:lnTo>
                    <a:pt x="4" y="158"/>
                  </a:lnTo>
                  <a:lnTo>
                    <a:pt x="2" y="180"/>
                  </a:lnTo>
                  <a:lnTo>
                    <a:pt x="0" y="200"/>
                  </a:lnTo>
                  <a:lnTo>
                    <a:pt x="0" y="220"/>
                  </a:lnTo>
                  <a:lnTo>
                    <a:pt x="2" y="240"/>
                  </a:lnTo>
                  <a:lnTo>
                    <a:pt x="6" y="260"/>
                  </a:lnTo>
                  <a:lnTo>
                    <a:pt x="12" y="278"/>
                  </a:lnTo>
                  <a:lnTo>
                    <a:pt x="20" y="296"/>
                  </a:lnTo>
                  <a:lnTo>
                    <a:pt x="30" y="314"/>
                  </a:lnTo>
                  <a:lnTo>
                    <a:pt x="42" y="330"/>
                  </a:lnTo>
                  <a:lnTo>
                    <a:pt x="54" y="346"/>
                  </a:lnTo>
                  <a:lnTo>
                    <a:pt x="68" y="360"/>
                  </a:lnTo>
                  <a:lnTo>
                    <a:pt x="84" y="372"/>
                  </a:lnTo>
                  <a:lnTo>
                    <a:pt x="100" y="384"/>
                  </a:lnTo>
                  <a:lnTo>
                    <a:pt x="118" y="394"/>
                  </a:lnTo>
                  <a:lnTo>
                    <a:pt x="138" y="402"/>
                  </a:lnTo>
                  <a:lnTo>
                    <a:pt x="158" y="406"/>
                  </a:lnTo>
                  <a:lnTo>
                    <a:pt x="178" y="410"/>
                  </a:lnTo>
                  <a:lnTo>
                    <a:pt x="200" y="412"/>
                  </a:lnTo>
                  <a:lnTo>
                    <a:pt x="220" y="412"/>
                  </a:lnTo>
                  <a:lnTo>
                    <a:pt x="240" y="410"/>
                  </a:lnTo>
                  <a:lnTo>
                    <a:pt x="260" y="406"/>
                  </a:lnTo>
                  <a:lnTo>
                    <a:pt x="278" y="400"/>
                  </a:lnTo>
                  <a:lnTo>
                    <a:pt x="296" y="392"/>
                  </a:lnTo>
                  <a:lnTo>
                    <a:pt x="314" y="382"/>
                  </a:lnTo>
                  <a:lnTo>
                    <a:pt x="330" y="372"/>
                  </a:lnTo>
                  <a:lnTo>
                    <a:pt x="346" y="358"/>
                  </a:lnTo>
                  <a:lnTo>
                    <a:pt x="360" y="344"/>
                  </a:lnTo>
                  <a:lnTo>
                    <a:pt x="372" y="328"/>
                  </a:lnTo>
                  <a:lnTo>
                    <a:pt x="384" y="312"/>
                  </a:lnTo>
                  <a:lnTo>
                    <a:pt x="391" y="294"/>
                  </a:lnTo>
                  <a:lnTo>
                    <a:pt x="399" y="274"/>
                  </a:lnTo>
                  <a:lnTo>
                    <a:pt x="405" y="254"/>
                  </a:lnTo>
                  <a:lnTo>
                    <a:pt x="409" y="234"/>
                  </a:lnTo>
                  <a:lnTo>
                    <a:pt x="411" y="214"/>
                  </a:lnTo>
                  <a:lnTo>
                    <a:pt x="411" y="192"/>
                  </a:lnTo>
                  <a:lnTo>
                    <a:pt x="409" y="172"/>
                  </a:lnTo>
                  <a:lnTo>
                    <a:pt x="405" y="154"/>
                  </a:lnTo>
                  <a:lnTo>
                    <a:pt x="399" y="134"/>
                  </a:lnTo>
                  <a:lnTo>
                    <a:pt x="391" y="116"/>
                  </a:lnTo>
                  <a:lnTo>
                    <a:pt x="382" y="98"/>
                  </a:lnTo>
                  <a:lnTo>
                    <a:pt x="370" y="82"/>
                  </a:lnTo>
                  <a:lnTo>
                    <a:pt x="358" y="68"/>
                  </a:lnTo>
                  <a:lnTo>
                    <a:pt x="344" y="54"/>
                  </a:lnTo>
                  <a:lnTo>
                    <a:pt x="328" y="40"/>
                  </a:lnTo>
                  <a:lnTo>
                    <a:pt x="312" y="30"/>
                  </a:lnTo>
                  <a:lnTo>
                    <a:pt x="294" y="20"/>
                  </a:lnTo>
                  <a:lnTo>
                    <a:pt x="274" y="12"/>
                  </a:lnTo>
                  <a:lnTo>
                    <a:pt x="254" y="6"/>
                  </a:lnTo>
                  <a:close/>
                </a:path>
              </a:pathLst>
            </a:custGeom>
            <a:solidFill>
              <a:srgbClr val="BED73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3" name="Freeform 192"/>
            <p:cNvSpPr/>
            <p:nvPr/>
          </p:nvSpPr>
          <p:spPr>
            <a:xfrm>
              <a:off x="968" y="341"/>
              <a:ext cx="397" cy="396"/>
            </a:xfrm>
            <a:custGeom>
              <a:avLst/>
              <a:gdLst/>
              <a:ahLst/>
              <a:cxnLst>
                <a:cxn ang="0">
                  <a:pos x="244" y="4"/>
                </a:cxn>
                <a:cxn ang="0">
                  <a:pos x="204" y="0"/>
                </a:cxn>
                <a:cxn ang="0">
                  <a:pos x="166" y="2"/>
                </a:cxn>
                <a:cxn ang="0">
                  <a:pos x="128" y="12"/>
                </a:cxn>
                <a:cxn ang="0">
                  <a:pos x="94" y="28"/>
                </a:cxn>
                <a:cxn ang="0">
                  <a:pos x="64" y="52"/>
                </a:cxn>
                <a:cxn ang="0">
                  <a:pos x="38" y="80"/>
                </a:cxn>
                <a:cxn ang="0">
                  <a:pos x="18" y="114"/>
                </a:cxn>
                <a:cxn ang="0">
                  <a:pos x="4" y="152"/>
                </a:cxn>
                <a:cxn ang="0">
                  <a:pos x="2" y="172"/>
                </a:cxn>
                <a:cxn ang="0">
                  <a:pos x="0" y="212"/>
                </a:cxn>
                <a:cxn ang="0">
                  <a:pos x="6" y="250"/>
                </a:cxn>
                <a:cxn ang="0">
                  <a:pos x="20" y="286"/>
                </a:cxn>
                <a:cxn ang="0">
                  <a:pos x="40" y="318"/>
                </a:cxn>
                <a:cxn ang="0">
                  <a:pos x="66" y="346"/>
                </a:cxn>
                <a:cxn ang="0">
                  <a:pos x="96" y="368"/>
                </a:cxn>
                <a:cxn ang="0">
                  <a:pos x="132" y="386"/>
                </a:cxn>
                <a:cxn ang="0">
                  <a:pos x="152" y="392"/>
                </a:cxn>
                <a:cxn ang="0">
                  <a:pos x="192" y="396"/>
                </a:cxn>
                <a:cxn ang="0">
                  <a:pos x="230" y="394"/>
                </a:cxn>
                <a:cxn ang="0">
                  <a:pos x="268" y="384"/>
                </a:cxn>
                <a:cxn ang="0">
                  <a:pos x="302" y="368"/>
                </a:cxn>
                <a:cxn ang="0">
                  <a:pos x="332" y="344"/>
                </a:cxn>
                <a:cxn ang="0">
                  <a:pos x="358" y="316"/>
                </a:cxn>
                <a:cxn ang="0">
                  <a:pos x="378" y="282"/>
                </a:cxn>
                <a:cxn ang="0">
                  <a:pos x="391" y="244"/>
                </a:cxn>
                <a:cxn ang="0">
                  <a:pos x="395" y="224"/>
                </a:cxn>
                <a:cxn ang="0">
                  <a:pos x="395" y="186"/>
                </a:cxn>
                <a:cxn ang="0">
                  <a:pos x="389" y="146"/>
                </a:cxn>
                <a:cxn ang="0">
                  <a:pos x="376" y="112"/>
                </a:cxn>
                <a:cxn ang="0">
                  <a:pos x="356" y="78"/>
                </a:cxn>
                <a:cxn ang="0">
                  <a:pos x="332" y="50"/>
                </a:cxn>
                <a:cxn ang="0">
                  <a:pos x="300" y="28"/>
                </a:cxn>
                <a:cxn ang="0">
                  <a:pos x="264" y="10"/>
                </a:cxn>
                <a:cxn ang="0">
                  <a:pos x="244" y="4"/>
                </a:cxn>
              </a:cxnLst>
              <a:rect l="0" t="0" r="0" b="0"/>
              <a:pathLst>
                <a:path w="397" h="396">
                  <a:moveTo>
                    <a:pt x="244" y="4"/>
                  </a:moveTo>
                  <a:lnTo>
                    <a:pt x="244" y="4"/>
                  </a:lnTo>
                  <a:lnTo>
                    <a:pt x="224" y="2"/>
                  </a:lnTo>
                  <a:lnTo>
                    <a:pt x="204" y="0"/>
                  </a:lnTo>
                  <a:lnTo>
                    <a:pt x="186" y="0"/>
                  </a:lnTo>
                  <a:lnTo>
                    <a:pt x="166" y="2"/>
                  </a:lnTo>
                  <a:lnTo>
                    <a:pt x="146" y="6"/>
                  </a:lnTo>
                  <a:lnTo>
                    <a:pt x="128" y="12"/>
                  </a:lnTo>
                  <a:lnTo>
                    <a:pt x="112" y="20"/>
                  </a:lnTo>
                  <a:lnTo>
                    <a:pt x="94" y="28"/>
                  </a:lnTo>
                  <a:lnTo>
                    <a:pt x="78" y="40"/>
                  </a:lnTo>
                  <a:lnTo>
                    <a:pt x="64" y="52"/>
                  </a:lnTo>
                  <a:lnTo>
                    <a:pt x="50" y="66"/>
                  </a:lnTo>
                  <a:lnTo>
                    <a:pt x="38" y="80"/>
                  </a:lnTo>
                  <a:lnTo>
                    <a:pt x="28" y="96"/>
                  </a:lnTo>
                  <a:lnTo>
                    <a:pt x="18" y="114"/>
                  </a:lnTo>
                  <a:lnTo>
                    <a:pt x="10" y="132"/>
                  </a:lnTo>
                  <a:lnTo>
                    <a:pt x="4" y="152"/>
                  </a:lnTo>
                  <a:lnTo>
                    <a:pt x="2" y="172"/>
                  </a:lnTo>
                  <a:lnTo>
                    <a:pt x="0" y="192"/>
                  </a:lnTo>
                  <a:lnTo>
                    <a:pt x="0" y="212"/>
                  </a:lnTo>
                  <a:lnTo>
                    <a:pt x="2" y="230"/>
                  </a:lnTo>
                  <a:lnTo>
                    <a:pt x="6" y="250"/>
                  </a:lnTo>
                  <a:lnTo>
                    <a:pt x="12" y="268"/>
                  </a:lnTo>
                  <a:lnTo>
                    <a:pt x="20" y="286"/>
                  </a:lnTo>
                  <a:lnTo>
                    <a:pt x="28" y="302"/>
                  </a:lnTo>
                  <a:lnTo>
                    <a:pt x="40" y="318"/>
                  </a:lnTo>
                  <a:lnTo>
                    <a:pt x="52" y="332"/>
                  </a:lnTo>
                  <a:lnTo>
                    <a:pt x="66" y="346"/>
                  </a:lnTo>
                  <a:lnTo>
                    <a:pt x="80" y="358"/>
                  </a:lnTo>
                  <a:lnTo>
                    <a:pt x="96" y="368"/>
                  </a:lnTo>
                  <a:lnTo>
                    <a:pt x="114" y="378"/>
                  </a:lnTo>
                  <a:lnTo>
                    <a:pt x="132" y="386"/>
                  </a:lnTo>
                  <a:lnTo>
                    <a:pt x="152" y="392"/>
                  </a:lnTo>
                  <a:lnTo>
                    <a:pt x="172" y="394"/>
                  </a:lnTo>
                  <a:lnTo>
                    <a:pt x="192" y="396"/>
                  </a:lnTo>
                  <a:lnTo>
                    <a:pt x="212" y="396"/>
                  </a:lnTo>
                  <a:lnTo>
                    <a:pt x="230" y="394"/>
                  </a:lnTo>
                  <a:lnTo>
                    <a:pt x="250" y="390"/>
                  </a:lnTo>
                  <a:lnTo>
                    <a:pt x="268" y="384"/>
                  </a:lnTo>
                  <a:lnTo>
                    <a:pt x="286" y="376"/>
                  </a:lnTo>
                  <a:lnTo>
                    <a:pt x="302" y="368"/>
                  </a:lnTo>
                  <a:lnTo>
                    <a:pt x="318" y="356"/>
                  </a:lnTo>
                  <a:lnTo>
                    <a:pt x="332" y="344"/>
                  </a:lnTo>
                  <a:lnTo>
                    <a:pt x="346" y="330"/>
                  </a:lnTo>
                  <a:lnTo>
                    <a:pt x="358" y="316"/>
                  </a:lnTo>
                  <a:lnTo>
                    <a:pt x="370" y="300"/>
                  </a:lnTo>
                  <a:lnTo>
                    <a:pt x="378" y="282"/>
                  </a:lnTo>
                  <a:lnTo>
                    <a:pt x="385" y="264"/>
                  </a:lnTo>
                  <a:lnTo>
                    <a:pt x="391" y="244"/>
                  </a:lnTo>
                  <a:lnTo>
                    <a:pt x="395" y="224"/>
                  </a:lnTo>
                  <a:lnTo>
                    <a:pt x="397" y="204"/>
                  </a:lnTo>
                  <a:lnTo>
                    <a:pt x="395" y="186"/>
                  </a:lnTo>
                  <a:lnTo>
                    <a:pt x="393" y="166"/>
                  </a:lnTo>
                  <a:lnTo>
                    <a:pt x="389" y="146"/>
                  </a:lnTo>
                  <a:lnTo>
                    <a:pt x="383" y="128"/>
                  </a:lnTo>
                  <a:lnTo>
                    <a:pt x="376" y="112"/>
                  </a:lnTo>
                  <a:lnTo>
                    <a:pt x="368" y="94"/>
                  </a:lnTo>
                  <a:lnTo>
                    <a:pt x="356" y="78"/>
                  </a:lnTo>
                  <a:lnTo>
                    <a:pt x="344" y="64"/>
                  </a:lnTo>
                  <a:lnTo>
                    <a:pt x="332" y="50"/>
                  </a:lnTo>
                  <a:lnTo>
                    <a:pt x="316" y="38"/>
                  </a:lnTo>
                  <a:lnTo>
                    <a:pt x="300" y="28"/>
                  </a:lnTo>
                  <a:lnTo>
                    <a:pt x="282" y="18"/>
                  </a:lnTo>
                  <a:lnTo>
                    <a:pt x="264" y="10"/>
                  </a:lnTo>
                  <a:lnTo>
                    <a:pt x="244" y="4"/>
                  </a:lnTo>
                  <a:close/>
                </a:path>
              </a:pathLst>
            </a:custGeom>
            <a:solidFill>
              <a:srgbClr val="C0D72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4" name="Freeform 193"/>
            <p:cNvSpPr/>
            <p:nvPr/>
          </p:nvSpPr>
          <p:spPr>
            <a:xfrm>
              <a:off x="976" y="345"/>
              <a:ext cx="381" cy="382"/>
            </a:xfrm>
            <a:custGeom>
              <a:avLst/>
              <a:gdLst/>
              <a:ahLst/>
              <a:cxnLst>
                <a:cxn ang="0">
                  <a:pos x="236" y="6"/>
                </a:cxn>
                <a:cxn ang="0">
                  <a:pos x="198" y="0"/>
                </a:cxn>
                <a:cxn ang="0">
                  <a:pos x="160" y="4"/>
                </a:cxn>
                <a:cxn ang="0">
                  <a:pos x="124" y="12"/>
                </a:cxn>
                <a:cxn ang="0">
                  <a:pos x="90" y="28"/>
                </a:cxn>
                <a:cxn ang="0">
                  <a:pos x="62" y="52"/>
                </a:cxn>
                <a:cxn ang="0">
                  <a:pos x="36" y="78"/>
                </a:cxn>
                <a:cxn ang="0">
                  <a:pos x="18" y="110"/>
                </a:cxn>
                <a:cxn ang="0">
                  <a:pos x="4" y="148"/>
                </a:cxn>
                <a:cxn ang="0">
                  <a:pos x="2" y="166"/>
                </a:cxn>
                <a:cxn ang="0">
                  <a:pos x="0" y="204"/>
                </a:cxn>
                <a:cxn ang="0">
                  <a:pos x="6" y="240"/>
                </a:cxn>
                <a:cxn ang="0">
                  <a:pos x="20" y="276"/>
                </a:cxn>
                <a:cxn ang="0">
                  <a:pos x="38" y="306"/>
                </a:cxn>
                <a:cxn ang="0">
                  <a:pos x="64" y="334"/>
                </a:cxn>
                <a:cxn ang="0">
                  <a:pos x="94" y="356"/>
                </a:cxn>
                <a:cxn ang="0">
                  <a:pos x="128" y="372"/>
                </a:cxn>
                <a:cxn ang="0">
                  <a:pos x="146" y="378"/>
                </a:cxn>
                <a:cxn ang="0">
                  <a:pos x="184" y="382"/>
                </a:cxn>
                <a:cxn ang="0">
                  <a:pos x="222" y="380"/>
                </a:cxn>
                <a:cxn ang="0">
                  <a:pos x="258" y="370"/>
                </a:cxn>
                <a:cxn ang="0">
                  <a:pos x="290" y="354"/>
                </a:cxn>
                <a:cxn ang="0">
                  <a:pos x="320" y="332"/>
                </a:cxn>
                <a:cxn ang="0">
                  <a:pos x="346" y="304"/>
                </a:cxn>
                <a:cxn ang="0">
                  <a:pos x="364" y="272"/>
                </a:cxn>
                <a:cxn ang="0">
                  <a:pos x="375" y="236"/>
                </a:cxn>
                <a:cxn ang="0">
                  <a:pos x="379" y="218"/>
                </a:cxn>
                <a:cxn ang="0">
                  <a:pos x="381" y="180"/>
                </a:cxn>
                <a:cxn ang="0">
                  <a:pos x="375" y="142"/>
                </a:cxn>
                <a:cxn ang="0">
                  <a:pos x="362" y="108"/>
                </a:cxn>
                <a:cxn ang="0">
                  <a:pos x="344" y="76"/>
                </a:cxn>
                <a:cxn ang="0">
                  <a:pos x="318" y="50"/>
                </a:cxn>
                <a:cxn ang="0">
                  <a:pos x="288" y="28"/>
                </a:cxn>
                <a:cxn ang="0">
                  <a:pos x="254" y="12"/>
                </a:cxn>
                <a:cxn ang="0">
                  <a:pos x="236" y="6"/>
                </a:cxn>
              </a:cxnLst>
              <a:rect l="0" t="0" r="0" b="0"/>
              <a:pathLst>
                <a:path w="381" h="382">
                  <a:moveTo>
                    <a:pt x="236" y="6"/>
                  </a:moveTo>
                  <a:lnTo>
                    <a:pt x="236" y="6"/>
                  </a:lnTo>
                  <a:lnTo>
                    <a:pt x="216" y="2"/>
                  </a:lnTo>
                  <a:lnTo>
                    <a:pt x="198" y="0"/>
                  </a:lnTo>
                  <a:lnTo>
                    <a:pt x="178" y="2"/>
                  </a:lnTo>
                  <a:lnTo>
                    <a:pt x="160" y="4"/>
                  </a:lnTo>
                  <a:lnTo>
                    <a:pt x="142" y="8"/>
                  </a:lnTo>
                  <a:lnTo>
                    <a:pt x="124" y="12"/>
                  </a:lnTo>
                  <a:lnTo>
                    <a:pt x="106" y="20"/>
                  </a:lnTo>
                  <a:lnTo>
                    <a:pt x="90" y="28"/>
                  </a:lnTo>
                  <a:lnTo>
                    <a:pt x="76" y="40"/>
                  </a:lnTo>
                  <a:lnTo>
                    <a:pt x="62" y="52"/>
                  </a:lnTo>
                  <a:lnTo>
                    <a:pt x="48" y="64"/>
                  </a:lnTo>
                  <a:lnTo>
                    <a:pt x="36" y="78"/>
                  </a:lnTo>
                  <a:lnTo>
                    <a:pt x="26" y="94"/>
                  </a:lnTo>
                  <a:lnTo>
                    <a:pt x="18" y="110"/>
                  </a:lnTo>
                  <a:lnTo>
                    <a:pt x="10" y="128"/>
                  </a:lnTo>
                  <a:lnTo>
                    <a:pt x="4" y="148"/>
                  </a:lnTo>
                  <a:lnTo>
                    <a:pt x="2" y="166"/>
                  </a:lnTo>
                  <a:lnTo>
                    <a:pt x="0" y="186"/>
                  </a:lnTo>
                  <a:lnTo>
                    <a:pt x="0" y="204"/>
                  </a:lnTo>
                  <a:lnTo>
                    <a:pt x="2" y="222"/>
                  </a:lnTo>
                  <a:lnTo>
                    <a:pt x="6" y="240"/>
                  </a:lnTo>
                  <a:lnTo>
                    <a:pt x="12" y="258"/>
                  </a:lnTo>
                  <a:lnTo>
                    <a:pt x="20" y="276"/>
                  </a:lnTo>
                  <a:lnTo>
                    <a:pt x="28" y="292"/>
                  </a:lnTo>
                  <a:lnTo>
                    <a:pt x="38" y="306"/>
                  </a:lnTo>
                  <a:lnTo>
                    <a:pt x="50" y="320"/>
                  </a:lnTo>
                  <a:lnTo>
                    <a:pt x="64" y="334"/>
                  </a:lnTo>
                  <a:lnTo>
                    <a:pt x="78" y="346"/>
                  </a:lnTo>
                  <a:lnTo>
                    <a:pt x="94" y="356"/>
                  </a:lnTo>
                  <a:lnTo>
                    <a:pt x="110" y="364"/>
                  </a:lnTo>
                  <a:lnTo>
                    <a:pt x="128" y="372"/>
                  </a:lnTo>
                  <a:lnTo>
                    <a:pt x="146" y="378"/>
                  </a:lnTo>
                  <a:lnTo>
                    <a:pt x="166" y="382"/>
                  </a:lnTo>
                  <a:lnTo>
                    <a:pt x="184" y="382"/>
                  </a:lnTo>
                  <a:lnTo>
                    <a:pt x="204" y="382"/>
                  </a:lnTo>
                  <a:lnTo>
                    <a:pt x="222" y="380"/>
                  </a:lnTo>
                  <a:lnTo>
                    <a:pt x="240" y="376"/>
                  </a:lnTo>
                  <a:lnTo>
                    <a:pt x="258" y="370"/>
                  </a:lnTo>
                  <a:lnTo>
                    <a:pt x="274" y="364"/>
                  </a:lnTo>
                  <a:lnTo>
                    <a:pt x="290" y="354"/>
                  </a:lnTo>
                  <a:lnTo>
                    <a:pt x="306" y="344"/>
                  </a:lnTo>
                  <a:lnTo>
                    <a:pt x="320" y="332"/>
                  </a:lnTo>
                  <a:lnTo>
                    <a:pt x="334" y="320"/>
                  </a:lnTo>
                  <a:lnTo>
                    <a:pt x="346" y="304"/>
                  </a:lnTo>
                  <a:lnTo>
                    <a:pt x="356" y="290"/>
                  </a:lnTo>
                  <a:lnTo>
                    <a:pt x="364" y="272"/>
                  </a:lnTo>
                  <a:lnTo>
                    <a:pt x="372" y="254"/>
                  </a:lnTo>
                  <a:lnTo>
                    <a:pt x="375" y="236"/>
                  </a:lnTo>
                  <a:lnTo>
                    <a:pt x="379" y="218"/>
                  </a:lnTo>
                  <a:lnTo>
                    <a:pt x="381" y="198"/>
                  </a:lnTo>
                  <a:lnTo>
                    <a:pt x="381" y="180"/>
                  </a:lnTo>
                  <a:lnTo>
                    <a:pt x="379" y="160"/>
                  </a:lnTo>
                  <a:lnTo>
                    <a:pt x="375" y="142"/>
                  </a:lnTo>
                  <a:lnTo>
                    <a:pt x="370" y="124"/>
                  </a:lnTo>
                  <a:lnTo>
                    <a:pt x="362" y="108"/>
                  </a:lnTo>
                  <a:lnTo>
                    <a:pt x="354" y="92"/>
                  </a:lnTo>
                  <a:lnTo>
                    <a:pt x="344" y="76"/>
                  </a:lnTo>
                  <a:lnTo>
                    <a:pt x="332" y="62"/>
                  </a:lnTo>
                  <a:lnTo>
                    <a:pt x="318" y="50"/>
                  </a:lnTo>
                  <a:lnTo>
                    <a:pt x="304" y="38"/>
                  </a:lnTo>
                  <a:lnTo>
                    <a:pt x="288" y="28"/>
                  </a:lnTo>
                  <a:lnTo>
                    <a:pt x="272" y="18"/>
                  </a:lnTo>
                  <a:lnTo>
                    <a:pt x="254" y="12"/>
                  </a:lnTo>
                  <a:lnTo>
                    <a:pt x="236" y="6"/>
                  </a:lnTo>
                  <a:close/>
                </a:path>
              </a:pathLst>
            </a:custGeom>
            <a:solidFill>
              <a:srgbClr val="C3D82E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5" name="Freeform 194"/>
            <p:cNvSpPr/>
            <p:nvPr/>
          </p:nvSpPr>
          <p:spPr>
            <a:xfrm>
              <a:off x="984" y="351"/>
              <a:ext cx="367" cy="366"/>
            </a:xfrm>
            <a:custGeom>
              <a:avLst/>
              <a:gdLst/>
              <a:ahLst/>
              <a:cxnLst>
                <a:cxn ang="0">
                  <a:pos x="226" y="4"/>
                </a:cxn>
                <a:cxn ang="0">
                  <a:pos x="190" y="0"/>
                </a:cxn>
                <a:cxn ang="0">
                  <a:pos x="154" y="2"/>
                </a:cxn>
                <a:cxn ang="0">
                  <a:pos x="120" y="12"/>
                </a:cxn>
                <a:cxn ang="0">
                  <a:pos x="88" y="26"/>
                </a:cxn>
                <a:cxn ang="0">
                  <a:pos x="60" y="48"/>
                </a:cxn>
                <a:cxn ang="0">
                  <a:pos x="36" y="74"/>
                </a:cxn>
                <a:cxn ang="0">
                  <a:pos x="18" y="106"/>
                </a:cxn>
                <a:cxn ang="0">
                  <a:pos x="4" y="140"/>
                </a:cxn>
                <a:cxn ang="0">
                  <a:pos x="2" y="158"/>
                </a:cxn>
                <a:cxn ang="0">
                  <a:pos x="0" y="196"/>
                </a:cxn>
                <a:cxn ang="0">
                  <a:pos x="6" y="230"/>
                </a:cxn>
                <a:cxn ang="0">
                  <a:pos x="18" y="264"/>
                </a:cxn>
                <a:cxn ang="0">
                  <a:pos x="36" y="294"/>
                </a:cxn>
                <a:cxn ang="0">
                  <a:pos x="60" y="320"/>
                </a:cxn>
                <a:cxn ang="0">
                  <a:pos x="90" y="340"/>
                </a:cxn>
                <a:cxn ang="0">
                  <a:pos x="122" y="356"/>
                </a:cxn>
                <a:cxn ang="0">
                  <a:pos x="140" y="362"/>
                </a:cxn>
                <a:cxn ang="0">
                  <a:pos x="178" y="366"/>
                </a:cxn>
                <a:cxn ang="0">
                  <a:pos x="214" y="364"/>
                </a:cxn>
                <a:cxn ang="0">
                  <a:pos x="248" y="354"/>
                </a:cxn>
                <a:cxn ang="0">
                  <a:pos x="280" y="340"/>
                </a:cxn>
                <a:cxn ang="0">
                  <a:pos x="308" y="318"/>
                </a:cxn>
                <a:cxn ang="0">
                  <a:pos x="332" y="292"/>
                </a:cxn>
                <a:cxn ang="0">
                  <a:pos x="350" y="262"/>
                </a:cxn>
                <a:cxn ang="0">
                  <a:pos x="362" y="226"/>
                </a:cxn>
                <a:cxn ang="0">
                  <a:pos x="366" y="208"/>
                </a:cxn>
                <a:cxn ang="0">
                  <a:pos x="366" y="172"/>
                </a:cxn>
                <a:cxn ang="0">
                  <a:pos x="360" y="136"/>
                </a:cxn>
                <a:cxn ang="0">
                  <a:pos x="348" y="102"/>
                </a:cxn>
                <a:cxn ang="0">
                  <a:pos x="330" y="72"/>
                </a:cxn>
                <a:cxn ang="0">
                  <a:pos x="306" y="46"/>
                </a:cxn>
                <a:cxn ang="0">
                  <a:pos x="278" y="26"/>
                </a:cxn>
                <a:cxn ang="0">
                  <a:pos x="244" y="10"/>
                </a:cxn>
                <a:cxn ang="0">
                  <a:pos x="226" y="4"/>
                </a:cxn>
              </a:cxnLst>
              <a:rect l="0" t="0" r="0" b="0"/>
              <a:pathLst>
                <a:path w="367" h="366">
                  <a:moveTo>
                    <a:pt x="226" y="4"/>
                  </a:moveTo>
                  <a:lnTo>
                    <a:pt x="226" y="4"/>
                  </a:lnTo>
                  <a:lnTo>
                    <a:pt x="208" y="2"/>
                  </a:lnTo>
                  <a:lnTo>
                    <a:pt x="190" y="0"/>
                  </a:lnTo>
                  <a:lnTo>
                    <a:pt x="172" y="0"/>
                  </a:lnTo>
                  <a:lnTo>
                    <a:pt x="154" y="2"/>
                  </a:lnTo>
                  <a:lnTo>
                    <a:pt x="136" y="6"/>
                  </a:lnTo>
                  <a:lnTo>
                    <a:pt x="120" y="12"/>
                  </a:lnTo>
                  <a:lnTo>
                    <a:pt x="102" y="18"/>
                  </a:lnTo>
                  <a:lnTo>
                    <a:pt x="88" y="26"/>
                  </a:lnTo>
                  <a:lnTo>
                    <a:pt x="72" y="36"/>
                  </a:lnTo>
                  <a:lnTo>
                    <a:pt x="60" y="48"/>
                  </a:lnTo>
                  <a:lnTo>
                    <a:pt x="46" y="60"/>
                  </a:lnTo>
                  <a:lnTo>
                    <a:pt x="36" y="74"/>
                  </a:lnTo>
                  <a:lnTo>
                    <a:pt x="26" y="90"/>
                  </a:lnTo>
                  <a:lnTo>
                    <a:pt x="18" y="106"/>
                  </a:lnTo>
                  <a:lnTo>
                    <a:pt x="10" y="122"/>
                  </a:lnTo>
                  <a:lnTo>
                    <a:pt x="4" y="140"/>
                  </a:lnTo>
                  <a:lnTo>
                    <a:pt x="2" y="158"/>
                  </a:lnTo>
                  <a:lnTo>
                    <a:pt x="0" y="178"/>
                  </a:lnTo>
                  <a:lnTo>
                    <a:pt x="0" y="196"/>
                  </a:lnTo>
                  <a:lnTo>
                    <a:pt x="2" y="214"/>
                  </a:lnTo>
                  <a:lnTo>
                    <a:pt x="6" y="230"/>
                  </a:lnTo>
                  <a:lnTo>
                    <a:pt x="12" y="248"/>
                  </a:lnTo>
                  <a:lnTo>
                    <a:pt x="18" y="264"/>
                  </a:lnTo>
                  <a:lnTo>
                    <a:pt x="28" y="280"/>
                  </a:lnTo>
                  <a:lnTo>
                    <a:pt x="36" y="294"/>
                  </a:lnTo>
                  <a:lnTo>
                    <a:pt x="48" y="308"/>
                  </a:lnTo>
                  <a:lnTo>
                    <a:pt x="60" y="320"/>
                  </a:lnTo>
                  <a:lnTo>
                    <a:pt x="74" y="330"/>
                  </a:lnTo>
                  <a:lnTo>
                    <a:pt x="90" y="340"/>
                  </a:lnTo>
                  <a:lnTo>
                    <a:pt x="106" y="350"/>
                  </a:lnTo>
                  <a:lnTo>
                    <a:pt x="122" y="356"/>
                  </a:lnTo>
                  <a:lnTo>
                    <a:pt x="140" y="362"/>
                  </a:lnTo>
                  <a:lnTo>
                    <a:pt x="160" y="366"/>
                  </a:lnTo>
                  <a:lnTo>
                    <a:pt x="178" y="366"/>
                  </a:lnTo>
                  <a:lnTo>
                    <a:pt x="196" y="366"/>
                  </a:lnTo>
                  <a:lnTo>
                    <a:pt x="214" y="364"/>
                  </a:lnTo>
                  <a:lnTo>
                    <a:pt x="230" y="360"/>
                  </a:lnTo>
                  <a:lnTo>
                    <a:pt x="248" y="354"/>
                  </a:lnTo>
                  <a:lnTo>
                    <a:pt x="264" y="348"/>
                  </a:lnTo>
                  <a:lnTo>
                    <a:pt x="280" y="340"/>
                  </a:lnTo>
                  <a:lnTo>
                    <a:pt x="294" y="330"/>
                  </a:lnTo>
                  <a:lnTo>
                    <a:pt x="308" y="318"/>
                  </a:lnTo>
                  <a:lnTo>
                    <a:pt x="320" y="306"/>
                  </a:lnTo>
                  <a:lnTo>
                    <a:pt x="332" y="292"/>
                  </a:lnTo>
                  <a:lnTo>
                    <a:pt x="342" y="278"/>
                  </a:lnTo>
                  <a:lnTo>
                    <a:pt x="350" y="262"/>
                  </a:lnTo>
                  <a:lnTo>
                    <a:pt x="356" y="244"/>
                  </a:lnTo>
                  <a:lnTo>
                    <a:pt x="362" y="226"/>
                  </a:lnTo>
                  <a:lnTo>
                    <a:pt x="366" y="208"/>
                  </a:lnTo>
                  <a:lnTo>
                    <a:pt x="367" y="190"/>
                  </a:lnTo>
                  <a:lnTo>
                    <a:pt x="366" y="172"/>
                  </a:lnTo>
                  <a:lnTo>
                    <a:pt x="364" y="154"/>
                  </a:lnTo>
                  <a:lnTo>
                    <a:pt x="360" y="136"/>
                  </a:lnTo>
                  <a:lnTo>
                    <a:pt x="356" y="120"/>
                  </a:lnTo>
                  <a:lnTo>
                    <a:pt x="348" y="102"/>
                  </a:lnTo>
                  <a:lnTo>
                    <a:pt x="340" y="88"/>
                  </a:lnTo>
                  <a:lnTo>
                    <a:pt x="330" y="72"/>
                  </a:lnTo>
                  <a:lnTo>
                    <a:pt x="318" y="60"/>
                  </a:lnTo>
                  <a:lnTo>
                    <a:pt x="306" y="46"/>
                  </a:lnTo>
                  <a:lnTo>
                    <a:pt x="292" y="36"/>
                  </a:lnTo>
                  <a:lnTo>
                    <a:pt x="278" y="26"/>
                  </a:lnTo>
                  <a:lnTo>
                    <a:pt x="262" y="18"/>
                  </a:lnTo>
                  <a:lnTo>
                    <a:pt x="244" y="10"/>
                  </a:lnTo>
                  <a:lnTo>
                    <a:pt x="226" y="4"/>
                  </a:lnTo>
                  <a:close/>
                </a:path>
              </a:pathLst>
            </a:custGeom>
            <a:solidFill>
              <a:srgbClr val="C5D92D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6" name="Freeform 195"/>
            <p:cNvSpPr/>
            <p:nvPr/>
          </p:nvSpPr>
          <p:spPr>
            <a:xfrm>
              <a:off x="992" y="357"/>
              <a:ext cx="352" cy="350"/>
            </a:xfrm>
            <a:custGeom>
              <a:avLst/>
              <a:gdLst/>
              <a:ahLst/>
              <a:cxnLst>
                <a:cxn ang="0">
                  <a:pos x="218" y="4"/>
                </a:cxn>
                <a:cxn ang="0">
                  <a:pos x="182" y="0"/>
                </a:cxn>
                <a:cxn ang="0">
                  <a:pos x="148" y="2"/>
                </a:cxn>
                <a:cxn ang="0">
                  <a:pos x="114" y="10"/>
                </a:cxn>
                <a:cxn ang="0">
                  <a:pos x="84" y="26"/>
                </a:cxn>
                <a:cxn ang="0">
                  <a:pos x="56" y="46"/>
                </a:cxn>
                <a:cxn ang="0">
                  <a:pos x="34" y="70"/>
                </a:cxn>
                <a:cxn ang="0">
                  <a:pos x="16" y="100"/>
                </a:cxn>
                <a:cxn ang="0">
                  <a:pos x="4" y="134"/>
                </a:cxn>
                <a:cxn ang="0">
                  <a:pos x="2" y="152"/>
                </a:cxn>
                <a:cxn ang="0">
                  <a:pos x="0" y="186"/>
                </a:cxn>
                <a:cxn ang="0">
                  <a:pos x="6" y="220"/>
                </a:cxn>
                <a:cxn ang="0">
                  <a:pos x="18" y="252"/>
                </a:cxn>
                <a:cxn ang="0">
                  <a:pos x="36" y="280"/>
                </a:cxn>
                <a:cxn ang="0">
                  <a:pos x="58" y="306"/>
                </a:cxn>
                <a:cxn ang="0">
                  <a:pos x="86" y="326"/>
                </a:cxn>
                <a:cxn ang="0">
                  <a:pos x="118" y="340"/>
                </a:cxn>
                <a:cxn ang="0">
                  <a:pos x="136" y="346"/>
                </a:cxn>
                <a:cxn ang="0">
                  <a:pos x="170" y="350"/>
                </a:cxn>
                <a:cxn ang="0">
                  <a:pos x="204" y="348"/>
                </a:cxn>
                <a:cxn ang="0">
                  <a:pos x="238" y="340"/>
                </a:cxn>
                <a:cxn ang="0">
                  <a:pos x="268" y="324"/>
                </a:cxn>
                <a:cxn ang="0">
                  <a:pos x="296" y="304"/>
                </a:cxn>
                <a:cxn ang="0">
                  <a:pos x="318" y="280"/>
                </a:cxn>
                <a:cxn ang="0">
                  <a:pos x="336" y="250"/>
                </a:cxn>
                <a:cxn ang="0">
                  <a:pos x="348" y="216"/>
                </a:cxn>
                <a:cxn ang="0">
                  <a:pos x="350" y="198"/>
                </a:cxn>
                <a:cxn ang="0">
                  <a:pos x="352" y="164"/>
                </a:cxn>
                <a:cxn ang="0">
                  <a:pos x="346" y="130"/>
                </a:cxn>
                <a:cxn ang="0">
                  <a:pos x="334" y="98"/>
                </a:cxn>
                <a:cxn ang="0">
                  <a:pos x="316" y="70"/>
                </a:cxn>
                <a:cxn ang="0">
                  <a:pos x="294" y="44"/>
                </a:cxn>
                <a:cxn ang="0">
                  <a:pos x="266" y="24"/>
                </a:cxn>
                <a:cxn ang="0">
                  <a:pos x="234" y="8"/>
                </a:cxn>
                <a:cxn ang="0">
                  <a:pos x="218" y="4"/>
                </a:cxn>
              </a:cxnLst>
              <a:rect l="0" t="0" r="0" b="0"/>
              <a:pathLst>
                <a:path w="352" h="350">
                  <a:moveTo>
                    <a:pt x="218" y="4"/>
                  </a:moveTo>
                  <a:lnTo>
                    <a:pt x="218" y="4"/>
                  </a:lnTo>
                  <a:lnTo>
                    <a:pt x="200" y="0"/>
                  </a:lnTo>
                  <a:lnTo>
                    <a:pt x="182" y="0"/>
                  </a:lnTo>
                  <a:lnTo>
                    <a:pt x="164" y="0"/>
                  </a:lnTo>
                  <a:lnTo>
                    <a:pt x="148" y="2"/>
                  </a:lnTo>
                  <a:lnTo>
                    <a:pt x="130" y="6"/>
                  </a:lnTo>
                  <a:lnTo>
                    <a:pt x="114" y="10"/>
                  </a:lnTo>
                  <a:lnTo>
                    <a:pt x="98" y="16"/>
                  </a:lnTo>
                  <a:lnTo>
                    <a:pt x="84" y="26"/>
                  </a:lnTo>
                  <a:lnTo>
                    <a:pt x="70" y="34"/>
                  </a:lnTo>
                  <a:lnTo>
                    <a:pt x="56" y="46"/>
                  </a:lnTo>
                  <a:lnTo>
                    <a:pt x="44" y="58"/>
                  </a:lnTo>
                  <a:lnTo>
                    <a:pt x="34" y="70"/>
                  </a:lnTo>
                  <a:lnTo>
                    <a:pt x="24" y="84"/>
                  </a:lnTo>
                  <a:lnTo>
                    <a:pt x="16" y="100"/>
                  </a:lnTo>
                  <a:lnTo>
                    <a:pt x="10" y="116"/>
                  </a:lnTo>
                  <a:lnTo>
                    <a:pt x="4" y="134"/>
                  </a:lnTo>
                  <a:lnTo>
                    <a:pt x="2" y="152"/>
                  </a:lnTo>
                  <a:lnTo>
                    <a:pt x="0" y="170"/>
                  </a:lnTo>
                  <a:lnTo>
                    <a:pt x="0" y="186"/>
                  </a:lnTo>
                  <a:lnTo>
                    <a:pt x="2" y="204"/>
                  </a:lnTo>
                  <a:lnTo>
                    <a:pt x="6" y="220"/>
                  </a:lnTo>
                  <a:lnTo>
                    <a:pt x="12" y="236"/>
                  </a:lnTo>
                  <a:lnTo>
                    <a:pt x="18" y="252"/>
                  </a:lnTo>
                  <a:lnTo>
                    <a:pt x="26" y="266"/>
                  </a:lnTo>
                  <a:lnTo>
                    <a:pt x="36" y="280"/>
                  </a:lnTo>
                  <a:lnTo>
                    <a:pt x="46" y="294"/>
                  </a:lnTo>
                  <a:lnTo>
                    <a:pt x="58" y="306"/>
                  </a:lnTo>
                  <a:lnTo>
                    <a:pt x="72" y="316"/>
                  </a:lnTo>
                  <a:lnTo>
                    <a:pt x="86" y="326"/>
                  </a:lnTo>
                  <a:lnTo>
                    <a:pt x="102" y="334"/>
                  </a:lnTo>
                  <a:lnTo>
                    <a:pt x="118" y="340"/>
                  </a:lnTo>
                  <a:lnTo>
                    <a:pt x="136" y="346"/>
                  </a:lnTo>
                  <a:lnTo>
                    <a:pt x="152" y="350"/>
                  </a:lnTo>
                  <a:lnTo>
                    <a:pt x="170" y="350"/>
                  </a:lnTo>
                  <a:lnTo>
                    <a:pt x="188" y="350"/>
                  </a:lnTo>
                  <a:lnTo>
                    <a:pt x="204" y="348"/>
                  </a:lnTo>
                  <a:lnTo>
                    <a:pt x="222" y="344"/>
                  </a:lnTo>
                  <a:lnTo>
                    <a:pt x="238" y="340"/>
                  </a:lnTo>
                  <a:lnTo>
                    <a:pt x="254" y="332"/>
                  </a:lnTo>
                  <a:lnTo>
                    <a:pt x="268" y="324"/>
                  </a:lnTo>
                  <a:lnTo>
                    <a:pt x="282" y="316"/>
                  </a:lnTo>
                  <a:lnTo>
                    <a:pt x="296" y="304"/>
                  </a:lnTo>
                  <a:lnTo>
                    <a:pt x="308" y="292"/>
                  </a:lnTo>
                  <a:lnTo>
                    <a:pt x="318" y="280"/>
                  </a:lnTo>
                  <a:lnTo>
                    <a:pt x="328" y="264"/>
                  </a:lnTo>
                  <a:lnTo>
                    <a:pt x="336" y="250"/>
                  </a:lnTo>
                  <a:lnTo>
                    <a:pt x="342" y="234"/>
                  </a:lnTo>
                  <a:lnTo>
                    <a:pt x="348" y="216"/>
                  </a:lnTo>
                  <a:lnTo>
                    <a:pt x="350" y="198"/>
                  </a:lnTo>
                  <a:lnTo>
                    <a:pt x="352" y="180"/>
                  </a:lnTo>
                  <a:lnTo>
                    <a:pt x="352" y="164"/>
                  </a:lnTo>
                  <a:lnTo>
                    <a:pt x="350" y="146"/>
                  </a:lnTo>
                  <a:lnTo>
                    <a:pt x="346" y="130"/>
                  </a:lnTo>
                  <a:lnTo>
                    <a:pt x="340" y="114"/>
                  </a:lnTo>
                  <a:lnTo>
                    <a:pt x="334" y="98"/>
                  </a:lnTo>
                  <a:lnTo>
                    <a:pt x="326" y="84"/>
                  </a:lnTo>
                  <a:lnTo>
                    <a:pt x="316" y="70"/>
                  </a:lnTo>
                  <a:lnTo>
                    <a:pt x="306" y="56"/>
                  </a:lnTo>
                  <a:lnTo>
                    <a:pt x="294" y="44"/>
                  </a:lnTo>
                  <a:lnTo>
                    <a:pt x="280" y="34"/>
                  </a:lnTo>
                  <a:lnTo>
                    <a:pt x="266" y="24"/>
                  </a:lnTo>
                  <a:lnTo>
                    <a:pt x="250" y="16"/>
                  </a:lnTo>
                  <a:lnTo>
                    <a:pt x="234" y="8"/>
                  </a:lnTo>
                  <a:lnTo>
                    <a:pt x="218" y="4"/>
                  </a:lnTo>
                  <a:close/>
                </a:path>
              </a:pathLst>
            </a:custGeom>
            <a:solidFill>
              <a:srgbClr val="C7DA2C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7" name="Freeform 196"/>
            <p:cNvSpPr/>
            <p:nvPr/>
          </p:nvSpPr>
          <p:spPr>
            <a:xfrm>
              <a:off x="1000" y="361"/>
              <a:ext cx="338" cy="336"/>
            </a:xfrm>
            <a:custGeom>
              <a:avLst/>
              <a:gdLst/>
              <a:ahLst/>
              <a:cxnLst>
                <a:cxn ang="0">
                  <a:pos x="208" y="4"/>
                </a:cxn>
                <a:cxn ang="0">
                  <a:pos x="174" y="0"/>
                </a:cxn>
                <a:cxn ang="0">
                  <a:pos x="142" y="2"/>
                </a:cxn>
                <a:cxn ang="0">
                  <a:pos x="110" y="10"/>
                </a:cxn>
                <a:cxn ang="0">
                  <a:pos x="80" y="26"/>
                </a:cxn>
                <a:cxn ang="0">
                  <a:pos x="54" y="44"/>
                </a:cxn>
                <a:cxn ang="0">
                  <a:pos x="32" y="68"/>
                </a:cxn>
                <a:cxn ang="0">
                  <a:pos x="16" y="98"/>
                </a:cxn>
                <a:cxn ang="0">
                  <a:pos x="4" y="130"/>
                </a:cxn>
                <a:cxn ang="0">
                  <a:pos x="2" y="146"/>
                </a:cxn>
                <a:cxn ang="0">
                  <a:pos x="0" y="180"/>
                </a:cxn>
                <a:cxn ang="0">
                  <a:pos x="6" y="212"/>
                </a:cxn>
                <a:cxn ang="0">
                  <a:pos x="18" y="242"/>
                </a:cxn>
                <a:cxn ang="0">
                  <a:pos x="34" y="270"/>
                </a:cxn>
                <a:cxn ang="0">
                  <a:pos x="56" y="294"/>
                </a:cxn>
                <a:cxn ang="0">
                  <a:pos x="82" y="312"/>
                </a:cxn>
                <a:cxn ang="0">
                  <a:pos x="112" y="328"/>
                </a:cxn>
                <a:cxn ang="0">
                  <a:pos x="130" y="332"/>
                </a:cxn>
                <a:cxn ang="0">
                  <a:pos x="164" y="336"/>
                </a:cxn>
                <a:cxn ang="0">
                  <a:pos x="196" y="334"/>
                </a:cxn>
                <a:cxn ang="0">
                  <a:pos x="228" y="326"/>
                </a:cxn>
                <a:cxn ang="0">
                  <a:pos x="256" y="312"/>
                </a:cxn>
                <a:cxn ang="0">
                  <a:pos x="282" y="292"/>
                </a:cxn>
                <a:cxn ang="0">
                  <a:pos x="304" y="268"/>
                </a:cxn>
                <a:cxn ang="0">
                  <a:pos x="322" y="240"/>
                </a:cxn>
                <a:cxn ang="0">
                  <a:pos x="332" y="208"/>
                </a:cxn>
                <a:cxn ang="0">
                  <a:pos x="336" y="190"/>
                </a:cxn>
                <a:cxn ang="0">
                  <a:pos x="336" y="158"/>
                </a:cxn>
                <a:cxn ang="0">
                  <a:pos x="332" y="126"/>
                </a:cxn>
                <a:cxn ang="0">
                  <a:pos x="320" y="94"/>
                </a:cxn>
                <a:cxn ang="0">
                  <a:pos x="304" y="68"/>
                </a:cxn>
                <a:cxn ang="0">
                  <a:pos x="282" y="44"/>
                </a:cxn>
                <a:cxn ang="0">
                  <a:pos x="254" y="24"/>
                </a:cxn>
                <a:cxn ang="0">
                  <a:pos x="224" y="10"/>
                </a:cxn>
                <a:cxn ang="0">
                  <a:pos x="208" y="4"/>
                </a:cxn>
              </a:cxnLst>
              <a:rect l="0" t="0" r="0" b="0"/>
              <a:pathLst>
                <a:path w="338" h="336">
                  <a:moveTo>
                    <a:pt x="208" y="4"/>
                  </a:moveTo>
                  <a:lnTo>
                    <a:pt x="208" y="4"/>
                  </a:lnTo>
                  <a:lnTo>
                    <a:pt x="190" y="2"/>
                  </a:lnTo>
                  <a:lnTo>
                    <a:pt x="174" y="0"/>
                  </a:lnTo>
                  <a:lnTo>
                    <a:pt x="158" y="0"/>
                  </a:lnTo>
                  <a:lnTo>
                    <a:pt x="142" y="2"/>
                  </a:lnTo>
                  <a:lnTo>
                    <a:pt x="126" y="6"/>
                  </a:lnTo>
                  <a:lnTo>
                    <a:pt x="110" y="10"/>
                  </a:lnTo>
                  <a:lnTo>
                    <a:pt x="94" y="18"/>
                  </a:lnTo>
                  <a:lnTo>
                    <a:pt x="80" y="26"/>
                  </a:lnTo>
                  <a:lnTo>
                    <a:pt x="68" y="34"/>
                  </a:lnTo>
                  <a:lnTo>
                    <a:pt x="54" y="44"/>
                  </a:lnTo>
                  <a:lnTo>
                    <a:pt x="44" y="56"/>
                  </a:lnTo>
                  <a:lnTo>
                    <a:pt x="32" y="68"/>
                  </a:lnTo>
                  <a:lnTo>
                    <a:pt x="24" y="82"/>
                  </a:lnTo>
                  <a:lnTo>
                    <a:pt x="16" y="98"/>
                  </a:lnTo>
                  <a:lnTo>
                    <a:pt x="10" y="112"/>
                  </a:lnTo>
                  <a:lnTo>
                    <a:pt x="4" y="130"/>
                  </a:lnTo>
                  <a:lnTo>
                    <a:pt x="2" y="146"/>
                  </a:lnTo>
                  <a:lnTo>
                    <a:pt x="0" y="162"/>
                  </a:lnTo>
                  <a:lnTo>
                    <a:pt x="0" y="180"/>
                  </a:lnTo>
                  <a:lnTo>
                    <a:pt x="2" y="196"/>
                  </a:lnTo>
                  <a:lnTo>
                    <a:pt x="6" y="212"/>
                  </a:lnTo>
                  <a:lnTo>
                    <a:pt x="10" y="228"/>
                  </a:lnTo>
                  <a:lnTo>
                    <a:pt x="18" y="242"/>
                  </a:lnTo>
                  <a:lnTo>
                    <a:pt x="26" y="256"/>
                  </a:lnTo>
                  <a:lnTo>
                    <a:pt x="34" y="270"/>
                  </a:lnTo>
                  <a:lnTo>
                    <a:pt x="44" y="282"/>
                  </a:lnTo>
                  <a:lnTo>
                    <a:pt x="56" y="294"/>
                  </a:lnTo>
                  <a:lnTo>
                    <a:pt x="68" y="304"/>
                  </a:lnTo>
                  <a:lnTo>
                    <a:pt x="82" y="312"/>
                  </a:lnTo>
                  <a:lnTo>
                    <a:pt x="98" y="320"/>
                  </a:lnTo>
                  <a:lnTo>
                    <a:pt x="112" y="328"/>
                  </a:lnTo>
                  <a:lnTo>
                    <a:pt x="130" y="332"/>
                  </a:lnTo>
                  <a:lnTo>
                    <a:pt x="146" y="336"/>
                  </a:lnTo>
                  <a:lnTo>
                    <a:pt x="164" y="336"/>
                  </a:lnTo>
                  <a:lnTo>
                    <a:pt x="180" y="336"/>
                  </a:lnTo>
                  <a:lnTo>
                    <a:pt x="196" y="334"/>
                  </a:lnTo>
                  <a:lnTo>
                    <a:pt x="212" y="330"/>
                  </a:lnTo>
                  <a:lnTo>
                    <a:pt x="228" y="326"/>
                  </a:lnTo>
                  <a:lnTo>
                    <a:pt x="242" y="320"/>
                  </a:lnTo>
                  <a:lnTo>
                    <a:pt x="256" y="312"/>
                  </a:lnTo>
                  <a:lnTo>
                    <a:pt x="270" y="302"/>
                  </a:lnTo>
                  <a:lnTo>
                    <a:pt x="282" y="292"/>
                  </a:lnTo>
                  <a:lnTo>
                    <a:pt x="294" y="280"/>
                  </a:lnTo>
                  <a:lnTo>
                    <a:pt x="304" y="268"/>
                  </a:lnTo>
                  <a:lnTo>
                    <a:pt x="314" y="254"/>
                  </a:lnTo>
                  <a:lnTo>
                    <a:pt x="322" y="240"/>
                  </a:lnTo>
                  <a:lnTo>
                    <a:pt x="328" y="224"/>
                  </a:lnTo>
                  <a:lnTo>
                    <a:pt x="332" y="208"/>
                  </a:lnTo>
                  <a:lnTo>
                    <a:pt x="336" y="190"/>
                  </a:lnTo>
                  <a:lnTo>
                    <a:pt x="338" y="174"/>
                  </a:lnTo>
                  <a:lnTo>
                    <a:pt x="336" y="158"/>
                  </a:lnTo>
                  <a:lnTo>
                    <a:pt x="334" y="142"/>
                  </a:lnTo>
                  <a:lnTo>
                    <a:pt x="332" y="126"/>
                  </a:lnTo>
                  <a:lnTo>
                    <a:pt x="326" y="110"/>
                  </a:lnTo>
                  <a:lnTo>
                    <a:pt x="320" y="94"/>
                  </a:lnTo>
                  <a:lnTo>
                    <a:pt x="312" y="80"/>
                  </a:lnTo>
                  <a:lnTo>
                    <a:pt x="304" y="68"/>
                  </a:lnTo>
                  <a:lnTo>
                    <a:pt x="292" y="54"/>
                  </a:lnTo>
                  <a:lnTo>
                    <a:pt x="282" y="44"/>
                  </a:lnTo>
                  <a:lnTo>
                    <a:pt x="268" y="32"/>
                  </a:lnTo>
                  <a:lnTo>
                    <a:pt x="254" y="24"/>
                  </a:lnTo>
                  <a:lnTo>
                    <a:pt x="240" y="16"/>
                  </a:lnTo>
                  <a:lnTo>
                    <a:pt x="224" y="10"/>
                  </a:lnTo>
                  <a:lnTo>
                    <a:pt x="208" y="4"/>
                  </a:lnTo>
                  <a:close/>
                </a:path>
              </a:pathLst>
            </a:custGeom>
            <a:solidFill>
              <a:srgbClr val="C9DA2B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8" name="Freeform 197"/>
            <p:cNvSpPr/>
            <p:nvPr/>
          </p:nvSpPr>
          <p:spPr>
            <a:xfrm>
              <a:off x="1008" y="367"/>
              <a:ext cx="322" cy="320"/>
            </a:xfrm>
            <a:custGeom>
              <a:avLst/>
              <a:gdLst/>
              <a:ahLst/>
              <a:cxnLst>
                <a:cxn ang="0">
                  <a:pos x="198" y="4"/>
                </a:cxn>
                <a:cxn ang="0">
                  <a:pos x="166" y="0"/>
                </a:cxn>
                <a:cxn ang="0">
                  <a:pos x="134" y="2"/>
                </a:cxn>
                <a:cxn ang="0">
                  <a:pos x="104" y="10"/>
                </a:cxn>
                <a:cxn ang="0">
                  <a:pos x="78" y="24"/>
                </a:cxn>
                <a:cxn ang="0">
                  <a:pos x="52" y="42"/>
                </a:cxn>
                <a:cxn ang="0">
                  <a:pos x="32" y="64"/>
                </a:cxn>
                <a:cxn ang="0">
                  <a:pos x="16" y="92"/>
                </a:cxn>
                <a:cxn ang="0">
                  <a:pos x="4" y="122"/>
                </a:cxn>
                <a:cxn ang="0">
                  <a:pos x="2" y="138"/>
                </a:cxn>
                <a:cxn ang="0">
                  <a:pos x="0" y="170"/>
                </a:cxn>
                <a:cxn ang="0">
                  <a:pos x="6" y="202"/>
                </a:cxn>
                <a:cxn ang="0">
                  <a:pos x="16" y="230"/>
                </a:cxn>
                <a:cxn ang="0">
                  <a:pos x="32" y="256"/>
                </a:cxn>
                <a:cxn ang="0">
                  <a:pos x="54" y="280"/>
                </a:cxn>
                <a:cxn ang="0">
                  <a:pos x="78" y="298"/>
                </a:cxn>
                <a:cxn ang="0">
                  <a:pos x="108" y="312"/>
                </a:cxn>
                <a:cxn ang="0">
                  <a:pos x="124" y="316"/>
                </a:cxn>
                <a:cxn ang="0">
                  <a:pos x="156" y="320"/>
                </a:cxn>
                <a:cxn ang="0">
                  <a:pos x="188" y="318"/>
                </a:cxn>
                <a:cxn ang="0">
                  <a:pos x="218" y="310"/>
                </a:cxn>
                <a:cxn ang="0">
                  <a:pos x="246" y="296"/>
                </a:cxn>
                <a:cxn ang="0">
                  <a:pos x="270" y="278"/>
                </a:cxn>
                <a:cxn ang="0">
                  <a:pos x="290" y="256"/>
                </a:cxn>
                <a:cxn ang="0">
                  <a:pos x="308" y="228"/>
                </a:cxn>
                <a:cxn ang="0">
                  <a:pos x="318" y="198"/>
                </a:cxn>
                <a:cxn ang="0">
                  <a:pos x="320" y="182"/>
                </a:cxn>
                <a:cxn ang="0">
                  <a:pos x="322" y="150"/>
                </a:cxn>
                <a:cxn ang="0">
                  <a:pos x="316" y="118"/>
                </a:cxn>
                <a:cxn ang="0">
                  <a:pos x="306" y="90"/>
                </a:cxn>
                <a:cxn ang="0">
                  <a:pos x="290" y="64"/>
                </a:cxn>
                <a:cxn ang="0">
                  <a:pos x="268" y="40"/>
                </a:cxn>
                <a:cxn ang="0">
                  <a:pos x="244" y="22"/>
                </a:cxn>
                <a:cxn ang="0">
                  <a:pos x="214" y="8"/>
                </a:cxn>
                <a:cxn ang="0">
                  <a:pos x="198" y="4"/>
                </a:cxn>
              </a:cxnLst>
              <a:rect l="0" t="0" r="0" b="0"/>
              <a:pathLst>
                <a:path w="322" h="320">
                  <a:moveTo>
                    <a:pt x="198" y="4"/>
                  </a:moveTo>
                  <a:lnTo>
                    <a:pt x="198" y="4"/>
                  </a:lnTo>
                  <a:lnTo>
                    <a:pt x="182" y="0"/>
                  </a:lnTo>
                  <a:lnTo>
                    <a:pt x="166" y="0"/>
                  </a:lnTo>
                  <a:lnTo>
                    <a:pt x="150" y="0"/>
                  </a:lnTo>
                  <a:lnTo>
                    <a:pt x="134" y="2"/>
                  </a:lnTo>
                  <a:lnTo>
                    <a:pt x="120" y="4"/>
                  </a:lnTo>
                  <a:lnTo>
                    <a:pt x="104" y="10"/>
                  </a:lnTo>
                  <a:lnTo>
                    <a:pt x="90" y="16"/>
                  </a:lnTo>
                  <a:lnTo>
                    <a:pt x="78" y="24"/>
                  </a:lnTo>
                  <a:lnTo>
                    <a:pt x="64" y="32"/>
                  </a:lnTo>
                  <a:lnTo>
                    <a:pt x="52" y="42"/>
                  </a:lnTo>
                  <a:lnTo>
                    <a:pt x="42" y="52"/>
                  </a:lnTo>
                  <a:lnTo>
                    <a:pt x="32" y="64"/>
                  </a:lnTo>
                  <a:lnTo>
                    <a:pt x="22" y="78"/>
                  </a:lnTo>
                  <a:lnTo>
                    <a:pt x="16" y="92"/>
                  </a:lnTo>
                  <a:lnTo>
                    <a:pt x="10" y="106"/>
                  </a:lnTo>
                  <a:lnTo>
                    <a:pt x="4" y="122"/>
                  </a:lnTo>
                  <a:lnTo>
                    <a:pt x="2" y="138"/>
                  </a:lnTo>
                  <a:lnTo>
                    <a:pt x="0" y="154"/>
                  </a:lnTo>
                  <a:lnTo>
                    <a:pt x="0" y="170"/>
                  </a:lnTo>
                  <a:lnTo>
                    <a:pt x="2" y="186"/>
                  </a:lnTo>
                  <a:lnTo>
                    <a:pt x="6" y="202"/>
                  </a:lnTo>
                  <a:lnTo>
                    <a:pt x="10" y="216"/>
                  </a:lnTo>
                  <a:lnTo>
                    <a:pt x="16" y="230"/>
                  </a:lnTo>
                  <a:lnTo>
                    <a:pt x="24" y="244"/>
                  </a:lnTo>
                  <a:lnTo>
                    <a:pt x="32" y="256"/>
                  </a:lnTo>
                  <a:lnTo>
                    <a:pt x="42" y="268"/>
                  </a:lnTo>
                  <a:lnTo>
                    <a:pt x="54" y="280"/>
                  </a:lnTo>
                  <a:lnTo>
                    <a:pt x="66" y="290"/>
                  </a:lnTo>
                  <a:lnTo>
                    <a:pt x="78" y="298"/>
                  </a:lnTo>
                  <a:lnTo>
                    <a:pt x="94" y="306"/>
                  </a:lnTo>
                  <a:lnTo>
                    <a:pt x="108" y="312"/>
                  </a:lnTo>
                  <a:lnTo>
                    <a:pt x="124" y="316"/>
                  </a:lnTo>
                  <a:lnTo>
                    <a:pt x="140" y="320"/>
                  </a:lnTo>
                  <a:lnTo>
                    <a:pt x="156" y="320"/>
                  </a:lnTo>
                  <a:lnTo>
                    <a:pt x="172" y="320"/>
                  </a:lnTo>
                  <a:lnTo>
                    <a:pt x="188" y="318"/>
                  </a:lnTo>
                  <a:lnTo>
                    <a:pt x="202" y="316"/>
                  </a:lnTo>
                  <a:lnTo>
                    <a:pt x="218" y="310"/>
                  </a:lnTo>
                  <a:lnTo>
                    <a:pt x="232" y="304"/>
                  </a:lnTo>
                  <a:lnTo>
                    <a:pt x="246" y="296"/>
                  </a:lnTo>
                  <a:lnTo>
                    <a:pt x="258" y="288"/>
                  </a:lnTo>
                  <a:lnTo>
                    <a:pt x="270" y="278"/>
                  </a:lnTo>
                  <a:lnTo>
                    <a:pt x="280" y="268"/>
                  </a:lnTo>
                  <a:lnTo>
                    <a:pt x="290" y="256"/>
                  </a:lnTo>
                  <a:lnTo>
                    <a:pt x="300" y="242"/>
                  </a:lnTo>
                  <a:lnTo>
                    <a:pt x="308" y="228"/>
                  </a:lnTo>
                  <a:lnTo>
                    <a:pt x="314" y="214"/>
                  </a:lnTo>
                  <a:lnTo>
                    <a:pt x="318" y="198"/>
                  </a:lnTo>
                  <a:lnTo>
                    <a:pt x="320" y="182"/>
                  </a:lnTo>
                  <a:lnTo>
                    <a:pt x="322" y="166"/>
                  </a:lnTo>
                  <a:lnTo>
                    <a:pt x="322" y="150"/>
                  </a:lnTo>
                  <a:lnTo>
                    <a:pt x="320" y="134"/>
                  </a:lnTo>
                  <a:lnTo>
                    <a:pt x="316" y="118"/>
                  </a:lnTo>
                  <a:lnTo>
                    <a:pt x="312" y="104"/>
                  </a:lnTo>
                  <a:lnTo>
                    <a:pt x="306" y="90"/>
                  </a:lnTo>
                  <a:lnTo>
                    <a:pt x="298" y="76"/>
                  </a:lnTo>
                  <a:lnTo>
                    <a:pt x="290" y="64"/>
                  </a:lnTo>
                  <a:lnTo>
                    <a:pt x="280" y="52"/>
                  </a:lnTo>
                  <a:lnTo>
                    <a:pt x="268" y="40"/>
                  </a:lnTo>
                  <a:lnTo>
                    <a:pt x="256" y="30"/>
                  </a:lnTo>
                  <a:lnTo>
                    <a:pt x="244" y="22"/>
                  </a:lnTo>
                  <a:lnTo>
                    <a:pt x="230" y="14"/>
                  </a:lnTo>
                  <a:lnTo>
                    <a:pt x="214" y="8"/>
                  </a:lnTo>
                  <a:lnTo>
                    <a:pt x="198" y="4"/>
                  </a:lnTo>
                  <a:close/>
                </a:path>
              </a:pathLst>
            </a:custGeom>
            <a:solidFill>
              <a:srgbClr val="CADB2A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9" name="Freeform 198"/>
            <p:cNvSpPr/>
            <p:nvPr/>
          </p:nvSpPr>
          <p:spPr>
            <a:xfrm>
              <a:off x="916" y="309"/>
              <a:ext cx="124" cy="98"/>
            </a:xfrm>
            <a:custGeom>
              <a:avLst/>
              <a:gdLst/>
              <a:ahLst/>
              <a:cxnLst>
                <a:cxn ang="0">
                  <a:pos x="86" y="6"/>
                </a:cxn>
                <a:cxn ang="0">
                  <a:pos x="86" y="6"/>
                </a:cxn>
                <a:cxn ang="0">
                  <a:pos x="80" y="2"/>
                </a:cxn>
                <a:cxn ang="0">
                  <a:pos x="74" y="0"/>
                </a:cxn>
                <a:cxn ang="0">
                  <a:pos x="68" y="0"/>
                </a:cxn>
                <a:cxn ang="0">
                  <a:pos x="60" y="0"/>
                </a:cxn>
                <a:cxn ang="0">
                  <a:pos x="52" y="4"/>
                </a:cxn>
                <a:cxn ang="0">
                  <a:pos x="46" y="10"/>
                </a:cxn>
                <a:cxn ang="0">
                  <a:pos x="38" y="18"/>
                </a:cxn>
                <a:cxn ang="0">
                  <a:pos x="30" y="28"/>
                </a:cxn>
                <a:cxn ang="0">
                  <a:pos x="30" y="28"/>
                </a:cxn>
                <a:cxn ang="0">
                  <a:pos x="12" y="60"/>
                </a:cxn>
                <a:cxn ang="0">
                  <a:pos x="4" y="82"/>
                </a:cxn>
                <a:cxn ang="0">
                  <a:pos x="0" y="94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6" y="82"/>
                </a:cxn>
                <a:cxn ang="0">
                  <a:pos x="16" y="68"/>
                </a:cxn>
                <a:cxn ang="0">
                  <a:pos x="26" y="52"/>
                </a:cxn>
                <a:cxn ang="0">
                  <a:pos x="38" y="38"/>
                </a:cxn>
                <a:cxn ang="0">
                  <a:pos x="52" y="26"/>
                </a:cxn>
                <a:cxn ang="0">
                  <a:pos x="60" y="24"/>
                </a:cxn>
                <a:cxn ang="0">
                  <a:pos x="66" y="22"/>
                </a:cxn>
                <a:cxn ang="0">
                  <a:pos x="74" y="22"/>
                </a:cxn>
                <a:cxn ang="0">
                  <a:pos x="82" y="26"/>
                </a:cxn>
                <a:cxn ang="0">
                  <a:pos x="82" y="26"/>
                </a:cxn>
                <a:cxn ang="0">
                  <a:pos x="102" y="42"/>
                </a:cxn>
                <a:cxn ang="0">
                  <a:pos x="102" y="42"/>
                </a:cxn>
                <a:cxn ang="0">
                  <a:pos x="106" y="44"/>
                </a:cxn>
                <a:cxn ang="0">
                  <a:pos x="110" y="44"/>
                </a:cxn>
                <a:cxn ang="0">
                  <a:pos x="114" y="44"/>
                </a:cxn>
                <a:cxn ang="0">
                  <a:pos x="118" y="42"/>
                </a:cxn>
                <a:cxn ang="0">
                  <a:pos x="122" y="36"/>
                </a:cxn>
                <a:cxn ang="0">
                  <a:pos x="124" y="32"/>
                </a:cxn>
                <a:cxn ang="0">
                  <a:pos x="122" y="28"/>
                </a:cxn>
                <a:cxn ang="0">
                  <a:pos x="122" y="28"/>
                </a:cxn>
                <a:cxn ang="0">
                  <a:pos x="122" y="28"/>
                </a:cxn>
                <a:cxn ang="0">
                  <a:pos x="122" y="28"/>
                </a:cxn>
                <a:cxn ang="0">
                  <a:pos x="120" y="30"/>
                </a:cxn>
                <a:cxn ang="0">
                  <a:pos x="114" y="34"/>
                </a:cxn>
                <a:cxn ang="0">
                  <a:pos x="112" y="34"/>
                </a:cxn>
                <a:cxn ang="0">
                  <a:pos x="108" y="32"/>
                </a:cxn>
                <a:cxn ang="0">
                  <a:pos x="108" y="32"/>
                </a:cxn>
                <a:cxn ang="0">
                  <a:pos x="104" y="28"/>
                </a:cxn>
                <a:cxn ang="0">
                  <a:pos x="100" y="22"/>
                </a:cxn>
                <a:cxn ang="0">
                  <a:pos x="86" y="6"/>
                </a:cxn>
                <a:cxn ang="0">
                  <a:pos x="86" y="6"/>
                </a:cxn>
              </a:cxnLst>
              <a:rect l="0" t="0" r="0" b="0"/>
              <a:pathLst>
                <a:path w="124" h="98">
                  <a:moveTo>
                    <a:pt x="86" y="6"/>
                  </a:moveTo>
                  <a:lnTo>
                    <a:pt x="86" y="6"/>
                  </a:lnTo>
                  <a:lnTo>
                    <a:pt x="80" y="2"/>
                  </a:lnTo>
                  <a:lnTo>
                    <a:pt x="74" y="0"/>
                  </a:lnTo>
                  <a:lnTo>
                    <a:pt x="68" y="0"/>
                  </a:lnTo>
                  <a:lnTo>
                    <a:pt x="60" y="0"/>
                  </a:lnTo>
                  <a:lnTo>
                    <a:pt x="52" y="4"/>
                  </a:lnTo>
                  <a:lnTo>
                    <a:pt x="46" y="10"/>
                  </a:lnTo>
                  <a:lnTo>
                    <a:pt x="38" y="18"/>
                  </a:lnTo>
                  <a:lnTo>
                    <a:pt x="30" y="28"/>
                  </a:lnTo>
                  <a:lnTo>
                    <a:pt x="12" y="60"/>
                  </a:lnTo>
                  <a:lnTo>
                    <a:pt x="4" y="82"/>
                  </a:lnTo>
                  <a:lnTo>
                    <a:pt x="0" y="94"/>
                  </a:lnTo>
                  <a:lnTo>
                    <a:pt x="0" y="98"/>
                  </a:lnTo>
                  <a:lnTo>
                    <a:pt x="6" y="82"/>
                  </a:lnTo>
                  <a:lnTo>
                    <a:pt x="16" y="68"/>
                  </a:lnTo>
                  <a:lnTo>
                    <a:pt x="26" y="52"/>
                  </a:lnTo>
                  <a:lnTo>
                    <a:pt x="38" y="38"/>
                  </a:lnTo>
                  <a:lnTo>
                    <a:pt x="52" y="26"/>
                  </a:lnTo>
                  <a:lnTo>
                    <a:pt x="60" y="24"/>
                  </a:lnTo>
                  <a:lnTo>
                    <a:pt x="66" y="22"/>
                  </a:lnTo>
                  <a:lnTo>
                    <a:pt x="74" y="22"/>
                  </a:lnTo>
                  <a:lnTo>
                    <a:pt x="82" y="26"/>
                  </a:lnTo>
                  <a:lnTo>
                    <a:pt x="102" y="42"/>
                  </a:lnTo>
                  <a:lnTo>
                    <a:pt x="106" y="44"/>
                  </a:lnTo>
                  <a:lnTo>
                    <a:pt x="110" y="44"/>
                  </a:lnTo>
                  <a:lnTo>
                    <a:pt x="114" y="44"/>
                  </a:lnTo>
                  <a:lnTo>
                    <a:pt x="118" y="42"/>
                  </a:lnTo>
                  <a:lnTo>
                    <a:pt x="122" y="36"/>
                  </a:lnTo>
                  <a:lnTo>
                    <a:pt x="124" y="32"/>
                  </a:lnTo>
                  <a:lnTo>
                    <a:pt x="122" y="28"/>
                  </a:lnTo>
                  <a:lnTo>
                    <a:pt x="120" y="30"/>
                  </a:lnTo>
                  <a:lnTo>
                    <a:pt x="114" y="34"/>
                  </a:lnTo>
                  <a:lnTo>
                    <a:pt x="112" y="34"/>
                  </a:lnTo>
                  <a:lnTo>
                    <a:pt x="108" y="32"/>
                  </a:lnTo>
                  <a:lnTo>
                    <a:pt x="104" y="28"/>
                  </a:lnTo>
                  <a:lnTo>
                    <a:pt x="100" y="22"/>
                  </a:lnTo>
                  <a:lnTo>
                    <a:pt x="86" y="6"/>
                  </a:lnTo>
                  <a:close/>
                </a:path>
              </a:pathLst>
            </a:custGeom>
            <a:solidFill>
              <a:srgbClr val="129F4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0" name="Freeform 199"/>
            <p:cNvSpPr/>
            <p:nvPr/>
          </p:nvSpPr>
          <p:spPr>
            <a:xfrm>
              <a:off x="1136" y="345"/>
              <a:ext cx="170" cy="232"/>
            </a:xfrm>
            <a:custGeom>
              <a:avLst/>
              <a:gdLst/>
              <a:ahLst/>
              <a:cxnLst>
                <a:cxn ang="0">
                  <a:pos x="22" y="222"/>
                </a:cxn>
                <a:cxn ang="0">
                  <a:pos x="22" y="222"/>
                </a:cxn>
                <a:cxn ang="0">
                  <a:pos x="16" y="210"/>
                </a:cxn>
                <a:cxn ang="0">
                  <a:pos x="10" y="196"/>
                </a:cxn>
                <a:cxn ang="0">
                  <a:pos x="4" y="180"/>
                </a:cxn>
                <a:cxn ang="0">
                  <a:pos x="2" y="162"/>
                </a:cxn>
                <a:cxn ang="0">
                  <a:pos x="0" y="142"/>
                </a:cxn>
                <a:cxn ang="0">
                  <a:pos x="0" y="124"/>
                </a:cxn>
                <a:cxn ang="0">
                  <a:pos x="2" y="104"/>
                </a:cxn>
                <a:cxn ang="0">
                  <a:pos x="4" y="86"/>
                </a:cxn>
                <a:cxn ang="0">
                  <a:pos x="4" y="86"/>
                </a:cxn>
                <a:cxn ang="0">
                  <a:pos x="14" y="64"/>
                </a:cxn>
                <a:cxn ang="0">
                  <a:pos x="24" y="44"/>
                </a:cxn>
                <a:cxn ang="0">
                  <a:pos x="38" y="26"/>
                </a:cxn>
                <a:cxn ang="0">
                  <a:pos x="52" y="14"/>
                </a:cxn>
                <a:cxn ang="0">
                  <a:pos x="70" y="6"/>
                </a:cxn>
                <a:cxn ang="0">
                  <a:pos x="86" y="0"/>
                </a:cxn>
                <a:cxn ang="0">
                  <a:pos x="102" y="0"/>
                </a:cxn>
                <a:cxn ang="0">
                  <a:pos x="118" y="2"/>
                </a:cxn>
                <a:cxn ang="0">
                  <a:pos x="118" y="2"/>
                </a:cxn>
                <a:cxn ang="0">
                  <a:pos x="126" y="6"/>
                </a:cxn>
                <a:cxn ang="0">
                  <a:pos x="134" y="10"/>
                </a:cxn>
                <a:cxn ang="0">
                  <a:pos x="146" y="24"/>
                </a:cxn>
                <a:cxn ang="0">
                  <a:pos x="156" y="40"/>
                </a:cxn>
                <a:cxn ang="0">
                  <a:pos x="164" y="60"/>
                </a:cxn>
                <a:cxn ang="0">
                  <a:pos x="168" y="82"/>
                </a:cxn>
                <a:cxn ang="0">
                  <a:pos x="170" y="106"/>
                </a:cxn>
                <a:cxn ang="0">
                  <a:pos x="168" y="132"/>
                </a:cxn>
                <a:cxn ang="0">
                  <a:pos x="164" y="156"/>
                </a:cxn>
                <a:cxn ang="0">
                  <a:pos x="164" y="156"/>
                </a:cxn>
                <a:cxn ang="0">
                  <a:pos x="156" y="180"/>
                </a:cxn>
                <a:cxn ang="0">
                  <a:pos x="144" y="200"/>
                </a:cxn>
                <a:cxn ang="0">
                  <a:pos x="132" y="218"/>
                </a:cxn>
                <a:cxn ang="0">
                  <a:pos x="118" y="232"/>
                </a:cxn>
                <a:cxn ang="0">
                  <a:pos x="118" y="232"/>
                </a:cxn>
                <a:cxn ang="0">
                  <a:pos x="106" y="226"/>
                </a:cxn>
                <a:cxn ang="0">
                  <a:pos x="94" y="220"/>
                </a:cxn>
                <a:cxn ang="0">
                  <a:pos x="80" y="216"/>
                </a:cxn>
                <a:cxn ang="0">
                  <a:pos x="64" y="216"/>
                </a:cxn>
                <a:cxn ang="0">
                  <a:pos x="64" y="216"/>
                </a:cxn>
                <a:cxn ang="0">
                  <a:pos x="42" y="218"/>
                </a:cxn>
                <a:cxn ang="0">
                  <a:pos x="30" y="220"/>
                </a:cxn>
                <a:cxn ang="0">
                  <a:pos x="24" y="222"/>
                </a:cxn>
                <a:cxn ang="0">
                  <a:pos x="24" y="222"/>
                </a:cxn>
                <a:cxn ang="0">
                  <a:pos x="22" y="222"/>
                </a:cxn>
                <a:cxn ang="0">
                  <a:pos x="22" y="222"/>
                </a:cxn>
              </a:cxnLst>
              <a:rect l="0" t="0" r="0" b="0"/>
              <a:pathLst>
                <a:path w="170" h="232">
                  <a:moveTo>
                    <a:pt x="22" y="222"/>
                  </a:moveTo>
                  <a:lnTo>
                    <a:pt x="22" y="222"/>
                  </a:lnTo>
                  <a:lnTo>
                    <a:pt x="16" y="210"/>
                  </a:lnTo>
                  <a:lnTo>
                    <a:pt x="10" y="196"/>
                  </a:lnTo>
                  <a:lnTo>
                    <a:pt x="4" y="180"/>
                  </a:lnTo>
                  <a:lnTo>
                    <a:pt x="2" y="162"/>
                  </a:lnTo>
                  <a:lnTo>
                    <a:pt x="0" y="142"/>
                  </a:lnTo>
                  <a:lnTo>
                    <a:pt x="0" y="124"/>
                  </a:lnTo>
                  <a:lnTo>
                    <a:pt x="2" y="104"/>
                  </a:lnTo>
                  <a:lnTo>
                    <a:pt x="4" y="86"/>
                  </a:lnTo>
                  <a:lnTo>
                    <a:pt x="14" y="64"/>
                  </a:lnTo>
                  <a:lnTo>
                    <a:pt x="24" y="44"/>
                  </a:lnTo>
                  <a:lnTo>
                    <a:pt x="38" y="26"/>
                  </a:lnTo>
                  <a:lnTo>
                    <a:pt x="52" y="14"/>
                  </a:lnTo>
                  <a:lnTo>
                    <a:pt x="70" y="6"/>
                  </a:lnTo>
                  <a:lnTo>
                    <a:pt x="86" y="0"/>
                  </a:lnTo>
                  <a:lnTo>
                    <a:pt x="102" y="0"/>
                  </a:lnTo>
                  <a:lnTo>
                    <a:pt x="118" y="2"/>
                  </a:lnTo>
                  <a:lnTo>
                    <a:pt x="126" y="6"/>
                  </a:lnTo>
                  <a:lnTo>
                    <a:pt x="134" y="10"/>
                  </a:lnTo>
                  <a:lnTo>
                    <a:pt x="146" y="24"/>
                  </a:lnTo>
                  <a:lnTo>
                    <a:pt x="156" y="40"/>
                  </a:lnTo>
                  <a:lnTo>
                    <a:pt x="164" y="60"/>
                  </a:lnTo>
                  <a:lnTo>
                    <a:pt x="168" y="82"/>
                  </a:lnTo>
                  <a:lnTo>
                    <a:pt x="170" y="106"/>
                  </a:lnTo>
                  <a:lnTo>
                    <a:pt x="168" y="132"/>
                  </a:lnTo>
                  <a:lnTo>
                    <a:pt x="164" y="156"/>
                  </a:lnTo>
                  <a:lnTo>
                    <a:pt x="156" y="180"/>
                  </a:lnTo>
                  <a:lnTo>
                    <a:pt x="144" y="200"/>
                  </a:lnTo>
                  <a:lnTo>
                    <a:pt x="132" y="218"/>
                  </a:lnTo>
                  <a:lnTo>
                    <a:pt x="118" y="232"/>
                  </a:lnTo>
                  <a:lnTo>
                    <a:pt x="106" y="226"/>
                  </a:lnTo>
                  <a:lnTo>
                    <a:pt x="94" y="220"/>
                  </a:lnTo>
                  <a:lnTo>
                    <a:pt x="80" y="216"/>
                  </a:lnTo>
                  <a:lnTo>
                    <a:pt x="64" y="216"/>
                  </a:lnTo>
                  <a:lnTo>
                    <a:pt x="42" y="218"/>
                  </a:lnTo>
                  <a:lnTo>
                    <a:pt x="30" y="220"/>
                  </a:lnTo>
                  <a:lnTo>
                    <a:pt x="24" y="222"/>
                  </a:lnTo>
                  <a:lnTo>
                    <a:pt x="22" y="222"/>
                  </a:lnTo>
                  <a:close/>
                </a:path>
              </a:pathLst>
            </a:custGeom>
            <a:solidFill>
              <a:srgbClr val="ACD037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1" name="Freeform 200"/>
            <p:cNvSpPr/>
            <p:nvPr/>
          </p:nvSpPr>
          <p:spPr>
            <a:xfrm>
              <a:off x="1152" y="349"/>
              <a:ext cx="154" cy="230"/>
            </a:xfrm>
            <a:custGeom>
              <a:avLst/>
              <a:gdLst/>
              <a:ahLst/>
              <a:cxnLst>
                <a:cxn ang="0">
                  <a:pos x="108" y="4"/>
                </a:cxn>
                <a:cxn ang="0">
                  <a:pos x="108" y="4"/>
                </a:cxn>
                <a:cxn ang="0">
                  <a:pos x="102" y="2"/>
                </a:cxn>
                <a:cxn ang="0">
                  <a:pos x="94" y="0"/>
                </a:cxn>
                <a:cxn ang="0">
                  <a:pos x="80" y="2"/>
                </a:cxn>
                <a:cxn ang="0">
                  <a:pos x="64" y="10"/>
                </a:cxn>
                <a:cxn ang="0">
                  <a:pos x="50" y="20"/>
                </a:cxn>
                <a:cxn ang="0">
                  <a:pos x="36" y="34"/>
                </a:cxn>
                <a:cxn ang="0">
                  <a:pos x="24" y="52"/>
                </a:cxn>
                <a:cxn ang="0">
                  <a:pos x="14" y="74"/>
                </a:cxn>
                <a:cxn ang="0">
                  <a:pos x="8" y="98"/>
                </a:cxn>
                <a:cxn ang="0">
                  <a:pos x="8" y="98"/>
                </a:cxn>
                <a:cxn ang="0">
                  <a:pos x="4" y="114"/>
                </a:cxn>
                <a:cxn ang="0">
                  <a:pos x="2" y="130"/>
                </a:cxn>
                <a:cxn ang="0">
                  <a:pos x="0" y="148"/>
                </a:cxn>
                <a:cxn ang="0">
                  <a:pos x="0" y="162"/>
                </a:cxn>
                <a:cxn ang="0">
                  <a:pos x="2" y="178"/>
                </a:cxn>
                <a:cxn ang="0">
                  <a:pos x="6" y="192"/>
                </a:cxn>
                <a:cxn ang="0">
                  <a:pos x="10" y="204"/>
                </a:cxn>
                <a:cxn ang="0">
                  <a:pos x="16" y="216"/>
                </a:cxn>
                <a:cxn ang="0">
                  <a:pos x="16" y="216"/>
                </a:cxn>
                <a:cxn ang="0">
                  <a:pos x="28" y="214"/>
                </a:cxn>
                <a:cxn ang="0">
                  <a:pos x="48" y="212"/>
                </a:cxn>
                <a:cxn ang="0">
                  <a:pos x="48" y="212"/>
                </a:cxn>
                <a:cxn ang="0">
                  <a:pos x="64" y="212"/>
                </a:cxn>
                <a:cxn ang="0">
                  <a:pos x="80" y="216"/>
                </a:cxn>
                <a:cxn ang="0">
                  <a:pos x="92" y="222"/>
                </a:cxn>
                <a:cxn ang="0">
                  <a:pos x="104" y="230"/>
                </a:cxn>
                <a:cxn ang="0">
                  <a:pos x="104" y="230"/>
                </a:cxn>
                <a:cxn ang="0">
                  <a:pos x="118" y="214"/>
                </a:cxn>
                <a:cxn ang="0">
                  <a:pos x="130" y="196"/>
                </a:cxn>
                <a:cxn ang="0">
                  <a:pos x="140" y="176"/>
                </a:cxn>
                <a:cxn ang="0">
                  <a:pos x="148" y="152"/>
                </a:cxn>
                <a:cxn ang="0">
                  <a:pos x="148" y="152"/>
                </a:cxn>
                <a:cxn ang="0">
                  <a:pos x="152" y="126"/>
                </a:cxn>
                <a:cxn ang="0">
                  <a:pos x="154" y="102"/>
                </a:cxn>
                <a:cxn ang="0">
                  <a:pos x="152" y="80"/>
                </a:cxn>
                <a:cxn ang="0">
                  <a:pos x="150" y="58"/>
                </a:cxn>
                <a:cxn ang="0">
                  <a:pos x="142" y="40"/>
                </a:cxn>
                <a:cxn ang="0">
                  <a:pos x="134" y="24"/>
                </a:cxn>
                <a:cxn ang="0">
                  <a:pos x="122" y="12"/>
                </a:cxn>
                <a:cxn ang="0">
                  <a:pos x="116" y="8"/>
                </a:cxn>
                <a:cxn ang="0">
                  <a:pos x="108" y="4"/>
                </a:cxn>
                <a:cxn ang="0">
                  <a:pos x="108" y="4"/>
                </a:cxn>
              </a:cxnLst>
              <a:rect l="0" t="0" r="0" b="0"/>
              <a:pathLst>
                <a:path w="154" h="230">
                  <a:moveTo>
                    <a:pt x="108" y="4"/>
                  </a:moveTo>
                  <a:lnTo>
                    <a:pt x="108" y="4"/>
                  </a:lnTo>
                  <a:lnTo>
                    <a:pt x="102" y="2"/>
                  </a:lnTo>
                  <a:lnTo>
                    <a:pt x="94" y="0"/>
                  </a:lnTo>
                  <a:lnTo>
                    <a:pt x="80" y="2"/>
                  </a:lnTo>
                  <a:lnTo>
                    <a:pt x="64" y="10"/>
                  </a:lnTo>
                  <a:lnTo>
                    <a:pt x="50" y="20"/>
                  </a:lnTo>
                  <a:lnTo>
                    <a:pt x="36" y="34"/>
                  </a:lnTo>
                  <a:lnTo>
                    <a:pt x="24" y="52"/>
                  </a:lnTo>
                  <a:lnTo>
                    <a:pt x="14" y="74"/>
                  </a:lnTo>
                  <a:lnTo>
                    <a:pt x="8" y="98"/>
                  </a:lnTo>
                  <a:lnTo>
                    <a:pt x="4" y="114"/>
                  </a:lnTo>
                  <a:lnTo>
                    <a:pt x="2" y="130"/>
                  </a:lnTo>
                  <a:lnTo>
                    <a:pt x="0" y="148"/>
                  </a:lnTo>
                  <a:lnTo>
                    <a:pt x="0" y="162"/>
                  </a:lnTo>
                  <a:lnTo>
                    <a:pt x="2" y="178"/>
                  </a:lnTo>
                  <a:lnTo>
                    <a:pt x="6" y="192"/>
                  </a:lnTo>
                  <a:lnTo>
                    <a:pt x="10" y="204"/>
                  </a:lnTo>
                  <a:lnTo>
                    <a:pt x="16" y="216"/>
                  </a:lnTo>
                  <a:lnTo>
                    <a:pt x="28" y="214"/>
                  </a:lnTo>
                  <a:lnTo>
                    <a:pt x="48" y="212"/>
                  </a:lnTo>
                  <a:lnTo>
                    <a:pt x="64" y="212"/>
                  </a:lnTo>
                  <a:lnTo>
                    <a:pt x="80" y="216"/>
                  </a:lnTo>
                  <a:lnTo>
                    <a:pt x="92" y="222"/>
                  </a:lnTo>
                  <a:lnTo>
                    <a:pt x="104" y="230"/>
                  </a:lnTo>
                  <a:lnTo>
                    <a:pt x="118" y="214"/>
                  </a:lnTo>
                  <a:lnTo>
                    <a:pt x="130" y="196"/>
                  </a:lnTo>
                  <a:lnTo>
                    <a:pt x="140" y="176"/>
                  </a:lnTo>
                  <a:lnTo>
                    <a:pt x="148" y="152"/>
                  </a:lnTo>
                  <a:lnTo>
                    <a:pt x="152" y="126"/>
                  </a:lnTo>
                  <a:lnTo>
                    <a:pt x="154" y="102"/>
                  </a:lnTo>
                  <a:lnTo>
                    <a:pt x="152" y="80"/>
                  </a:lnTo>
                  <a:lnTo>
                    <a:pt x="150" y="58"/>
                  </a:lnTo>
                  <a:lnTo>
                    <a:pt x="142" y="40"/>
                  </a:lnTo>
                  <a:lnTo>
                    <a:pt x="134" y="24"/>
                  </a:lnTo>
                  <a:lnTo>
                    <a:pt x="122" y="12"/>
                  </a:lnTo>
                  <a:lnTo>
                    <a:pt x="116" y="8"/>
                  </a:lnTo>
                  <a:lnTo>
                    <a:pt x="108" y="4"/>
                  </a:lnTo>
                  <a:close/>
                </a:path>
              </a:pathLst>
            </a:custGeom>
            <a:solidFill>
              <a:srgbClr val="129F4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2" name="Freeform 201"/>
            <p:cNvSpPr/>
            <p:nvPr/>
          </p:nvSpPr>
          <p:spPr>
            <a:xfrm>
              <a:off x="1162" y="363"/>
              <a:ext cx="136" cy="210"/>
            </a:xfrm>
            <a:custGeom>
              <a:avLst/>
              <a:gdLst/>
              <a:ahLst/>
              <a:cxnLst>
                <a:cxn ang="0">
                  <a:pos x="92" y="2"/>
                </a:cxn>
                <a:cxn ang="0">
                  <a:pos x="92" y="2"/>
                </a:cxn>
                <a:cxn ang="0">
                  <a:pos x="80" y="0"/>
                </a:cxn>
                <a:cxn ang="0">
                  <a:pos x="66" y="4"/>
                </a:cxn>
                <a:cxn ang="0">
                  <a:pos x="52" y="12"/>
                </a:cxn>
                <a:cxn ang="0">
                  <a:pos x="40" y="22"/>
                </a:cxn>
                <a:cxn ang="0">
                  <a:pos x="28" y="36"/>
                </a:cxn>
                <a:cxn ang="0">
                  <a:pos x="18" y="54"/>
                </a:cxn>
                <a:cxn ang="0">
                  <a:pos x="10" y="74"/>
                </a:cxn>
                <a:cxn ang="0">
                  <a:pos x="4" y="96"/>
                </a:cxn>
                <a:cxn ang="0">
                  <a:pos x="4" y="96"/>
                </a:cxn>
                <a:cxn ang="0">
                  <a:pos x="2" y="112"/>
                </a:cxn>
                <a:cxn ang="0">
                  <a:pos x="0" y="126"/>
                </a:cxn>
                <a:cxn ang="0">
                  <a:pos x="0" y="140"/>
                </a:cxn>
                <a:cxn ang="0">
                  <a:pos x="0" y="154"/>
                </a:cxn>
                <a:cxn ang="0">
                  <a:pos x="2" y="168"/>
                </a:cxn>
                <a:cxn ang="0">
                  <a:pos x="6" y="180"/>
                </a:cxn>
                <a:cxn ang="0">
                  <a:pos x="10" y="190"/>
                </a:cxn>
                <a:cxn ang="0">
                  <a:pos x="16" y="200"/>
                </a:cxn>
                <a:cxn ang="0">
                  <a:pos x="16" y="200"/>
                </a:cxn>
                <a:cxn ang="0">
                  <a:pos x="38" y="198"/>
                </a:cxn>
                <a:cxn ang="0">
                  <a:pos x="38" y="198"/>
                </a:cxn>
                <a:cxn ang="0">
                  <a:pos x="50" y="198"/>
                </a:cxn>
                <a:cxn ang="0">
                  <a:pos x="62" y="200"/>
                </a:cxn>
                <a:cxn ang="0">
                  <a:pos x="74" y="204"/>
                </a:cxn>
                <a:cxn ang="0">
                  <a:pos x="84" y="210"/>
                </a:cxn>
                <a:cxn ang="0">
                  <a:pos x="84" y="210"/>
                </a:cxn>
                <a:cxn ang="0">
                  <a:pos x="98" y="196"/>
                </a:cxn>
                <a:cxn ang="0">
                  <a:pos x="112" y="176"/>
                </a:cxn>
                <a:cxn ang="0">
                  <a:pos x="122" y="154"/>
                </a:cxn>
                <a:cxn ang="0">
                  <a:pos x="130" y="128"/>
                </a:cxn>
                <a:cxn ang="0">
                  <a:pos x="130" y="128"/>
                </a:cxn>
                <a:cxn ang="0">
                  <a:pos x="134" y="104"/>
                </a:cxn>
                <a:cxn ang="0">
                  <a:pos x="136" y="84"/>
                </a:cxn>
                <a:cxn ang="0">
                  <a:pos x="134" y="64"/>
                </a:cxn>
                <a:cxn ang="0">
                  <a:pos x="130" y="44"/>
                </a:cxn>
                <a:cxn ang="0">
                  <a:pos x="124" y="30"/>
                </a:cxn>
                <a:cxn ang="0">
                  <a:pos x="116" y="16"/>
                </a:cxn>
                <a:cxn ang="0">
                  <a:pos x="104" y="6"/>
                </a:cxn>
                <a:cxn ang="0">
                  <a:pos x="92" y="2"/>
                </a:cxn>
                <a:cxn ang="0">
                  <a:pos x="92" y="2"/>
                </a:cxn>
              </a:cxnLst>
              <a:rect l="0" t="0" r="0" b="0"/>
              <a:pathLst>
                <a:path w="136" h="210">
                  <a:moveTo>
                    <a:pt x="92" y="2"/>
                  </a:moveTo>
                  <a:lnTo>
                    <a:pt x="92" y="2"/>
                  </a:lnTo>
                  <a:lnTo>
                    <a:pt x="80" y="0"/>
                  </a:lnTo>
                  <a:lnTo>
                    <a:pt x="66" y="4"/>
                  </a:lnTo>
                  <a:lnTo>
                    <a:pt x="52" y="12"/>
                  </a:lnTo>
                  <a:lnTo>
                    <a:pt x="40" y="22"/>
                  </a:lnTo>
                  <a:lnTo>
                    <a:pt x="28" y="36"/>
                  </a:lnTo>
                  <a:lnTo>
                    <a:pt x="18" y="54"/>
                  </a:lnTo>
                  <a:lnTo>
                    <a:pt x="10" y="74"/>
                  </a:lnTo>
                  <a:lnTo>
                    <a:pt x="4" y="96"/>
                  </a:lnTo>
                  <a:lnTo>
                    <a:pt x="2" y="112"/>
                  </a:lnTo>
                  <a:lnTo>
                    <a:pt x="0" y="126"/>
                  </a:lnTo>
                  <a:lnTo>
                    <a:pt x="0" y="140"/>
                  </a:lnTo>
                  <a:lnTo>
                    <a:pt x="0" y="154"/>
                  </a:lnTo>
                  <a:lnTo>
                    <a:pt x="2" y="168"/>
                  </a:lnTo>
                  <a:lnTo>
                    <a:pt x="6" y="180"/>
                  </a:lnTo>
                  <a:lnTo>
                    <a:pt x="10" y="190"/>
                  </a:lnTo>
                  <a:lnTo>
                    <a:pt x="16" y="200"/>
                  </a:lnTo>
                  <a:lnTo>
                    <a:pt x="38" y="198"/>
                  </a:lnTo>
                  <a:lnTo>
                    <a:pt x="50" y="198"/>
                  </a:lnTo>
                  <a:lnTo>
                    <a:pt x="62" y="200"/>
                  </a:lnTo>
                  <a:lnTo>
                    <a:pt x="74" y="204"/>
                  </a:lnTo>
                  <a:lnTo>
                    <a:pt x="84" y="210"/>
                  </a:lnTo>
                  <a:lnTo>
                    <a:pt x="98" y="196"/>
                  </a:lnTo>
                  <a:lnTo>
                    <a:pt x="112" y="176"/>
                  </a:lnTo>
                  <a:lnTo>
                    <a:pt x="122" y="154"/>
                  </a:lnTo>
                  <a:lnTo>
                    <a:pt x="130" y="128"/>
                  </a:lnTo>
                  <a:lnTo>
                    <a:pt x="134" y="104"/>
                  </a:lnTo>
                  <a:lnTo>
                    <a:pt x="136" y="84"/>
                  </a:lnTo>
                  <a:lnTo>
                    <a:pt x="134" y="64"/>
                  </a:lnTo>
                  <a:lnTo>
                    <a:pt x="130" y="44"/>
                  </a:lnTo>
                  <a:lnTo>
                    <a:pt x="124" y="30"/>
                  </a:lnTo>
                  <a:lnTo>
                    <a:pt x="116" y="16"/>
                  </a:lnTo>
                  <a:lnTo>
                    <a:pt x="104" y="6"/>
                  </a:lnTo>
                  <a:lnTo>
                    <a:pt x="92" y="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3" name="Freeform 202"/>
            <p:cNvSpPr/>
            <p:nvPr/>
          </p:nvSpPr>
          <p:spPr>
            <a:xfrm>
              <a:off x="1166" y="363"/>
              <a:ext cx="132" cy="140"/>
            </a:xfrm>
            <a:custGeom>
              <a:avLst/>
              <a:gdLst/>
              <a:ahLst/>
              <a:cxnLst>
                <a:cxn ang="0">
                  <a:pos x="84" y="20"/>
                </a:cxn>
                <a:cxn ang="0">
                  <a:pos x="84" y="20"/>
                </a:cxn>
                <a:cxn ang="0">
                  <a:pos x="96" y="26"/>
                </a:cxn>
                <a:cxn ang="0">
                  <a:pos x="106" y="34"/>
                </a:cxn>
                <a:cxn ang="0">
                  <a:pos x="114" y="46"/>
                </a:cxn>
                <a:cxn ang="0">
                  <a:pos x="120" y="62"/>
                </a:cxn>
                <a:cxn ang="0">
                  <a:pos x="124" y="80"/>
                </a:cxn>
                <a:cxn ang="0">
                  <a:pos x="126" y="98"/>
                </a:cxn>
                <a:cxn ang="0">
                  <a:pos x="126" y="120"/>
                </a:cxn>
                <a:cxn ang="0">
                  <a:pos x="124" y="140"/>
                </a:cxn>
                <a:cxn ang="0">
                  <a:pos x="124" y="140"/>
                </a:cxn>
                <a:cxn ang="0">
                  <a:pos x="126" y="128"/>
                </a:cxn>
                <a:cxn ang="0">
                  <a:pos x="126" y="128"/>
                </a:cxn>
                <a:cxn ang="0">
                  <a:pos x="130" y="104"/>
                </a:cxn>
                <a:cxn ang="0">
                  <a:pos x="132" y="84"/>
                </a:cxn>
                <a:cxn ang="0">
                  <a:pos x="130" y="64"/>
                </a:cxn>
                <a:cxn ang="0">
                  <a:pos x="126" y="44"/>
                </a:cxn>
                <a:cxn ang="0">
                  <a:pos x="120" y="30"/>
                </a:cxn>
                <a:cxn ang="0">
                  <a:pos x="112" y="16"/>
                </a:cxn>
                <a:cxn ang="0">
                  <a:pos x="100" y="6"/>
                </a:cxn>
                <a:cxn ang="0">
                  <a:pos x="88" y="2"/>
                </a:cxn>
                <a:cxn ang="0">
                  <a:pos x="88" y="2"/>
                </a:cxn>
                <a:cxn ang="0">
                  <a:pos x="76" y="0"/>
                </a:cxn>
                <a:cxn ang="0">
                  <a:pos x="62" y="4"/>
                </a:cxn>
                <a:cxn ang="0">
                  <a:pos x="48" y="12"/>
                </a:cxn>
                <a:cxn ang="0">
                  <a:pos x="36" y="22"/>
                </a:cxn>
                <a:cxn ang="0">
                  <a:pos x="24" y="36"/>
                </a:cxn>
                <a:cxn ang="0">
                  <a:pos x="14" y="54"/>
                </a:cxn>
                <a:cxn ang="0">
                  <a:pos x="6" y="74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6" y="82"/>
                </a:cxn>
                <a:cxn ang="0">
                  <a:pos x="14" y="66"/>
                </a:cxn>
                <a:cxn ang="0">
                  <a:pos x="24" y="50"/>
                </a:cxn>
                <a:cxn ang="0">
                  <a:pos x="36" y="38"/>
                </a:cxn>
                <a:cxn ang="0">
                  <a:pos x="48" y="28"/>
                </a:cxn>
                <a:cxn ang="0">
                  <a:pos x="60" y="22"/>
                </a:cxn>
                <a:cxn ang="0">
                  <a:pos x="72" y="20"/>
                </a:cxn>
                <a:cxn ang="0">
                  <a:pos x="84" y="20"/>
                </a:cxn>
                <a:cxn ang="0">
                  <a:pos x="84" y="20"/>
                </a:cxn>
              </a:cxnLst>
              <a:rect l="0" t="0" r="0" b="0"/>
              <a:pathLst>
                <a:path w="132" h="140">
                  <a:moveTo>
                    <a:pt x="84" y="20"/>
                  </a:moveTo>
                  <a:lnTo>
                    <a:pt x="84" y="20"/>
                  </a:lnTo>
                  <a:lnTo>
                    <a:pt x="96" y="26"/>
                  </a:lnTo>
                  <a:lnTo>
                    <a:pt x="106" y="34"/>
                  </a:lnTo>
                  <a:lnTo>
                    <a:pt x="114" y="46"/>
                  </a:lnTo>
                  <a:lnTo>
                    <a:pt x="120" y="62"/>
                  </a:lnTo>
                  <a:lnTo>
                    <a:pt x="124" y="80"/>
                  </a:lnTo>
                  <a:lnTo>
                    <a:pt x="126" y="98"/>
                  </a:lnTo>
                  <a:lnTo>
                    <a:pt x="126" y="120"/>
                  </a:lnTo>
                  <a:lnTo>
                    <a:pt x="124" y="140"/>
                  </a:lnTo>
                  <a:lnTo>
                    <a:pt x="126" y="128"/>
                  </a:lnTo>
                  <a:lnTo>
                    <a:pt x="130" y="104"/>
                  </a:lnTo>
                  <a:lnTo>
                    <a:pt x="132" y="84"/>
                  </a:lnTo>
                  <a:lnTo>
                    <a:pt x="130" y="64"/>
                  </a:lnTo>
                  <a:lnTo>
                    <a:pt x="126" y="44"/>
                  </a:lnTo>
                  <a:lnTo>
                    <a:pt x="120" y="30"/>
                  </a:lnTo>
                  <a:lnTo>
                    <a:pt x="112" y="16"/>
                  </a:lnTo>
                  <a:lnTo>
                    <a:pt x="100" y="6"/>
                  </a:lnTo>
                  <a:lnTo>
                    <a:pt x="88" y="2"/>
                  </a:lnTo>
                  <a:lnTo>
                    <a:pt x="76" y="0"/>
                  </a:lnTo>
                  <a:lnTo>
                    <a:pt x="62" y="4"/>
                  </a:lnTo>
                  <a:lnTo>
                    <a:pt x="48" y="12"/>
                  </a:lnTo>
                  <a:lnTo>
                    <a:pt x="36" y="22"/>
                  </a:lnTo>
                  <a:lnTo>
                    <a:pt x="24" y="36"/>
                  </a:lnTo>
                  <a:lnTo>
                    <a:pt x="14" y="54"/>
                  </a:lnTo>
                  <a:lnTo>
                    <a:pt x="6" y="74"/>
                  </a:lnTo>
                  <a:lnTo>
                    <a:pt x="0" y="96"/>
                  </a:lnTo>
                  <a:lnTo>
                    <a:pt x="0" y="102"/>
                  </a:lnTo>
                  <a:lnTo>
                    <a:pt x="6" y="82"/>
                  </a:lnTo>
                  <a:lnTo>
                    <a:pt x="14" y="66"/>
                  </a:lnTo>
                  <a:lnTo>
                    <a:pt x="24" y="50"/>
                  </a:lnTo>
                  <a:lnTo>
                    <a:pt x="36" y="38"/>
                  </a:lnTo>
                  <a:lnTo>
                    <a:pt x="48" y="28"/>
                  </a:lnTo>
                  <a:lnTo>
                    <a:pt x="60" y="22"/>
                  </a:lnTo>
                  <a:lnTo>
                    <a:pt x="72" y="20"/>
                  </a:lnTo>
                  <a:lnTo>
                    <a:pt x="84" y="20"/>
                  </a:lnTo>
                  <a:close/>
                </a:path>
              </a:pathLst>
            </a:custGeom>
            <a:solidFill>
              <a:srgbClr val="E7E8E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4" name="Freeform 203"/>
            <p:cNvSpPr/>
            <p:nvPr/>
          </p:nvSpPr>
          <p:spPr>
            <a:xfrm>
              <a:off x="1190" y="291"/>
              <a:ext cx="142" cy="116"/>
            </a:xfrm>
            <a:custGeom>
              <a:avLst/>
              <a:gdLst/>
              <a:ahLst/>
              <a:cxnLst>
                <a:cxn ang="0">
                  <a:pos x="142" y="116"/>
                </a:cxn>
                <a:cxn ang="0">
                  <a:pos x="142" y="116"/>
                </a:cxn>
                <a:cxn ang="0">
                  <a:pos x="140" y="108"/>
                </a:cxn>
                <a:cxn ang="0">
                  <a:pos x="132" y="86"/>
                </a:cxn>
                <a:cxn ang="0">
                  <a:pos x="128" y="72"/>
                </a:cxn>
                <a:cxn ang="0">
                  <a:pos x="122" y="56"/>
                </a:cxn>
                <a:cxn ang="0">
                  <a:pos x="112" y="42"/>
                </a:cxn>
                <a:cxn ang="0">
                  <a:pos x="104" y="28"/>
                </a:cxn>
                <a:cxn ang="0">
                  <a:pos x="104" y="28"/>
                </a:cxn>
                <a:cxn ang="0">
                  <a:pos x="92" y="18"/>
                </a:cxn>
                <a:cxn ang="0">
                  <a:pos x="82" y="10"/>
                </a:cxn>
                <a:cxn ang="0">
                  <a:pos x="70" y="4"/>
                </a:cxn>
                <a:cxn ang="0">
                  <a:pos x="60" y="2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8" y="2"/>
                </a:cxn>
                <a:cxn ang="0">
                  <a:pos x="20" y="6"/>
                </a:cxn>
                <a:cxn ang="0">
                  <a:pos x="12" y="10"/>
                </a:cxn>
                <a:cxn ang="0">
                  <a:pos x="6" y="14"/>
                </a:cxn>
                <a:cxn ang="0">
                  <a:pos x="2" y="20"/>
                </a:cxn>
                <a:cxn ang="0">
                  <a:pos x="0" y="24"/>
                </a:cxn>
                <a:cxn ang="0">
                  <a:pos x="0" y="30"/>
                </a:cxn>
                <a:cxn ang="0">
                  <a:pos x="2" y="34"/>
                </a:cxn>
                <a:cxn ang="0">
                  <a:pos x="8" y="38"/>
                </a:cxn>
                <a:cxn ang="0">
                  <a:pos x="18" y="40"/>
                </a:cxn>
                <a:cxn ang="0">
                  <a:pos x="18" y="40"/>
                </a:cxn>
                <a:cxn ang="0">
                  <a:pos x="30" y="40"/>
                </a:cxn>
                <a:cxn ang="0">
                  <a:pos x="42" y="38"/>
                </a:cxn>
                <a:cxn ang="0">
                  <a:pos x="60" y="32"/>
                </a:cxn>
                <a:cxn ang="0">
                  <a:pos x="68" y="30"/>
                </a:cxn>
                <a:cxn ang="0">
                  <a:pos x="76" y="30"/>
                </a:cxn>
                <a:cxn ang="0">
                  <a:pos x="86" y="36"/>
                </a:cxn>
                <a:cxn ang="0">
                  <a:pos x="96" y="46"/>
                </a:cxn>
                <a:cxn ang="0">
                  <a:pos x="96" y="46"/>
                </a:cxn>
                <a:cxn ang="0">
                  <a:pos x="108" y="58"/>
                </a:cxn>
                <a:cxn ang="0">
                  <a:pos x="118" y="70"/>
                </a:cxn>
                <a:cxn ang="0">
                  <a:pos x="132" y="92"/>
                </a:cxn>
                <a:cxn ang="0">
                  <a:pos x="138" y="110"/>
                </a:cxn>
                <a:cxn ang="0">
                  <a:pos x="142" y="116"/>
                </a:cxn>
                <a:cxn ang="0">
                  <a:pos x="142" y="116"/>
                </a:cxn>
              </a:cxnLst>
              <a:rect l="0" t="0" r="0" b="0"/>
              <a:pathLst>
                <a:path w="142" h="116">
                  <a:moveTo>
                    <a:pt x="142" y="116"/>
                  </a:moveTo>
                  <a:lnTo>
                    <a:pt x="142" y="116"/>
                  </a:lnTo>
                  <a:lnTo>
                    <a:pt x="140" y="108"/>
                  </a:lnTo>
                  <a:lnTo>
                    <a:pt x="132" y="86"/>
                  </a:lnTo>
                  <a:lnTo>
                    <a:pt x="128" y="72"/>
                  </a:lnTo>
                  <a:lnTo>
                    <a:pt x="122" y="56"/>
                  </a:lnTo>
                  <a:lnTo>
                    <a:pt x="112" y="42"/>
                  </a:lnTo>
                  <a:lnTo>
                    <a:pt x="104" y="28"/>
                  </a:lnTo>
                  <a:lnTo>
                    <a:pt x="92" y="18"/>
                  </a:lnTo>
                  <a:lnTo>
                    <a:pt x="82" y="10"/>
                  </a:lnTo>
                  <a:lnTo>
                    <a:pt x="70" y="4"/>
                  </a:lnTo>
                  <a:lnTo>
                    <a:pt x="60" y="2"/>
                  </a:lnTo>
                  <a:lnTo>
                    <a:pt x="48" y="0"/>
                  </a:lnTo>
                  <a:lnTo>
                    <a:pt x="38" y="0"/>
                  </a:lnTo>
                  <a:lnTo>
                    <a:pt x="28" y="2"/>
                  </a:lnTo>
                  <a:lnTo>
                    <a:pt x="20" y="6"/>
                  </a:lnTo>
                  <a:lnTo>
                    <a:pt x="12" y="10"/>
                  </a:lnTo>
                  <a:lnTo>
                    <a:pt x="6" y="14"/>
                  </a:lnTo>
                  <a:lnTo>
                    <a:pt x="2" y="20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2" y="34"/>
                  </a:lnTo>
                  <a:lnTo>
                    <a:pt x="8" y="38"/>
                  </a:lnTo>
                  <a:lnTo>
                    <a:pt x="18" y="40"/>
                  </a:lnTo>
                  <a:lnTo>
                    <a:pt x="30" y="40"/>
                  </a:lnTo>
                  <a:lnTo>
                    <a:pt x="42" y="38"/>
                  </a:lnTo>
                  <a:lnTo>
                    <a:pt x="60" y="32"/>
                  </a:lnTo>
                  <a:lnTo>
                    <a:pt x="68" y="30"/>
                  </a:lnTo>
                  <a:lnTo>
                    <a:pt x="76" y="30"/>
                  </a:lnTo>
                  <a:lnTo>
                    <a:pt x="86" y="36"/>
                  </a:lnTo>
                  <a:lnTo>
                    <a:pt x="96" y="46"/>
                  </a:lnTo>
                  <a:lnTo>
                    <a:pt x="108" y="58"/>
                  </a:lnTo>
                  <a:lnTo>
                    <a:pt x="118" y="70"/>
                  </a:lnTo>
                  <a:lnTo>
                    <a:pt x="132" y="92"/>
                  </a:lnTo>
                  <a:lnTo>
                    <a:pt x="138" y="110"/>
                  </a:lnTo>
                  <a:lnTo>
                    <a:pt x="142" y="116"/>
                  </a:lnTo>
                  <a:close/>
                </a:path>
              </a:pathLst>
            </a:custGeom>
            <a:solidFill>
              <a:srgbClr val="129F4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5" name="Freeform 204"/>
            <p:cNvSpPr/>
            <p:nvPr/>
          </p:nvSpPr>
          <p:spPr>
            <a:xfrm>
              <a:off x="1046" y="851"/>
              <a:ext cx="80" cy="24"/>
            </a:xfrm>
            <a:custGeom>
              <a:avLst/>
              <a:gdLst/>
              <a:ahLst/>
              <a:cxnLst>
                <a:cxn ang="0">
                  <a:pos x="80" y="4"/>
                </a:cxn>
                <a:cxn ang="0">
                  <a:pos x="80" y="4"/>
                </a:cxn>
                <a:cxn ang="0">
                  <a:pos x="76" y="8"/>
                </a:cxn>
                <a:cxn ang="0">
                  <a:pos x="68" y="16"/>
                </a:cxn>
                <a:cxn ang="0">
                  <a:pos x="54" y="22"/>
                </a:cxn>
                <a:cxn ang="0">
                  <a:pos x="46" y="24"/>
                </a:cxn>
                <a:cxn ang="0">
                  <a:pos x="38" y="24"/>
                </a:cxn>
                <a:cxn ang="0">
                  <a:pos x="38" y="24"/>
                </a:cxn>
                <a:cxn ang="0">
                  <a:pos x="34" y="24"/>
                </a:cxn>
                <a:cxn ang="0">
                  <a:pos x="28" y="20"/>
                </a:cxn>
                <a:cxn ang="0">
                  <a:pos x="16" y="1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2" y="4"/>
                </a:cxn>
                <a:cxn ang="0">
                  <a:pos x="26" y="8"/>
                </a:cxn>
                <a:cxn ang="0">
                  <a:pos x="42" y="10"/>
                </a:cxn>
                <a:cxn ang="0">
                  <a:pos x="42" y="10"/>
                </a:cxn>
                <a:cxn ang="0">
                  <a:pos x="56" y="10"/>
                </a:cxn>
                <a:cxn ang="0">
                  <a:pos x="68" y="8"/>
                </a:cxn>
                <a:cxn ang="0">
                  <a:pos x="80" y="4"/>
                </a:cxn>
                <a:cxn ang="0">
                  <a:pos x="80" y="4"/>
                </a:cxn>
              </a:cxnLst>
              <a:rect l="0" t="0" r="0" b="0"/>
              <a:pathLst>
                <a:path w="80" h="24">
                  <a:moveTo>
                    <a:pt x="80" y="4"/>
                  </a:moveTo>
                  <a:lnTo>
                    <a:pt x="80" y="4"/>
                  </a:lnTo>
                  <a:lnTo>
                    <a:pt x="76" y="8"/>
                  </a:lnTo>
                  <a:lnTo>
                    <a:pt x="68" y="16"/>
                  </a:lnTo>
                  <a:lnTo>
                    <a:pt x="54" y="22"/>
                  </a:lnTo>
                  <a:lnTo>
                    <a:pt x="46" y="24"/>
                  </a:lnTo>
                  <a:lnTo>
                    <a:pt x="38" y="24"/>
                  </a:lnTo>
                  <a:lnTo>
                    <a:pt x="34" y="24"/>
                  </a:lnTo>
                  <a:lnTo>
                    <a:pt x="28" y="20"/>
                  </a:lnTo>
                  <a:lnTo>
                    <a:pt x="16" y="14"/>
                  </a:lnTo>
                  <a:lnTo>
                    <a:pt x="0" y="0"/>
                  </a:lnTo>
                  <a:lnTo>
                    <a:pt x="12" y="4"/>
                  </a:lnTo>
                  <a:lnTo>
                    <a:pt x="26" y="8"/>
                  </a:lnTo>
                  <a:lnTo>
                    <a:pt x="42" y="10"/>
                  </a:lnTo>
                  <a:lnTo>
                    <a:pt x="56" y="10"/>
                  </a:lnTo>
                  <a:lnTo>
                    <a:pt x="68" y="8"/>
                  </a:lnTo>
                  <a:lnTo>
                    <a:pt x="80" y="4"/>
                  </a:lnTo>
                  <a:close/>
                </a:path>
              </a:pathLst>
            </a:custGeom>
            <a:solidFill>
              <a:srgbClr val="7BC14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6" name="Freeform 205"/>
            <p:cNvSpPr/>
            <p:nvPr/>
          </p:nvSpPr>
          <p:spPr>
            <a:xfrm>
              <a:off x="976" y="615"/>
              <a:ext cx="280" cy="230"/>
            </a:xfrm>
            <a:custGeom>
              <a:avLst/>
              <a:gdLst/>
              <a:ahLst/>
              <a:cxnLst>
                <a:cxn ang="0">
                  <a:pos x="280" y="4"/>
                </a:cxn>
                <a:cxn ang="0">
                  <a:pos x="280" y="4"/>
                </a:cxn>
                <a:cxn ang="0">
                  <a:pos x="270" y="12"/>
                </a:cxn>
                <a:cxn ang="0">
                  <a:pos x="256" y="20"/>
                </a:cxn>
                <a:cxn ang="0">
                  <a:pos x="224" y="32"/>
                </a:cxn>
                <a:cxn ang="0">
                  <a:pos x="186" y="42"/>
                </a:cxn>
                <a:cxn ang="0">
                  <a:pos x="166" y="46"/>
                </a:cxn>
                <a:cxn ang="0">
                  <a:pos x="146" y="48"/>
                </a:cxn>
                <a:cxn ang="0">
                  <a:pos x="124" y="50"/>
                </a:cxn>
                <a:cxn ang="0">
                  <a:pos x="104" y="48"/>
                </a:cxn>
                <a:cxn ang="0">
                  <a:pos x="84" y="46"/>
                </a:cxn>
                <a:cxn ang="0">
                  <a:pos x="64" y="42"/>
                </a:cxn>
                <a:cxn ang="0">
                  <a:pos x="46" y="36"/>
                </a:cxn>
                <a:cxn ang="0">
                  <a:pos x="28" y="26"/>
                </a:cxn>
                <a:cxn ang="0">
                  <a:pos x="12" y="1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" y="18"/>
                </a:cxn>
                <a:cxn ang="0">
                  <a:pos x="30" y="58"/>
                </a:cxn>
                <a:cxn ang="0">
                  <a:pos x="40" y="82"/>
                </a:cxn>
                <a:cxn ang="0">
                  <a:pos x="48" y="106"/>
                </a:cxn>
                <a:cxn ang="0">
                  <a:pos x="54" y="130"/>
                </a:cxn>
                <a:cxn ang="0">
                  <a:pos x="56" y="142"/>
                </a:cxn>
                <a:cxn ang="0">
                  <a:pos x="56" y="150"/>
                </a:cxn>
                <a:cxn ang="0">
                  <a:pos x="56" y="150"/>
                </a:cxn>
                <a:cxn ang="0">
                  <a:pos x="56" y="168"/>
                </a:cxn>
                <a:cxn ang="0">
                  <a:pos x="56" y="178"/>
                </a:cxn>
                <a:cxn ang="0">
                  <a:pos x="58" y="186"/>
                </a:cxn>
                <a:cxn ang="0">
                  <a:pos x="62" y="196"/>
                </a:cxn>
                <a:cxn ang="0">
                  <a:pos x="68" y="204"/>
                </a:cxn>
                <a:cxn ang="0">
                  <a:pos x="78" y="214"/>
                </a:cxn>
                <a:cxn ang="0">
                  <a:pos x="94" y="222"/>
                </a:cxn>
                <a:cxn ang="0">
                  <a:pos x="94" y="222"/>
                </a:cxn>
                <a:cxn ang="0">
                  <a:pos x="106" y="228"/>
                </a:cxn>
                <a:cxn ang="0">
                  <a:pos x="120" y="230"/>
                </a:cxn>
                <a:cxn ang="0">
                  <a:pos x="136" y="228"/>
                </a:cxn>
                <a:cxn ang="0">
                  <a:pos x="152" y="224"/>
                </a:cxn>
                <a:cxn ang="0">
                  <a:pos x="168" y="214"/>
                </a:cxn>
                <a:cxn ang="0">
                  <a:pos x="186" y="198"/>
                </a:cxn>
                <a:cxn ang="0">
                  <a:pos x="204" y="174"/>
                </a:cxn>
                <a:cxn ang="0">
                  <a:pos x="224" y="146"/>
                </a:cxn>
                <a:cxn ang="0">
                  <a:pos x="224" y="146"/>
                </a:cxn>
                <a:cxn ang="0">
                  <a:pos x="242" y="114"/>
                </a:cxn>
                <a:cxn ang="0">
                  <a:pos x="254" y="86"/>
                </a:cxn>
                <a:cxn ang="0">
                  <a:pos x="264" y="62"/>
                </a:cxn>
                <a:cxn ang="0">
                  <a:pos x="272" y="42"/>
                </a:cxn>
                <a:cxn ang="0">
                  <a:pos x="278" y="14"/>
                </a:cxn>
                <a:cxn ang="0">
                  <a:pos x="280" y="4"/>
                </a:cxn>
                <a:cxn ang="0">
                  <a:pos x="280" y="4"/>
                </a:cxn>
              </a:cxnLst>
              <a:rect l="0" t="0" r="0" b="0"/>
              <a:pathLst>
                <a:path w="280" h="230">
                  <a:moveTo>
                    <a:pt x="280" y="4"/>
                  </a:moveTo>
                  <a:lnTo>
                    <a:pt x="280" y="4"/>
                  </a:lnTo>
                  <a:lnTo>
                    <a:pt x="270" y="12"/>
                  </a:lnTo>
                  <a:lnTo>
                    <a:pt x="256" y="20"/>
                  </a:lnTo>
                  <a:lnTo>
                    <a:pt x="224" y="32"/>
                  </a:lnTo>
                  <a:lnTo>
                    <a:pt x="186" y="42"/>
                  </a:lnTo>
                  <a:lnTo>
                    <a:pt x="166" y="46"/>
                  </a:lnTo>
                  <a:lnTo>
                    <a:pt x="146" y="48"/>
                  </a:lnTo>
                  <a:lnTo>
                    <a:pt x="124" y="50"/>
                  </a:lnTo>
                  <a:lnTo>
                    <a:pt x="104" y="48"/>
                  </a:lnTo>
                  <a:lnTo>
                    <a:pt x="84" y="46"/>
                  </a:lnTo>
                  <a:lnTo>
                    <a:pt x="64" y="42"/>
                  </a:lnTo>
                  <a:lnTo>
                    <a:pt x="46" y="36"/>
                  </a:lnTo>
                  <a:lnTo>
                    <a:pt x="28" y="26"/>
                  </a:lnTo>
                  <a:lnTo>
                    <a:pt x="12" y="14"/>
                  </a:lnTo>
                  <a:lnTo>
                    <a:pt x="0" y="0"/>
                  </a:lnTo>
                  <a:lnTo>
                    <a:pt x="8" y="18"/>
                  </a:lnTo>
                  <a:lnTo>
                    <a:pt x="30" y="58"/>
                  </a:lnTo>
                  <a:lnTo>
                    <a:pt x="40" y="82"/>
                  </a:lnTo>
                  <a:lnTo>
                    <a:pt x="48" y="106"/>
                  </a:lnTo>
                  <a:lnTo>
                    <a:pt x="54" y="130"/>
                  </a:lnTo>
                  <a:lnTo>
                    <a:pt x="56" y="142"/>
                  </a:lnTo>
                  <a:lnTo>
                    <a:pt x="56" y="150"/>
                  </a:lnTo>
                  <a:lnTo>
                    <a:pt x="56" y="168"/>
                  </a:lnTo>
                  <a:lnTo>
                    <a:pt x="56" y="178"/>
                  </a:lnTo>
                  <a:lnTo>
                    <a:pt x="58" y="186"/>
                  </a:lnTo>
                  <a:lnTo>
                    <a:pt x="62" y="196"/>
                  </a:lnTo>
                  <a:lnTo>
                    <a:pt x="68" y="204"/>
                  </a:lnTo>
                  <a:lnTo>
                    <a:pt x="78" y="214"/>
                  </a:lnTo>
                  <a:lnTo>
                    <a:pt x="94" y="222"/>
                  </a:lnTo>
                  <a:lnTo>
                    <a:pt x="106" y="228"/>
                  </a:lnTo>
                  <a:lnTo>
                    <a:pt x="120" y="230"/>
                  </a:lnTo>
                  <a:lnTo>
                    <a:pt x="136" y="228"/>
                  </a:lnTo>
                  <a:lnTo>
                    <a:pt x="152" y="224"/>
                  </a:lnTo>
                  <a:lnTo>
                    <a:pt x="168" y="214"/>
                  </a:lnTo>
                  <a:lnTo>
                    <a:pt x="186" y="198"/>
                  </a:lnTo>
                  <a:lnTo>
                    <a:pt x="204" y="174"/>
                  </a:lnTo>
                  <a:lnTo>
                    <a:pt x="224" y="146"/>
                  </a:lnTo>
                  <a:lnTo>
                    <a:pt x="242" y="114"/>
                  </a:lnTo>
                  <a:lnTo>
                    <a:pt x="254" y="86"/>
                  </a:lnTo>
                  <a:lnTo>
                    <a:pt x="264" y="62"/>
                  </a:lnTo>
                  <a:lnTo>
                    <a:pt x="272" y="42"/>
                  </a:lnTo>
                  <a:lnTo>
                    <a:pt x="278" y="14"/>
                  </a:lnTo>
                  <a:lnTo>
                    <a:pt x="280" y="4"/>
                  </a:lnTo>
                  <a:close/>
                </a:path>
              </a:pathLst>
            </a:custGeom>
            <a:solidFill>
              <a:srgbClr val="4BAD48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5427" name="Picture 20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0" y="631"/>
              <a:ext cx="264" cy="19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428" name="Freeform 207"/>
            <p:cNvSpPr/>
            <p:nvPr/>
          </p:nvSpPr>
          <p:spPr>
            <a:xfrm>
              <a:off x="924" y="365"/>
              <a:ext cx="154" cy="210"/>
            </a:xfrm>
            <a:custGeom>
              <a:avLst/>
              <a:gdLst/>
              <a:ahLst/>
              <a:cxnLst>
                <a:cxn ang="0">
                  <a:pos x="122" y="210"/>
                </a:cxn>
                <a:cxn ang="0">
                  <a:pos x="122" y="210"/>
                </a:cxn>
                <a:cxn ang="0">
                  <a:pos x="130" y="200"/>
                </a:cxn>
                <a:cxn ang="0">
                  <a:pos x="136" y="188"/>
                </a:cxn>
                <a:cxn ang="0">
                  <a:pos x="142" y="172"/>
                </a:cxn>
                <a:cxn ang="0">
                  <a:pos x="148" y="156"/>
                </a:cxn>
                <a:cxn ang="0">
                  <a:pos x="152" y="140"/>
                </a:cxn>
                <a:cxn ang="0">
                  <a:pos x="154" y="122"/>
                </a:cxn>
                <a:cxn ang="0">
                  <a:pos x="154" y="106"/>
                </a:cxn>
                <a:cxn ang="0">
                  <a:pos x="152" y="88"/>
                </a:cxn>
                <a:cxn ang="0">
                  <a:pos x="152" y="88"/>
                </a:cxn>
                <a:cxn ang="0">
                  <a:pos x="146" y="66"/>
                </a:cxn>
                <a:cxn ang="0">
                  <a:pos x="138" y="48"/>
                </a:cxn>
                <a:cxn ang="0">
                  <a:pos x="128" y="32"/>
                </a:cxn>
                <a:cxn ang="0">
                  <a:pos x="116" y="18"/>
                </a:cxn>
                <a:cxn ang="0">
                  <a:pos x="102" y="8"/>
                </a:cxn>
                <a:cxn ang="0">
                  <a:pos x="88" y="2"/>
                </a:cxn>
                <a:cxn ang="0">
                  <a:pos x="72" y="0"/>
                </a:cxn>
                <a:cxn ang="0">
                  <a:pos x="56" y="2"/>
                </a:cxn>
                <a:cxn ang="0">
                  <a:pos x="56" y="2"/>
                </a:cxn>
                <a:cxn ang="0">
                  <a:pos x="50" y="4"/>
                </a:cxn>
                <a:cxn ang="0">
                  <a:pos x="42" y="8"/>
                </a:cxn>
                <a:cxn ang="0">
                  <a:pos x="30" y="18"/>
                </a:cxn>
                <a:cxn ang="0">
                  <a:pos x="20" y="32"/>
                </a:cxn>
                <a:cxn ang="0">
                  <a:pos x="10" y="50"/>
                </a:cxn>
                <a:cxn ang="0">
                  <a:pos x="4" y="70"/>
                </a:cxn>
                <a:cxn ang="0">
                  <a:pos x="0" y="90"/>
                </a:cxn>
                <a:cxn ang="0">
                  <a:pos x="0" y="114"/>
                </a:cxn>
                <a:cxn ang="0">
                  <a:pos x="2" y="136"/>
                </a:cxn>
                <a:cxn ang="0">
                  <a:pos x="2" y="136"/>
                </a:cxn>
                <a:cxn ang="0">
                  <a:pos x="6" y="158"/>
                </a:cxn>
                <a:cxn ang="0">
                  <a:pos x="14" y="178"/>
                </a:cxn>
                <a:cxn ang="0">
                  <a:pos x="24" y="196"/>
                </a:cxn>
                <a:cxn ang="0">
                  <a:pos x="36" y="210"/>
                </a:cxn>
                <a:cxn ang="0">
                  <a:pos x="36" y="210"/>
                </a:cxn>
                <a:cxn ang="0">
                  <a:pos x="46" y="206"/>
                </a:cxn>
                <a:cxn ang="0">
                  <a:pos x="58" y="200"/>
                </a:cxn>
                <a:cxn ang="0">
                  <a:pos x="72" y="198"/>
                </a:cxn>
                <a:cxn ang="0">
                  <a:pos x="86" y="200"/>
                </a:cxn>
                <a:cxn ang="0">
                  <a:pos x="86" y="200"/>
                </a:cxn>
                <a:cxn ang="0">
                  <a:pos x="104" y="204"/>
                </a:cxn>
                <a:cxn ang="0">
                  <a:pos x="116" y="208"/>
                </a:cxn>
                <a:cxn ang="0">
                  <a:pos x="122" y="210"/>
                </a:cxn>
                <a:cxn ang="0">
                  <a:pos x="122" y="210"/>
                </a:cxn>
                <a:cxn ang="0">
                  <a:pos x="122" y="210"/>
                </a:cxn>
                <a:cxn ang="0">
                  <a:pos x="122" y="210"/>
                </a:cxn>
              </a:cxnLst>
              <a:rect l="0" t="0" r="0" b="0"/>
              <a:pathLst>
                <a:path w="154" h="210">
                  <a:moveTo>
                    <a:pt x="122" y="210"/>
                  </a:moveTo>
                  <a:lnTo>
                    <a:pt x="122" y="210"/>
                  </a:lnTo>
                  <a:lnTo>
                    <a:pt x="130" y="200"/>
                  </a:lnTo>
                  <a:lnTo>
                    <a:pt x="136" y="188"/>
                  </a:lnTo>
                  <a:lnTo>
                    <a:pt x="142" y="172"/>
                  </a:lnTo>
                  <a:lnTo>
                    <a:pt x="148" y="156"/>
                  </a:lnTo>
                  <a:lnTo>
                    <a:pt x="152" y="140"/>
                  </a:lnTo>
                  <a:lnTo>
                    <a:pt x="154" y="122"/>
                  </a:lnTo>
                  <a:lnTo>
                    <a:pt x="154" y="106"/>
                  </a:lnTo>
                  <a:lnTo>
                    <a:pt x="152" y="88"/>
                  </a:lnTo>
                  <a:lnTo>
                    <a:pt x="146" y="66"/>
                  </a:lnTo>
                  <a:lnTo>
                    <a:pt x="138" y="48"/>
                  </a:lnTo>
                  <a:lnTo>
                    <a:pt x="128" y="32"/>
                  </a:lnTo>
                  <a:lnTo>
                    <a:pt x="116" y="18"/>
                  </a:lnTo>
                  <a:lnTo>
                    <a:pt x="102" y="8"/>
                  </a:lnTo>
                  <a:lnTo>
                    <a:pt x="88" y="2"/>
                  </a:lnTo>
                  <a:lnTo>
                    <a:pt x="72" y="0"/>
                  </a:lnTo>
                  <a:lnTo>
                    <a:pt x="56" y="2"/>
                  </a:lnTo>
                  <a:lnTo>
                    <a:pt x="50" y="4"/>
                  </a:lnTo>
                  <a:lnTo>
                    <a:pt x="42" y="8"/>
                  </a:lnTo>
                  <a:lnTo>
                    <a:pt x="30" y="18"/>
                  </a:lnTo>
                  <a:lnTo>
                    <a:pt x="20" y="32"/>
                  </a:lnTo>
                  <a:lnTo>
                    <a:pt x="10" y="50"/>
                  </a:lnTo>
                  <a:lnTo>
                    <a:pt x="4" y="70"/>
                  </a:lnTo>
                  <a:lnTo>
                    <a:pt x="0" y="90"/>
                  </a:lnTo>
                  <a:lnTo>
                    <a:pt x="0" y="114"/>
                  </a:lnTo>
                  <a:lnTo>
                    <a:pt x="2" y="136"/>
                  </a:lnTo>
                  <a:lnTo>
                    <a:pt x="6" y="158"/>
                  </a:lnTo>
                  <a:lnTo>
                    <a:pt x="14" y="178"/>
                  </a:lnTo>
                  <a:lnTo>
                    <a:pt x="24" y="196"/>
                  </a:lnTo>
                  <a:lnTo>
                    <a:pt x="36" y="210"/>
                  </a:lnTo>
                  <a:lnTo>
                    <a:pt x="46" y="206"/>
                  </a:lnTo>
                  <a:lnTo>
                    <a:pt x="58" y="200"/>
                  </a:lnTo>
                  <a:lnTo>
                    <a:pt x="72" y="198"/>
                  </a:lnTo>
                  <a:lnTo>
                    <a:pt x="86" y="200"/>
                  </a:lnTo>
                  <a:lnTo>
                    <a:pt x="104" y="204"/>
                  </a:lnTo>
                  <a:lnTo>
                    <a:pt x="116" y="208"/>
                  </a:lnTo>
                  <a:lnTo>
                    <a:pt x="122" y="210"/>
                  </a:lnTo>
                  <a:close/>
                </a:path>
              </a:pathLst>
            </a:custGeom>
            <a:solidFill>
              <a:srgbClr val="ACD037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9" name="Freeform 208"/>
            <p:cNvSpPr/>
            <p:nvPr/>
          </p:nvSpPr>
          <p:spPr>
            <a:xfrm>
              <a:off x="924" y="369"/>
              <a:ext cx="136" cy="206"/>
            </a:xfrm>
            <a:custGeom>
              <a:avLst/>
              <a:gdLst/>
              <a:ahLst/>
              <a:cxnLst>
                <a:cxn ang="0">
                  <a:pos x="52" y="2"/>
                </a:cxn>
                <a:cxn ang="0">
                  <a:pos x="52" y="2"/>
                </a:cxn>
                <a:cxn ang="0">
                  <a:pos x="64" y="0"/>
                </a:cxn>
                <a:cxn ang="0">
                  <a:pos x="78" y="4"/>
                </a:cxn>
                <a:cxn ang="0">
                  <a:pos x="90" y="12"/>
                </a:cxn>
                <a:cxn ang="0">
                  <a:pos x="102" y="22"/>
                </a:cxn>
                <a:cxn ang="0">
                  <a:pos x="114" y="36"/>
                </a:cxn>
                <a:cxn ang="0">
                  <a:pos x="122" y="54"/>
                </a:cxn>
                <a:cxn ang="0">
                  <a:pos x="130" y="74"/>
                </a:cxn>
                <a:cxn ang="0">
                  <a:pos x="134" y="96"/>
                </a:cxn>
                <a:cxn ang="0">
                  <a:pos x="134" y="96"/>
                </a:cxn>
                <a:cxn ang="0">
                  <a:pos x="136" y="112"/>
                </a:cxn>
                <a:cxn ang="0">
                  <a:pos x="136" y="128"/>
                </a:cxn>
                <a:cxn ang="0">
                  <a:pos x="136" y="142"/>
                </a:cxn>
                <a:cxn ang="0">
                  <a:pos x="134" y="156"/>
                </a:cxn>
                <a:cxn ang="0">
                  <a:pos x="130" y="170"/>
                </a:cxn>
                <a:cxn ang="0">
                  <a:pos x="126" y="182"/>
                </a:cxn>
                <a:cxn ang="0">
                  <a:pos x="122" y="194"/>
                </a:cxn>
                <a:cxn ang="0">
                  <a:pos x="116" y="204"/>
                </a:cxn>
                <a:cxn ang="0">
                  <a:pos x="116" y="204"/>
                </a:cxn>
                <a:cxn ang="0">
                  <a:pos x="104" y="200"/>
                </a:cxn>
                <a:cxn ang="0">
                  <a:pos x="86" y="196"/>
                </a:cxn>
                <a:cxn ang="0">
                  <a:pos x="86" y="196"/>
                </a:cxn>
                <a:cxn ang="0">
                  <a:pos x="72" y="194"/>
                </a:cxn>
                <a:cxn ang="0">
                  <a:pos x="58" y="198"/>
                </a:cxn>
                <a:cxn ang="0">
                  <a:pos x="44" y="202"/>
                </a:cxn>
                <a:cxn ang="0">
                  <a:pos x="34" y="206"/>
                </a:cxn>
                <a:cxn ang="0">
                  <a:pos x="34" y="206"/>
                </a:cxn>
                <a:cxn ang="0">
                  <a:pos x="22" y="192"/>
                </a:cxn>
                <a:cxn ang="0">
                  <a:pos x="14" y="174"/>
                </a:cxn>
                <a:cxn ang="0">
                  <a:pos x="6" y="154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08"/>
                </a:cxn>
                <a:cxn ang="0">
                  <a:pos x="0" y="86"/>
                </a:cxn>
                <a:cxn ang="0">
                  <a:pos x="4" y="66"/>
                </a:cxn>
                <a:cxn ang="0">
                  <a:pos x="10" y="46"/>
                </a:cxn>
                <a:cxn ang="0">
                  <a:pos x="18" y="30"/>
                </a:cxn>
                <a:cxn ang="0">
                  <a:pos x="26" y="18"/>
                </a:cxn>
                <a:cxn ang="0">
                  <a:pos x="38" y="8"/>
                </a:cxn>
                <a:cxn ang="0">
                  <a:pos x="52" y="2"/>
                </a:cxn>
                <a:cxn ang="0">
                  <a:pos x="52" y="2"/>
                </a:cxn>
              </a:cxnLst>
              <a:rect l="0" t="0" r="0" b="0"/>
              <a:pathLst>
                <a:path w="136" h="206">
                  <a:moveTo>
                    <a:pt x="52" y="2"/>
                  </a:moveTo>
                  <a:lnTo>
                    <a:pt x="52" y="2"/>
                  </a:lnTo>
                  <a:lnTo>
                    <a:pt x="64" y="0"/>
                  </a:lnTo>
                  <a:lnTo>
                    <a:pt x="78" y="4"/>
                  </a:lnTo>
                  <a:lnTo>
                    <a:pt x="90" y="12"/>
                  </a:lnTo>
                  <a:lnTo>
                    <a:pt x="102" y="22"/>
                  </a:lnTo>
                  <a:lnTo>
                    <a:pt x="114" y="36"/>
                  </a:lnTo>
                  <a:lnTo>
                    <a:pt x="122" y="54"/>
                  </a:lnTo>
                  <a:lnTo>
                    <a:pt x="130" y="74"/>
                  </a:lnTo>
                  <a:lnTo>
                    <a:pt x="134" y="96"/>
                  </a:lnTo>
                  <a:lnTo>
                    <a:pt x="136" y="112"/>
                  </a:lnTo>
                  <a:lnTo>
                    <a:pt x="136" y="128"/>
                  </a:lnTo>
                  <a:lnTo>
                    <a:pt x="136" y="142"/>
                  </a:lnTo>
                  <a:lnTo>
                    <a:pt x="134" y="156"/>
                  </a:lnTo>
                  <a:lnTo>
                    <a:pt x="130" y="170"/>
                  </a:lnTo>
                  <a:lnTo>
                    <a:pt x="126" y="182"/>
                  </a:lnTo>
                  <a:lnTo>
                    <a:pt x="122" y="194"/>
                  </a:lnTo>
                  <a:lnTo>
                    <a:pt x="116" y="204"/>
                  </a:lnTo>
                  <a:lnTo>
                    <a:pt x="104" y="200"/>
                  </a:lnTo>
                  <a:lnTo>
                    <a:pt x="86" y="196"/>
                  </a:lnTo>
                  <a:lnTo>
                    <a:pt x="72" y="194"/>
                  </a:lnTo>
                  <a:lnTo>
                    <a:pt x="58" y="198"/>
                  </a:lnTo>
                  <a:lnTo>
                    <a:pt x="44" y="202"/>
                  </a:lnTo>
                  <a:lnTo>
                    <a:pt x="34" y="206"/>
                  </a:lnTo>
                  <a:lnTo>
                    <a:pt x="22" y="192"/>
                  </a:lnTo>
                  <a:lnTo>
                    <a:pt x="14" y="174"/>
                  </a:lnTo>
                  <a:lnTo>
                    <a:pt x="6" y="154"/>
                  </a:lnTo>
                  <a:lnTo>
                    <a:pt x="2" y="132"/>
                  </a:lnTo>
                  <a:lnTo>
                    <a:pt x="0" y="108"/>
                  </a:lnTo>
                  <a:lnTo>
                    <a:pt x="0" y="86"/>
                  </a:lnTo>
                  <a:lnTo>
                    <a:pt x="4" y="66"/>
                  </a:lnTo>
                  <a:lnTo>
                    <a:pt x="10" y="46"/>
                  </a:lnTo>
                  <a:lnTo>
                    <a:pt x="18" y="30"/>
                  </a:lnTo>
                  <a:lnTo>
                    <a:pt x="26" y="18"/>
                  </a:lnTo>
                  <a:lnTo>
                    <a:pt x="38" y="8"/>
                  </a:lnTo>
                  <a:lnTo>
                    <a:pt x="52" y="2"/>
                  </a:lnTo>
                  <a:close/>
                </a:path>
              </a:pathLst>
            </a:custGeom>
            <a:solidFill>
              <a:srgbClr val="129F4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0" name="Freeform 209"/>
            <p:cNvSpPr/>
            <p:nvPr/>
          </p:nvSpPr>
          <p:spPr>
            <a:xfrm>
              <a:off x="932" y="381"/>
              <a:ext cx="120" cy="190"/>
            </a:xfrm>
            <a:custGeom>
              <a:avLst/>
              <a:gdLst/>
              <a:ahLst/>
              <a:cxnLst>
                <a:cxn ang="0">
                  <a:pos x="48" y="0"/>
                </a:cxn>
                <a:cxn ang="0">
                  <a:pos x="48" y="0"/>
                </a:cxn>
                <a:cxn ang="0">
                  <a:pos x="60" y="2"/>
                </a:cxn>
                <a:cxn ang="0">
                  <a:pos x="72" y="6"/>
                </a:cxn>
                <a:cxn ang="0">
                  <a:pos x="82" y="14"/>
                </a:cxn>
                <a:cxn ang="0">
                  <a:pos x="92" y="26"/>
                </a:cxn>
                <a:cxn ang="0">
                  <a:pos x="102" y="40"/>
                </a:cxn>
                <a:cxn ang="0">
                  <a:pos x="110" y="56"/>
                </a:cxn>
                <a:cxn ang="0">
                  <a:pos x="114" y="74"/>
                </a:cxn>
                <a:cxn ang="0">
                  <a:pos x="118" y="94"/>
                </a:cxn>
                <a:cxn ang="0">
                  <a:pos x="118" y="94"/>
                </a:cxn>
                <a:cxn ang="0">
                  <a:pos x="120" y="122"/>
                </a:cxn>
                <a:cxn ang="0">
                  <a:pos x="116" y="148"/>
                </a:cxn>
                <a:cxn ang="0">
                  <a:pos x="108" y="170"/>
                </a:cxn>
                <a:cxn ang="0">
                  <a:pos x="104" y="180"/>
                </a:cxn>
                <a:cxn ang="0">
                  <a:pos x="98" y="188"/>
                </a:cxn>
                <a:cxn ang="0">
                  <a:pos x="98" y="188"/>
                </a:cxn>
                <a:cxn ang="0">
                  <a:pos x="78" y="184"/>
                </a:cxn>
                <a:cxn ang="0">
                  <a:pos x="78" y="184"/>
                </a:cxn>
                <a:cxn ang="0">
                  <a:pos x="66" y="182"/>
                </a:cxn>
                <a:cxn ang="0">
                  <a:pos x="56" y="184"/>
                </a:cxn>
                <a:cxn ang="0">
                  <a:pos x="44" y="186"/>
                </a:cxn>
                <a:cxn ang="0">
                  <a:pos x="34" y="190"/>
                </a:cxn>
                <a:cxn ang="0">
                  <a:pos x="34" y="190"/>
                </a:cxn>
                <a:cxn ang="0">
                  <a:pos x="22" y="176"/>
                </a:cxn>
                <a:cxn ang="0">
                  <a:pos x="12" y="158"/>
                </a:cxn>
                <a:cxn ang="0">
                  <a:pos x="6" y="136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90"/>
                </a:cxn>
                <a:cxn ang="0">
                  <a:pos x="0" y="70"/>
                </a:cxn>
                <a:cxn ang="0">
                  <a:pos x="4" y="52"/>
                </a:cxn>
                <a:cxn ang="0">
                  <a:pos x="10" y="36"/>
                </a:cxn>
                <a:cxn ang="0">
                  <a:pos x="16" y="22"/>
                </a:cxn>
                <a:cxn ang="0">
                  <a:pos x="26" y="12"/>
                </a:cxn>
                <a:cxn ang="0">
                  <a:pos x="36" y="4"/>
                </a:cxn>
                <a:cxn ang="0">
                  <a:pos x="48" y="0"/>
                </a:cxn>
                <a:cxn ang="0">
                  <a:pos x="48" y="0"/>
                </a:cxn>
              </a:cxnLst>
              <a:rect l="0" t="0" r="0" b="0"/>
              <a:pathLst>
                <a:path w="120" h="190">
                  <a:moveTo>
                    <a:pt x="48" y="0"/>
                  </a:moveTo>
                  <a:lnTo>
                    <a:pt x="48" y="0"/>
                  </a:lnTo>
                  <a:lnTo>
                    <a:pt x="60" y="2"/>
                  </a:lnTo>
                  <a:lnTo>
                    <a:pt x="72" y="6"/>
                  </a:lnTo>
                  <a:lnTo>
                    <a:pt x="82" y="14"/>
                  </a:lnTo>
                  <a:lnTo>
                    <a:pt x="92" y="26"/>
                  </a:lnTo>
                  <a:lnTo>
                    <a:pt x="102" y="40"/>
                  </a:lnTo>
                  <a:lnTo>
                    <a:pt x="110" y="56"/>
                  </a:lnTo>
                  <a:lnTo>
                    <a:pt x="114" y="74"/>
                  </a:lnTo>
                  <a:lnTo>
                    <a:pt x="118" y="94"/>
                  </a:lnTo>
                  <a:lnTo>
                    <a:pt x="120" y="122"/>
                  </a:lnTo>
                  <a:lnTo>
                    <a:pt x="116" y="148"/>
                  </a:lnTo>
                  <a:lnTo>
                    <a:pt x="108" y="170"/>
                  </a:lnTo>
                  <a:lnTo>
                    <a:pt x="104" y="180"/>
                  </a:lnTo>
                  <a:lnTo>
                    <a:pt x="98" y="188"/>
                  </a:lnTo>
                  <a:lnTo>
                    <a:pt x="78" y="184"/>
                  </a:lnTo>
                  <a:lnTo>
                    <a:pt x="66" y="182"/>
                  </a:lnTo>
                  <a:lnTo>
                    <a:pt x="56" y="184"/>
                  </a:lnTo>
                  <a:lnTo>
                    <a:pt x="44" y="186"/>
                  </a:lnTo>
                  <a:lnTo>
                    <a:pt x="34" y="190"/>
                  </a:lnTo>
                  <a:lnTo>
                    <a:pt x="22" y="176"/>
                  </a:lnTo>
                  <a:lnTo>
                    <a:pt x="12" y="158"/>
                  </a:lnTo>
                  <a:lnTo>
                    <a:pt x="6" y="136"/>
                  </a:lnTo>
                  <a:lnTo>
                    <a:pt x="0" y="110"/>
                  </a:lnTo>
                  <a:lnTo>
                    <a:pt x="0" y="90"/>
                  </a:lnTo>
                  <a:lnTo>
                    <a:pt x="0" y="70"/>
                  </a:lnTo>
                  <a:lnTo>
                    <a:pt x="4" y="52"/>
                  </a:lnTo>
                  <a:lnTo>
                    <a:pt x="10" y="36"/>
                  </a:lnTo>
                  <a:lnTo>
                    <a:pt x="16" y="22"/>
                  </a:lnTo>
                  <a:lnTo>
                    <a:pt x="26" y="12"/>
                  </a:lnTo>
                  <a:lnTo>
                    <a:pt x="36" y="4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1" name="Freeform 210"/>
            <p:cNvSpPr/>
            <p:nvPr/>
          </p:nvSpPr>
          <p:spPr>
            <a:xfrm>
              <a:off x="932" y="381"/>
              <a:ext cx="118" cy="124"/>
            </a:xfrm>
            <a:custGeom>
              <a:avLst/>
              <a:gdLst/>
              <a:ahLst/>
              <a:cxnLst>
                <a:cxn ang="0">
                  <a:pos x="50" y="18"/>
                </a:cxn>
                <a:cxn ang="0">
                  <a:pos x="50" y="18"/>
                </a:cxn>
                <a:cxn ang="0">
                  <a:pos x="38" y="22"/>
                </a:cxn>
                <a:cxn ang="0">
                  <a:pos x="28" y="30"/>
                </a:cxn>
                <a:cxn ang="0">
                  <a:pos x="20" y="40"/>
                </a:cxn>
                <a:cxn ang="0">
                  <a:pos x="12" y="52"/>
                </a:cxn>
                <a:cxn ang="0">
                  <a:pos x="8" y="68"/>
                </a:cxn>
                <a:cxn ang="0">
                  <a:pos x="4" y="86"/>
                </a:cxn>
                <a:cxn ang="0">
                  <a:pos x="2" y="104"/>
                </a:cxn>
                <a:cxn ang="0">
                  <a:pos x="2" y="124"/>
                </a:cxn>
                <a:cxn ang="0">
                  <a:pos x="2" y="124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90"/>
                </a:cxn>
                <a:cxn ang="0">
                  <a:pos x="0" y="70"/>
                </a:cxn>
                <a:cxn ang="0">
                  <a:pos x="4" y="52"/>
                </a:cxn>
                <a:cxn ang="0">
                  <a:pos x="10" y="36"/>
                </a:cxn>
                <a:cxn ang="0">
                  <a:pos x="16" y="22"/>
                </a:cxn>
                <a:cxn ang="0">
                  <a:pos x="26" y="12"/>
                </a:cxn>
                <a:cxn ang="0">
                  <a:pos x="36" y="4"/>
                </a:cxn>
                <a:cxn ang="0">
                  <a:pos x="48" y="0"/>
                </a:cxn>
                <a:cxn ang="0">
                  <a:pos x="48" y="0"/>
                </a:cxn>
                <a:cxn ang="0">
                  <a:pos x="60" y="2"/>
                </a:cxn>
                <a:cxn ang="0">
                  <a:pos x="72" y="6"/>
                </a:cxn>
                <a:cxn ang="0">
                  <a:pos x="82" y="14"/>
                </a:cxn>
                <a:cxn ang="0">
                  <a:pos x="92" y="26"/>
                </a:cxn>
                <a:cxn ang="0">
                  <a:pos x="102" y="40"/>
                </a:cxn>
                <a:cxn ang="0">
                  <a:pos x="110" y="56"/>
                </a:cxn>
                <a:cxn ang="0">
                  <a:pos x="114" y="74"/>
                </a:cxn>
                <a:cxn ang="0">
                  <a:pos x="118" y="94"/>
                </a:cxn>
                <a:cxn ang="0">
                  <a:pos x="118" y="94"/>
                </a:cxn>
                <a:cxn ang="0">
                  <a:pos x="118" y="100"/>
                </a:cxn>
                <a:cxn ang="0">
                  <a:pos x="118" y="100"/>
                </a:cxn>
                <a:cxn ang="0">
                  <a:pos x="114" y="82"/>
                </a:cxn>
                <a:cxn ang="0">
                  <a:pos x="108" y="66"/>
                </a:cxn>
                <a:cxn ang="0">
                  <a:pos x="100" y="52"/>
                </a:cxn>
                <a:cxn ang="0">
                  <a:pos x="92" y="40"/>
                </a:cxn>
                <a:cxn ang="0">
                  <a:pos x="82" y="30"/>
                </a:cxn>
                <a:cxn ang="0">
                  <a:pos x="72" y="22"/>
                </a:cxn>
                <a:cxn ang="0">
                  <a:pos x="62" y="20"/>
                </a:cxn>
                <a:cxn ang="0">
                  <a:pos x="50" y="18"/>
                </a:cxn>
                <a:cxn ang="0">
                  <a:pos x="50" y="18"/>
                </a:cxn>
              </a:cxnLst>
              <a:rect l="0" t="0" r="0" b="0"/>
              <a:pathLst>
                <a:path w="118" h="124">
                  <a:moveTo>
                    <a:pt x="50" y="18"/>
                  </a:moveTo>
                  <a:lnTo>
                    <a:pt x="50" y="18"/>
                  </a:lnTo>
                  <a:lnTo>
                    <a:pt x="38" y="22"/>
                  </a:lnTo>
                  <a:lnTo>
                    <a:pt x="28" y="30"/>
                  </a:lnTo>
                  <a:lnTo>
                    <a:pt x="20" y="40"/>
                  </a:lnTo>
                  <a:lnTo>
                    <a:pt x="12" y="52"/>
                  </a:lnTo>
                  <a:lnTo>
                    <a:pt x="8" y="68"/>
                  </a:lnTo>
                  <a:lnTo>
                    <a:pt x="4" y="86"/>
                  </a:lnTo>
                  <a:lnTo>
                    <a:pt x="2" y="104"/>
                  </a:lnTo>
                  <a:lnTo>
                    <a:pt x="2" y="124"/>
                  </a:lnTo>
                  <a:lnTo>
                    <a:pt x="0" y="110"/>
                  </a:lnTo>
                  <a:lnTo>
                    <a:pt x="0" y="90"/>
                  </a:lnTo>
                  <a:lnTo>
                    <a:pt x="0" y="70"/>
                  </a:lnTo>
                  <a:lnTo>
                    <a:pt x="4" y="52"/>
                  </a:lnTo>
                  <a:lnTo>
                    <a:pt x="10" y="36"/>
                  </a:lnTo>
                  <a:lnTo>
                    <a:pt x="16" y="22"/>
                  </a:lnTo>
                  <a:lnTo>
                    <a:pt x="26" y="12"/>
                  </a:lnTo>
                  <a:lnTo>
                    <a:pt x="36" y="4"/>
                  </a:lnTo>
                  <a:lnTo>
                    <a:pt x="48" y="0"/>
                  </a:lnTo>
                  <a:lnTo>
                    <a:pt x="60" y="2"/>
                  </a:lnTo>
                  <a:lnTo>
                    <a:pt x="72" y="6"/>
                  </a:lnTo>
                  <a:lnTo>
                    <a:pt x="82" y="14"/>
                  </a:lnTo>
                  <a:lnTo>
                    <a:pt x="92" y="26"/>
                  </a:lnTo>
                  <a:lnTo>
                    <a:pt x="102" y="40"/>
                  </a:lnTo>
                  <a:lnTo>
                    <a:pt x="110" y="56"/>
                  </a:lnTo>
                  <a:lnTo>
                    <a:pt x="114" y="74"/>
                  </a:lnTo>
                  <a:lnTo>
                    <a:pt x="118" y="94"/>
                  </a:lnTo>
                  <a:lnTo>
                    <a:pt x="118" y="100"/>
                  </a:lnTo>
                  <a:lnTo>
                    <a:pt x="114" y="82"/>
                  </a:lnTo>
                  <a:lnTo>
                    <a:pt x="108" y="66"/>
                  </a:lnTo>
                  <a:lnTo>
                    <a:pt x="100" y="52"/>
                  </a:lnTo>
                  <a:lnTo>
                    <a:pt x="92" y="40"/>
                  </a:lnTo>
                  <a:lnTo>
                    <a:pt x="82" y="30"/>
                  </a:lnTo>
                  <a:lnTo>
                    <a:pt x="72" y="22"/>
                  </a:lnTo>
                  <a:lnTo>
                    <a:pt x="62" y="20"/>
                  </a:lnTo>
                  <a:lnTo>
                    <a:pt x="50" y="18"/>
                  </a:lnTo>
                  <a:close/>
                </a:path>
              </a:pathLst>
            </a:custGeom>
            <a:solidFill>
              <a:srgbClr val="E7E8E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2" name="Freeform 211"/>
            <p:cNvSpPr/>
            <p:nvPr/>
          </p:nvSpPr>
          <p:spPr>
            <a:xfrm>
              <a:off x="938" y="439"/>
              <a:ext cx="96" cy="126"/>
            </a:xfrm>
            <a:custGeom>
              <a:avLst/>
              <a:gdLst/>
              <a:ahLst/>
              <a:cxnLst>
                <a:cxn ang="0">
                  <a:pos x="0" y="64"/>
                </a:cxn>
                <a:cxn ang="0">
                  <a:pos x="0" y="64"/>
                </a:cxn>
                <a:cxn ang="0">
                  <a:pos x="2" y="78"/>
                </a:cxn>
                <a:cxn ang="0">
                  <a:pos x="6" y="90"/>
                </a:cxn>
                <a:cxn ang="0">
                  <a:pos x="10" y="100"/>
                </a:cxn>
                <a:cxn ang="0">
                  <a:pos x="16" y="110"/>
                </a:cxn>
                <a:cxn ang="0">
                  <a:pos x="24" y="116"/>
                </a:cxn>
                <a:cxn ang="0">
                  <a:pos x="32" y="122"/>
                </a:cxn>
                <a:cxn ang="0">
                  <a:pos x="40" y="126"/>
                </a:cxn>
                <a:cxn ang="0">
                  <a:pos x="50" y="126"/>
                </a:cxn>
                <a:cxn ang="0">
                  <a:pos x="50" y="126"/>
                </a:cxn>
                <a:cxn ang="0">
                  <a:pos x="60" y="126"/>
                </a:cxn>
                <a:cxn ang="0">
                  <a:pos x="68" y="122"/>
                </a:cxn>
                <a:cxn ang="0">
                  <a:pos x="76" y="116"/>
                </a:cxn>
                <a:cxn ang="0">
                  <a:pos x="82" y="108"/>
                </a:cxn>
                <a:cxn ang="0">
                  <a:pos x="88" y="98"/>
                </a:cxn>
                <a:cxn ang="0">
                  <a:pos x="92" y="86"/>
                </a:cxn>
                <a:cxn ang="0">
                  <a:pos x="94" y="74"/>
                </a:cxn>
                <a:cxn ang="0">
                  <a:pos x="96" y="62"/>
                </a:cxn>
                <a:cxn ang="0">
                  <a:pos x="96" y="62"/>
                </a:cxn>
                <a:cxn ang="0">
                  <a:pos x="94" y="50"/>
                </a:cxn>
                <a:cxn ang="0">
                  <a:pos x="90" y="38"/>
                </a:cxn>
                <a:cxn ang="0">
                  <a:pos x="86" y="26"/>
                </a:cxn>
                <a:cxn ang="0">
                  <a:pos x="80" y="18"/>
                </a:cxn>
                <a:cxn ang="0">
                  <a:pos x="72" y="10"/>
                </a:cxn>
                <a:cxn ang="0">
                  <a:pos x="64" y="4"/>
                </a:cxn>
                <a:cxn ang="0">
                  <a:pos x="56" y="0"/>
                </a:cxn>
                <a:cxn ang="0">
                  <a:pos x="46" y="0"/>
                </a:cxn>
                <a:cxn ang="0">
                  <a:pos x="46" y="0"/>
                </a:cxn>
                <a:cxn ang="0">
                  <a:pos x="36" y="2"/>
                </a:cxn>
                <a:cxn ang="0">
                  <a:pos x="28" y="6"/>
                </a:cxn>
                <a:cxn ang="0">
                  <a:pos x="20" y="12"/>
                </a:cxn>
                <a:cxn ang="0">
                  <a:pos x="14" y="20"/>
                </a:cxn>
                <a:cxn ang="0">
                  <a:pos x="8" y="28"/>
                </a:cxn>
                <a:cxn ang="0">
                  <a:pos x="4" y="40"/>
                </a:cxn>
                <a:cxn ang="0">
                  <a:pos x="2" y="52"/>
                </a:cxn>
                <a:cxn ang="0">
                  <a:pos x="0" y="64"/>
                </a:cxn>
                <a:cxn ang="0">
                  <a:pos x="0" y="64"/>
                </a:cxn>
              </a:cxnLst>
              <a:rect l="0" t="0" r="0" b="0"/>
              <a:pathLst>
                <a:path w="96" h="126">
                  <a:moveTo>
                    <a:pt x="0" y="64"/>
                  </a:moveTo>
                  <a:lnTo>
                    <a:pt x="0" y="64"/>
                  </a:lnTo>
                  <a:lnTo>
                    <a:pt x="2" y="78"/>
                  </a:lnTo>
                  <a:lnTo>
                    <a:pt x="6" y="90"/>
                  </a:lnTo>
                  <a:lnTo>
                    <a:pt x="10" y="100"/>
                  </a:lnTo>
                  <a:lnTo>
                    <a:pt x="16" y="110"/>
                  </a:lnTo>
                  <a:lnTo>
                    <a:pt x="24" y="116"/>
                  </a:lnTo>
                  <a:lnTo>
                    <a:pt x="32" y="122"/>
                  </a:lnTo>
                  <a:lnTo>
                    <a:pt x="40" y="126"/>
                  </a:lnTo>
                  <a:lnTo>
                    <a:pt x="50" y="126"/>
                  </a:lnTo>
                  <a:lnTo>
                    <a:pt x="60" y="126"/>
                  </a:lnTo>
                  <a:lnTo>
                    <a:pt x="68" y="122"/>
                  </a:lnTo>
                  <a:lnTo>
                    <a:pt x="76" y="116"/>
                  </a:lnTo>
                  <a:lnTo>
                    <a:pt x="82" y="108"/>
                  </a:lnTo>
                  <a:lnTo>
                    <a:pt x="88" y="98"/>
                  </a:lnTo>
                  <a:lnTo>
                    <a:pt x="92" y="86"/>
                  </a:lnTo>
                  <a:lnTo>
                    <a:pt x="94" y="74"/>
                  </a:lnTo>
                  <a:lnTo>
                    <a:pt x="96" y="62"/>
                  </a:lnTo>
                  <a:lnTo>
                    <a:pt x="94" y="50"/>
                  </a:lnTo>
                  <a:lnTo>
                    <a:pt x="90" y="38"/>
                  </a:lnTo>
                  <a:lnTo>
                    <a:pt x="86" y="26"/>
                  </a:lnTo>
                  <a:lnTo>
                    <a:pt x="80" y="18"/>
                  </a:lnTo>
                  <a:lnTo>
                    <a:pt x="72" y="10"/>
                  </a:lnTo>
                  <a:lnTo>
                    <a:pt x="64" y="4"/>
                  </a:lnTo>
                  <a:lnTo>
                    <a:pt x="56" y="0"/>
                  </a:lnTo>
                  <a:lnTo>
                    <a:pt x="46" y="0"/>
                  </a:lnTo>
                  <a:lnTo>
                    <a:pt x="36" y="2"/>
                  </a:lnTo>
                  <a:lnTo>
                    <a:pt x="28" y="6"/>
                  </a:lnTo>
                  <a:lnTo>
                    <a:pt x="20" y="12"/>
                  </a:lnTo>
                  <a:lnTo>
                    <a:pt x="14" y="20"/>
                  </a:lnTo>
                  <a:lnTo>
                    <a:pt x="8" y="28"/>
                  </a:lnTo>
                  <a:lnTo>
                    <a:pt x="4" y="40"/>
                  </a:lnTo>
                  <a:lnTo>
                    <a:pt x="2" y="52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0079C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3" name="Freeform 212"/>
            <p:cNvSpPr/>
            <p:nvPr/>
          </p:nvSpPr>
          <p:spPr>
            <a:xfrm>
              <a:off x="944" y="451"/>
              <a:ext cx="76" cy="106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0" y="54"/>
                </a:cxn>
                <a:cxn ang="0">
                  <a:pos x="2" y="66"/>
                </a:cxn>
                <a:cxn ang="0">
                  <a:pos x="4" y="76"/>
                </a:cxn>
                <a:cxn ang="0">
                  <a:pos x="8" y="84"/>
                </a:cxn>
                <a:cxn ang="0">
                  <a:pos x="12" y="92"/>
                </a:cxn>
                <a:cxn ang="0">
                  <a:pos x="18" y="98"/>
                </a:cxn>
                <a:cxn ang="0">
                  <a:pos x="26" y="102"/>
                </a:cxn>
                <a:cxn ang="0">
                  <a:pos x="32" y="106"/>
                </a:cxn>
                <a:cxn ang="0">
                  <a:pos x="40" y="106"/>
                </a:cxn>
                <a:cxn ang="0">
                  <a:pos x="40" y="106"/>
                </a:cxn>
                <a:cxn ang="0">
                  <a:pos x="48" y="106"/>
                </a:cxn>
                <a:cxn ang="0">
                  <a:pos x="54" y="102"/>
                </a:cxn>
                <a:cxn ang="0">
                  <a:pos x="62" y="96"/>
                </a:cxn>
                <a:cxn ang="0">
                  <a:pos x="66" y="90"/>
                </a:cxn>
                <a:cxn ang="0">
                  <a:pos x="72" y="82"/>
                </a:cxn>
                <a:cxn ang="0">
                  <a:pos x="74" y="72"/>
                </a:cxn>
                <a:cxn ang="0">
                  <a:pos x="76" y="62"/>
                </a:cxn>
                <a:cxn ang="0">
                  <a:pos x="76" y="52"/>
                </a:cxn>
                <a:cxn ang="0">
                  <a:pos x="76" y="52"/>
                </a:cxn>
                <a:cxn ang="0">
                  <a:pos x="76" y="42"/>
                </a:cxn>
                <a:cxn ang="0">
                  <a:pos x="74" y="32"/>
                </a:cxn>
                <a:cxn ang="0">
                  <a:pos x="70" y="22"/>
                </a:cxn>
                <a:cxn ang="0">
                  <a:pos x="64" y="14"/>
                </a:cxn>
                <a:cxn ang="0">
                  <a:pos x="58" y="8"/>
                </a:cxn>
                <a:cxn ang="0">
                  <a:pos x="52" y="4"/>
                </a:cxn>
                <a:cxn ang="0">
                  <a:pos x="44" y="0"/>
                </a:cxn>
                <a:cxn ang="0">
                  <a:pos x="38" y="0"/>
                </a:cxn>
                <a:cxn ang="0">
                  <a:pos x="38" y="0"/>
                </a:cxn>
                <a:cxn ang="0">
                  <a:pos x="30" y="2"/>
                </a:cxn>
                <a:cxn ang="0">
                  <a:pos x="22" y="4"/>
                </a:cxn>
                <a:cxn ang="0">
                  <a:pos x="16" y="10"/>
                </a:cxn>
                <a:cxn ang="0">
                  <a:pos x="10" y="16"/>
                </a:cxn>
                <a:cxn ang="0">
                  <a:pos x="6" y="24"/>
                </a:cxn>
                <a:cxn ang="0">
                  <a:pos x="2" y="34"/>
                </a:cxn>
                <a:cxn ang="0">
                  <a:pos x="0" y="44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0" b="0"/>
              <a:pathLst>
                <a:path w="76" h="106">
                  <a:moveTo>
                    <a:pt x="0" y="54"/>
                  </a:moveTo>
                  <a:lnTo>
                    <a:pt x="0" y="54"/>
                  </a:lnTo>
                  <a:lnTo>
                    <a:pt x="2" y="66"/>
                  </a:lnTo>
                  <a:lnTo>
                    <a:pt x="4" y="76"/>
                  </a:lnTo>
                  <a:lnTo>
                    <a:pt x="8" y="84"/>
                  </a:lnTo>
                  <a:lnTo>
                    <a:pt x="12" y="92"/>
                  </a:lnTo>
                  <a:lnTo>
                    <a:pt x="18" y="98"/>
                  </a:lnTo>
                  <a:lnTo>
                    <a:pt x="26" y="102"/>
                  </a:lnTo>
                  <a:lnTo>
                    <a:pt x="32" y="106"/>
                  </a:lnTo>
                  <a:lnTo>
                    <a:pt x="40" y="106"/>
                  </a:lnTo>
                  <a:lnTo>
                    <a:pt x="48" y="106"/>
                  </a:lnTo>
                  <a:lnTo>
                    <a:pt x="54" y="102"/>
                  </a:lnTo>
                  <a:lnTo>
                    <a:pt x="62" y="96"/>
                  </a:lnTo>
                  <a:lnTo>
                    <a:pt x="66" y="90"/>
                  </a:lnTo>
                  <a:lnTo>
                    <a:pt x="72" y="82"/>
                  </a:lnTo>
                  <a:lnTo>
                    <a:pt x="74" y="72"/>
                  </a:lnTo>
                  <a:lnTo>
                    <a:pt x="76" y="62"/>
                  </a:lnTo>
                  <a:lnTo>
                    <a:pt x="76" y="52"/>
                  </a:lnTo>
                  <a:lnTo>
                    <a:pt x="76" y="42"/>
                  </a:lnTo>
                  <a:lnTo>
                    <a:pt x="74" y="32"/>
                  </a:lnTo>
                  <a:lnTo>
                    <a:pt x="70" y="22"/>
                  </a:lnTo>
                  <a:lnTo>
                    <a:pt x="64" y="14"/>
                  </a:lnTo>
                  <a:lnTo>
                    <a:pt x="58" y="8"/>
                  </a:lnTo>
                  <a:lnTo>
                    <a:pt x="52" y="4"/>
                  </a:lnTo>
                  <a:lnTo>
                    <a:pt x="44" y="0"/>
                  </a:lnTo>
                  <a:lnTo>
                    <a:pt x="38" y="0"/>
                  </a:lnTo>
                  <a:lnTo>
                    <a:pt x="30" y="2"/>
                  </a:lnTo>
                  <a:lnTo>
                    <a:pt x="22" y="4"/>
                  </a:lnTo>
                  <a:lnTo>
                    <a:pt x="16" y="10"/>
                  </a:lnTo>
                  <a:lnTo>
                    <a:pt x="10" y="16"/>
                  </a:lnTo>
                  <a:lnTo>
                    <a:pt x="6" y="24"/>
                  </a:lnTo>
                  <a:lnTo>
                    <a:pt x="2" y="34"/>
                  </a:lnTo>
                  <a:lnTo>
                    <a:pt x="0" y="44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5DB1E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4" name="Freeform 213"/>
            <p:cNvSpPr/>
            <p:nvPr/>
          </p:nvSpPr>
          <p:spPr>
            <a:xfrm>
              <a:off x="950" y="479"/>
              <a:ext cx="48" cy="62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32"/>
                </a:cxn>
                <a:cxn ang="0">
                  <a:pos x="2" y="44"/>
                </a:cxn>
                <a:cxn ang="0">
                  <a:pos x="8" y="54"/>
                </a:cxn>
                <a:cxn ang="0">
                  <a:pos x="16" y="60"/>
                </a:cxn>
                <a:cxn ang="0">
                  <a:pos x="20" y="62"/>
                </a:cxn>
                <a:cxn ang="0">
                  <a:pos x="26" y="62"/>
                </a:cxn>
                <a:cxn ang="0">
                  <a:pos x="26" y="62"/>
                </a:cxn>
                <a:cxn ang="0">
                  <a:pos x="30" y="62"/>
                </a:cxn>
                <a:cxn ang="0">
                  <a:pos x="34" y="60"/>
                </a:cxn>
                <a:cxn ang="0">
                  <a:pos x="42" y="52"/>
                </a:cxn>
                <a:cxn ang="0">
                  <a:pos x="48" y="42"/>
                </a:cxn>
                <a:cxn ang="0">
                  <a:pos x="48" y="30"/>
                </a:cxn>
                <a:cxn ang="0">
                  <a:pos x="48" y="30"/>
                </a:cxn>
                <a:cxn ang="0">
                  <a:pos x="46" y="18"/>
                </a:cxn>
                <a:cxn ang="0">
                  <a:pos x="40" y="8"/>
                </a:cxn>
                <a:cxn ang="0">
                  <a:pos x="32" y="2"/>
                </a:cxn>
                <a:cxn ang="0">
                  <a:pos x="28" y="0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18" y="0"/>
                </a:cxn>
                <a:cxn ang="0">
                  <a:pos x="14" y="2"/>
                </a:cxn>
                <a:cxn ang="0">
                  <a:pos x="6" y="10"/>
                </a:cxn>
                <a:cxn ang="0">
                  <a:pos x="0" y="20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0" b="0"/>
              <a:pathLst>
                <a:path w="48" h="62">
                  <a:moveTo>
                    <a:pt x="0" y="32"/>
                  </a:moveTo>
                  <a:lnTo>
                    <a:pt x="0" y="32"/>
                  </a:lnTo>
                  <a:lnTo>
                    <a:pt x="2" y="44"/>
                  </a:lnTo>
                  <a:lnTo>
                    <a:pt x="8" y="54"/>
                  </a:lnTo>
                  <a:lnTo>
                    <a:pt x="16" y="60"/>
                  </a:lnTo>
                  <a:lnTo>
                    <a:pt x="20" y="62"/>
                  </a:lnTo>
                  <a:lnTo>
                    <a:pt x="26" y="62"/>
                  </a:lnTo>
                  <a:lnTo>
                    <a:pt x="30" y="62"/>
                  </a:lnTo>
                  <a:lnTo>
                    <a:pt x="34" y="60"/>
                  </a:lnTo>
                  <a:lnTo>
                    <a:pt x="42" y="52"/>
                  </a:lnTo>
                  <a:lnTo>
                    <a:pt x="48" y="42"/>
                  </a:lnTo>
                  <a:lnTo>
                    <a:pt x="48" y="30"/>
                  </a:lnTo>
                  <a:lnTo>
                    <a:pt x="46" y="18"/>
                  </a:lnTo>
                  <a:lnTo>
                    <a:pt x="40" y="8"/>
                  </a:lnTo>
                  <a:lnTo>
                    <a:pt x="32" y="2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4" y="2"/>
                  </a:lnTo>
                  <a:lnTo>
                    <a:pt x="6" y="10"/>
                  </a:lnTo>
                  <a:lnTo>
                    <a:pt x="0" y="20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5" name="Freeform 214"/>
            <p:cNvSpPr/>
            <p:nvPr/>
          </p:nvSpPr>
          <p:spPr>
            <a:xfrm>
              <a:off x="976" y="475"/>
              <a:ext cx="20" cy="26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0" y="12"/>
                </a:cxn>
                <a:cxn ang="0">
                  <a:pos x="0" y="18"/>
                </a:cxn>
                <a:cxn ang="0">
                  <a:pos x="2" y="22"/>
                </a:cxn>
                <a:cxn ang="0">
                  <a:pos x="4" y="24"/>
                </a:cxn>
                <a:cxn ang="0">
                  <a:pos x="8" y="26"/>
                </a:cxn>
                <a:cxn ang="0">
                  <a:pos x="8" y="26"/>
                </a:cxn>
                <a:cxn ang="0">
                  <a:pos x="12" y="24"/>
                </a:cxn>
                <a:cxn ang="0">
                  <a:pos x="16" y="22"/>
                </a:cxn>
                <a:cxn ang="0">
                  <a:pos x="18" y="18"/>
                </a:cxn>
                <a:cxn ang="0">
                  <a:pos x="20" y="14"/>
                </a:cxn>
                <a:cxn ang="0">
                  <a:pos x="20" y="14"/>
                </a:cxn>
                <a:cxn ang="0">
                  <a:pos x="18" y="10"/>
                </a:cxn>
                <a:cxn ang="0">
                  <a:pos x="18" y="6"/>
                </a:cxn>
                <a:cxn ang="0">
                  <a:pos x="14" y="2"/>
                </a:cxn>
                <a:cxn ang="0">
                  <a:pos x="10" y="0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4" y="4"/>
                </a:cxn>
                <a:cxn ang="0">
                  <a:pos x="2" y="8"/>
                </a:cxn>
                <a:cxn ang="0">
                  <a:pos x="0" y="12"/>
                </a:cxn>
                <a:cxn ang="0">
                  <a:pos x="0" y="12"/>
                </a:cxn>
              </a:cxnLst>
              <a:rect l="0" t="0" r="0" b="0"/>
              <a:pathLst>
                <a:path w="20" h="26">
                  <a:moveTo>
                    <a:pt x="0" y="12"/>
                  </a:moveTo>
                  <a:lnTo>
                    <a:pt x="0" y="12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4" y="24"/>
                  </a:lnTo>
                  <a:lnTo>
                    <a:pt x="8" y="26"/>
                  </a:lnTo>
                  <a:lnTo>
                    <a:pt x="12" y="24"/>
                  </a:lnTo>
                  <a:lnTo>
                    <a:pt x="16" y="22"/>
                  </a:lnTo>
                  <a:lnTo>
                    <a:pt x="18" y="18"/>
                  </a:lnTo>
                  <a:lnTo>
                    <a:pt x="20" y="14"/>
                  </a:lnTo>
                  <a:lnTo>
                    <a:pt x="18" y="10"/>
                  </a:lnTo>
                  <a:lnTo>
                    <a:pt x="18" y="6"/>
                  </a:lnTo>
                  <a:lnTo>
                    <a:pt x="14" y="2"/>
                  </a:lnTo>
                  <a:lnTo>
                    <a:pt x="10" y="0"/>
                  </a:lnTo>
                  <a:lnTo>
                    <a:pt x="6" y="2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6" name="Freeform 215"/>
            <p:cNvSpPr/>
            <p:nvPr/>
          </p:nvSpPr>
          <p:spPr>
            <a:xfrm>
              <a:off x="1166" y="439"/>
              <a:ext cx="96" cy="126"/>
            </a:xfrm>
            <a:custGeom>
              <a:avLst/>
              <a:gdLst/>
              <a:ahLst/>
              <a:cxnLst>
                <a:cxn ang="0">
                  <a:pos x="0" y="56"/>
                </a:cxn>
                <a:cxn ang="0">
                  <a:pos x="0" y="56"/>
                </a:cxn>
                <a:cxn ang="0">
                  <a:pos x="0" y="68"/>
                </a:cxn>
                <a:cxn ang="0">
                  <a:pos x="0" y="80"/>
                </a:cxn>
                <a:cxn ang="0">
                  <a:pos x="2" y="92"/>
                </a:cxn>
                <a:cxn ang="0">
                  <a:pos x="8" y="102"/>
                </a:cxn>
                <a:cxn ang="0">
                  <a:pos x="12" y="112"/>
                </a:cxn>
                <a:cxn ang="0">
                  <a:pos x="20" y="118"/>
                </a:cxn>
                <a:cxn ang="0">
                  <a:pos x="28" y="124"/>
                </a:cxn>
                <a:cxn ang="0">
                  <a:pos x="38" y="126"/>
                </a:cxn>
                <a:cxn ang="0">
                  <a:pos x="38" y="126"/>
                </a:cxn>
                <a:cxn ang="0">
                  <a:pos x="46" y="126"/>
                </a:cxn>
                <a:cxn ang="0">
                  <a:pos x="56" y="124"/>
                </a:cxn>
                <a:cxn ang="0">
                  <a:pos x="66" y="120"/>
                </a:cxn>
                <a:cxn ang="0">
                  <a:pos x="74" y="114"/>
                </a:cxn>
                <a:cxn ang="0">
                  <a:pos x="80" y="106"/>
                </a:cxn>
                <a:cxn ang="0">
                  <a:pos x="86" y="96"/>
                </a:cxn>
                <a:cxn ang="0">
                  <a:pos x="92" y="84"/>
                </a:cxn>
                <a:cxn ang="0">
                  <a:pos x="94" y="72"/>
                </a:cxn>
                <a:cxn ang="0">
                  <a:pos x="94" y="72"/>
                </a:cxn>
                <a:cxn ang="0">
                  <a:pos x="96" y="58"/>
                </a:cxn>
                <a:cxn ang="0">
                  <a:pos x="94" y="46"/>
                </a:cxn>
                <a:cxn ang="0">
                  <a:pos x="92" y="34"/>
                </a:cxn>
                <a:cxn ang="0">
                  <a:pos x="88" y="24"/>
                </a:cxn>
                <a:cxn ang="0">
                  <a:pos x="82" y="16"/>
                </a:cxn>
                <a:cxn ang="0">
                  <a:pos x="76" y="8"/>
                </a:cxn>
                <a:cxn ang="0">
                  <a:pos x="68" y="4"/>
                </a:cxn>
                <a:cxn ang="0">
                  <a:pos x="58" y="0"/>
                </a:cxn>
                <a:cxn ang="0">
                  <a:pos x="58" y="0"/>
                </a:cxn>
                <a:cxn ang="0">
                  <a:pos x="48" y="0"/>
                </a:cxn>
                <a:cxn ang="0">
                  <a:pos x="38" y="2"/>
                </a:cxn>
                <a:cxn ang="0">
                  <a:pos x="30" y="8"/>
                </a:cxn>
                <a:cxn ang="0">
                  <a:pos x="22" y="14"/>
                </a:cxn>
                <a:cxn ang="0">
                  <a:pos x="14" y="22"/>
                </a:cxn>
                <a:cxn ang="0">
                  <a:pos x="8" y="32"/>
                </a:cxn>
                <a:cxn ang="0">
                  <a:pos x="4" y="44"/>
                </a:cxn>
                <a:cxn ang="0">
                  <a:pos x="0" y="56"/>
                </a:cxn>
                <a:cxn ang="0">
                  <a:pos x="0" y="56"/>
                </a:cxn>
              </a:cxnLst>
              <a:rect l="0" t="0" r="0" b="0"/>
              <a:pathLst>
                <a:path w="96" h="126">
                  <a:moveTo>
                    <a:pt x="0" y="56"/>
                  </a:moveTo>
                  <a:lnTo>
                    <a:pt x="0" y="56"/>
                  </a:lnTo>
                  <a:lnTo>
                    <a:pt x="0" y="68"/>
                  </a:lnTo>
                  <a:lnTo>
                    <a:pt x="0" y="80"/>
                  </a:lnTo>
                  <a:lnTo>
                    <a:pt x="2" y="92"/>
                  </a:lnTo>
                  <a:lnTo>
                    <a:pt x="8" y="102"/>
                  </a:lnTo>
                  <a:lnTo>
                    <a:pt x="12" y="112"/>
                  </a:lnTo>
                  <a:lnTo>
                    <a:pt x="20" y="118"/>
                  </a:lnTo>
                  <a:lnTo>
                    <a:pt x="28" y="124"/>
                  </a:lnTo>
                  <a:lnTo>
                    <a:pt x="38" y="126"/>
                  </a:lnTo>
                  <a:lnTo>
                    <a:pt x="46" y="126"/>
                  </a:lnTo>
                  <a:lnTo>
                    <a:pt x="56" y="124"/>
                  </a:lnTo>
                  <a:lnTo>
                    <a:pt x="66" y="120"/>
                  </a:lnTo>
                  <a:lnTo>
                    <a:pt x="74" y="114"/>
                  </a:lnTo>
                  <a:lnTo>
                    <a:pt x="80" y="106"/>
                  </a:lnTo>
                  <a:lnTo>
                    <a:pt x="86" y="96"/>
                  </a:lnTo>
                  <a:lnTo>
                    <a:pt x="92" y="84"/>
                  </a:lnTo>
                  <a:lnTo>
                    <a:pt x="94" y="72"/>
                  </a:lnTo>
                  <a:lnTo>
                    <a:pt x="96" y="58"/>
                  </a:lnTo>
                  <a:lnTo>
                    <a:pt x="94" y="46"/>
                  </a:lnTo>
                  <a:lnTo>
                    <a:pt x="92" y="34"/>
                  </a:lnTo>
                  <a:lnTo>
                    <a:pt x="88" y="24"/>
                  </a:lnTo>
                  <a:lnTo>
                    <a:pt x="82" y="16"/>
                  </a:lnTo>
                  <a:lnTo>
                    <a:pt x="76" y="8"/>
                  </a:lnTo>
                  <a:lnTo>
                    <a:pt x="68" y="4"/>
                  </a:lnTo>
                  <a:lnTo>
                    <a:pt x="58" y="0"/>
                  </a:lnTo>
                  <a:lnTo>
                    <a:pt x="48" y="0"/>
                  </a:lnTo>
                  <a:lnTo>
                    <a:pt x="38" y="2"/>
                  </a:lnTo>
                  <a:lnTo>
                    <a:pt x="30" y="8"/>
                  </a:lnTo>
                  <a:lnTo>
                    <a:pt x="22" y="14"/>
                  </a:lnTo>
                  <a:lnTo>
                    <a:pt x="14" y="22"/>
                  </a:lnTo>
                  <a:lnTo>
                    <a:pt x="8" y="32"/>
                  </a:lnTo>
                  <a:lnTo>
                    <a:pt x="4" y="44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0079C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7" name="Freeform 216"/>
            <p:cNvSpPr/>
            <p:nvPr/>
          </p:nvSpPr>
          <p:spPr>
            <a:xfrm>
              <a:off x="1172" y="451"/>
              <a:ext cx="78" cy="106"/>
            </a:xfrm>
            <a:custGeom>
              <a:avLst/>
              <a:gdLst/>
              <a:ahLst/>
              <a:cxnLst>
                <a:cxn ang="0">
                  <a:pos x="2" y="46"/>
                </a:cxn>
                <a:cxn ang="0">
                  <a:pos x="2" y="46"/>
                </a:cxn>
                <a:cxn ang="0">
                  <a:pos x="0" y="58"/>
                </a:cxn>
                <a:cxn ang="0">
                  <a:pos x="2" y="68"/>
                </a:cxn>
                <a:cxn ang="0">
                  <a:pos x="4" y="78"/>
                </a:cxn>
                <a:cxn ang="0">
                  <a:pos x="6" y="86"/>
                </a:cxn>
                <a:cxn ang="0">
                  <a:pos x="12" y="94"/>
                </a:cxn>
                <a:cxn ang="0">
                  <a:pos x="18" y="100"/>
                </a:cxn>
                <a:cxn ang="0">
                  <a:pos x="24" y="104"/>
                </a:cxn>
                <a:cxn ang="0">
                  <a:pos x="32" y="106"/>
                </a:cxn>
                <a:cxn ang="0">
                  <a:pos x="32" y="106"/>
                </a:cxn>
                <a:cxn ang="0">
                  <a:pos x="38" y="106"/>
                </a:cxn>
                <a:cxn ang="0">
                  <a:pos x="46" y="104"/>
                </a:cxn>
                <a:cxn ang="0">
                  <a:pos x="54" y="100"/>
                </a:cxn>
                <a:cxn ang="0">
                  <a:pos x="60" y="94"/>
                </a:cxn>
                <a:cxn ang="0">
                  <a:pos x="66" y="88"/>
                </a:cxn>
                <a:cxn ang="0">
                  <a:pos x="72" y="80"/>
                </a:cxn>
                <a:cxn ang="0">
                  <a:pos x="74" y="70"/>
                </a:cxn>
                <a:cxn ang="0">
                  <a:pos x="78" y="60"/>
                </a:cxn>
                <a:cxn ang="0">
                  <a:pos x="78" y="60"/>
                </a:cxn>
                <a:cxn ang="0">
                  <a:pos x="78" y="48"/>
                </a:cxn>
                <a:cxn ang="0">
                  <a:pos x="78" y="38"/>
                </a:cxn>
                <a:cxn ang="0">
                  <a:pos x="76" y="28"/>
                </a:cxn>
                <a:cxn ang="0">
                  <a:pos x="72" y="20"/>
                </a:cxn>
                <a:cxn ang="0">
                  <a:pos x="68" y="12"/>
                </a:cxn>
                <a:cxn ang="0">
                  <a:pos x="62" y="6"/>
                </a:cxn>
                <a:cxn ang="0">
                  <a:pos x="56" y="2"/>
                </a:cxn>
                <a:cxn ang="0">
                  <a:pos x="48" y="0"/>
                </a:cxn>
                <a:cxn ang="0">
                  <a:pos x="48" y="0"/>
                </a:cxn>
                <a:cxn ang="0">
                  <a:pos x="40" y="0"/>
                </a:cxn>
                <a:cxn ang="0">
                  <a:pos x="32" y="2"/>
                </a:cxn>
                <a:cxn ang="0">
                  <a:pos x="26" y="6"/>
                </a:cxn>
                <a:cxn ang="0">
                  <a:pos x="18" y="12"/>
                </a:cxn>
                <a:cxn ang="0">
                  <a:pos x="12" y="18"/>
                </a:cxn>
                <a:cxn ang="0">
                  <a:pos x="8" y="26"/>
                </a:cxn>
                <a:cxn ang="0">
                  <a:pos x="4" y="36"/>
                </a:cxn>
                <a:cxn ang="0">
                  <a:pos x="2" y="46"/>
                </a:cxn>
                <a:cxn ang="0">
                  <a:pos x="2" y="46"/>
                </a:cxn>
              </a:cxnLst>
              <a:rect l="0" t="0" r="0" b="0"/>
              <a:pathLst>
                <a:path w="78" h="106">
                  <a:moveTo>
                    <a:pt x="2" y="46"/>
                  </a:moveTo>
                  <a:lnTo>
                    <a:pt x="2" y="46"/>
                  </a:lnTo>
                  <a:lnTo>
                    <a:pt x="0" y="58"/>
                  </a:lnTo>
                  <a:lnTo>
                    <a:pt x="2" y="68"/>
                  </a:lnTo>
                  <a:lnTo>
                    <a:pt x="4" y="78"/>
                  </a:lnTo>
                  <a:lnTo>
                    <a:pt x="6" y="86"/>
                  </a:lnTo>
                  <a:lnTo>
                    <a:pt x="12" y="94"/>
                  </a:lnTo>
                  <a:lnTo>
                    <a:pt x="18" y="100"/>
                  </a:lnTo>
                  <a:lnTo>
                    <a:pt x="24" y="104"/>
                  </a:lnTo>
                  <a:lnTo>
                    <a:pt x="32" y="106"/>
                  </a:lnTo>
                  <a:lnTo>
                    <a:pt x="38" y="106"/>
                  </a:lnTo>
                  <a:lnTo>
                    <a:pt x="46" y="104"/>
                  </a:lnTo>
                  <a:lnTo>
                    <a:pt x="54" y="100"/>
                  </a:lnTo>
                  <a:lnTo>
                    <a:pt x="60" y="94"/>
                  </a:lnTo>
                  <a:lnTo>
                    <a:pt x="66" y="88"/>
                  </a:lnTo>
                  <a:lnTo>
                    <a:pt x="72" y="80"/>
                  </a:lnTo>
                  <a:lnTo>
                    <a:pt x="74" y="70"/>
                  </a:lnTo>
                  <a:lnTo>
                    <a:pt x="78" y="60"/>
                  </a:lnTo>
                  <a:lnTo>
                    <a:pt x="78" y="48"/>
                  </a:lnTo>
                  <a:lnTo>
                    <a:pt x="78" y="38"/>
                  </a:lnTo>
                  <a:lnTo>
                    <a:pt x="76" y="28"/>
                  </a:lnTo>
                  <a:lnTo>
                    <a:pt x="72" y="20"/>
                  </a:lnTo>
                  <a:lnTo>
                    <a:pt x="68" y="12"/>
                  </a:lnTo>
                  <a:lnTo>
                    <a:pt x="62" y="6"/>
                  </a:lnTo>
                  <a:lnTo>
                    <a:pt x="56" y="2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32" y="2"/>
                  </a:lnTo>
                  <a:lnTo>
                    <a:pt x="26" y="6"/>
                  </a:lnTo>
                  <a:lnTo>
                    <a:pt x="18" y="12"/>
                  </a:lnTo>
                  <a:lnTo>
                    <a:pt x="12" y="18"/>
                  </a:lnTo>
                  <a:lnTo>
                    <a:pt x="8" y="26"/>
                  </a:lnTo>
                  <a:lnTo>
                    <a:pt x="4" y="36"/>
                  </a:lnTo>
                  <a:lnTo>
                    <a:pt x="2" y="46"/>
                  </a:lnTo>
                  <a:close/>
                </a:path>
              </a:pathLst>
            </a:custGeom>
            <a:solidFill>
              <a:srgbClr val="5DB1E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8" name="Freeform 217"/>
            <p:cNvSpPr/>
            <p:nvPr/>
          </p:nvSpPr>
          <p:spPr>
            <a:xfrm>
              <a:off x="1176" y="477"/>
              <a:ext cx="50" cy="62"/>
            </a:xfrm>
            <a:custGeom>
              <a:avLst/>
              <a:gdLst/>
              <a:ahLst/>
              <a:cxnLst>
                <a:cxn ang="0">
                  <a:pos x="0" y="26"/>
                </a:cxn>
                <a:cxn ang="0">
                  <a:pos x="0" y="26"/>
                </a:cxn>
                <a:cxn ang="0">
                  <a:pos x="0" y="40"/>
                </a:cxn>
                <a:cxn ang="0">
                  <a:pos x="4" y="50"/>
                </a:cxn>
                <a:cxn ang="0">
                  <a:pos x="10" y="58"/>
                </a:cxn>
                <a:cxn ang="0">
                  <a:pos x="14" y="60"/>
                </a:cxn>
                <a:cxn ang="0">
                  <a:pos x="20" y="62"/>
                </a:cxn>
                <a:cxn ang="0">
                  <a:pos x="20" y="62"/>
                </a:cxn>
                <a:cxn ang="0">
                  <a:pos x="24" y="62"/>
                </a:cxn>
                <a:cxn ang="0">
                  <a:pos x="30" y="60"/>
                </a:cxn>
                <a:cxn ang="0">
                  <a:pos x="38" y="56"/>
                </a:cxn>
                <a:cxn ang="0">
                  <a:pos x="46" y="46"/>
                </a:cxn>
                <a:cxn ang="0">
                  <a:pos x="48" y="34"/>
                </a:cxn>
                <a:cxn ang="0">
                  <a:pos x="48" y="34"/>
                </a:cxn>
                <a:cxn ang="0">
                  <a:pos x="50" y="22"/>
                </a:cxn>
                <a:cxn ang="0">
                  <a:pos x="46" y="12"/>
                </a:cxn>
                <a:cxn ang="0">
                  <a:pos x="38" y="4"/>
                </a:cxn>
                <a:cxn ang="0">
                  <a:pos x="34" y="2"/>
                </a:cxn>
                <a:cxn ang="0">
                  <a:pos x="30" y="0"/>
                </a:cxn>
                <a:cxn ang="0">
                  <a:pos x="30" y="0"/>
                </a:cxn>
                <a:cxn ang="0">
                  <a:pos x="24" y="0"/>
                </a:cxn>
                <a:cxn ang="0">
                  <a:pos x="20" y="0"/>
                </a:cxn>
                <a:cxn ang="0">
                  <a:pos x="10" y="6"/>
                </a:cxn>
                <a:cxn ang="0">
                  <a:pos x="4" y="14"/>
                </a:cxn>
                <a:cxn ang="0">
                  <a:pos x="0" y="26"/>
                </a:cxn>
                <a:cxn ang="0">
                  <a:pos x="0" y="26"/>
                </a:cxn>
              </a:cxnLst>
              <a:rect l="0" t="0" r="0" b="0"/>
              <a:pathLst>
                <a:path w="50" h="62">
                  <a:moveTo>
                    <a:pt x="0" y="26"/>
                  </a:moveTo>
                  <a:lnTo>
                    <a:pt x="0" y="26"/>
                  </a:lnTo>
                  <a:lnTo>
                    <a:pt x="0" y="40"/>
                  </a:lnTo>
                  <a:lnTo>
                    <a:pt x="4" y="50"/>
                  </a:lnTo>
                  <a:lnTo>
                    <a:pt x="10" y="58"/>
                  </a:lnTo>
                  <a:lnTo>
                    <a:pt x="14" y="60"/>
                  </a:lnTo>
                  <a:lnTo>
                    <a:pt x="20" y="62"/>
                  </a:lnTo>
                  <a:lnTo>
                    <a:pt x="24" y="62"/>
                  </a:lnTo>
                  <a:lnTo>
                    <a:pt x="30" y="60"/>
                  </a:lnTo>
                  <a:lnTo>
                    <a:pt x="38" y="56"/>
                  </a:lnTo>
                  <a:lnTo>
                    <a:pt x="46" y="46"/>
                  </a:lnTo>
                  <a:lnTo>
                    <a:pt x="48" y="34"/>
                  </a:lnTo>
                  <a:lnTo>
                    <a:pt x="50" y="22"/>
                  </a:lnTo>
                  <a:lnTo>
                    <a:pt x="46" y="12"/>
                  </a:lnTo>
                  <a:lnTo>
                    <a:pt x="38" y="4"/>
                  </a:lnTo>
                  <a:lnTo>
                    <a:pt x="34" y="2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20" y="0"/>
                  </a:lnTo>
                  <a:lnTo>
                    <a:pt x="10" y="6"/>
                  </a:lnTo>
                  <a:lnTo>
                    <a:pt x="4" y="14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9" name="Freeform 218"/>
            <p:cNvSpPr/>
            <p:nvPr/>
          </p:nvSpPr>
          <p:spPr>
            <a:xfrm>
              <a:off x="1206" y="477"/>
              <a:ext cx="20" cy="24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0" y="8"/>
                </a:cxn>
                <a:cxn ang="0">
                  <a:pos x="0" y="14"/>
                </a:cxn>
                <a:cxn ang="0">
                  <a:pos x="0" y="18"/>
                </a:cxn>
                <a:cxn ang="0">
                  <a:pos x="2" y="22"/>
                </a:cxn>
                <a:cxn ang="0">
                  <a:pos x="6" y="24"/>
                </a:cxn>
                <a:cxn ang="0">
                  <a:pos x="6" y="24"/>
                </a:cxn>
                <a:cxn ang="0">
                  <a:pos x="10" y="24"/>
                </a:cxn>
                <a:cxn ang="0">
                  <a:pos x="14" y="22"/>
                </a:cxn>
                <a:cxn ang="0">
                  <a:pos x="16" y="18"/>
                </a:cxn>
                <a:cxn ang="0">
                  <a:pos x="20" y="14"/>
                </a:cxn>
                <a:cxn ang="0">
                  <a:pos x="20" y="14"/>
                </a:cxn>
                <a:cxn ang="0">
                  <a:pos x="20" y="10"/>
                </a:cxn>
                <a:cxn ang="0">
                  <a:pos x="18" y="6"/>
                </a:cxn>
                <a:cxn ang="0">
                  <a:pos x="16" y="2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2" y="4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0" b="0"/>
              <a:pathLst>
                <a:path w="20" h="24">
                  <a:moveTo>
                    <a:pt x="0" y="8"/>
                  </a:moveTo>
                  <a:lnTo>
                    <a:pt x="0" y="8"/>
                  </a:lnTo>
                  <a:lnTo>
                    <a:pt x="0" y="14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6" y="24"/>
                  </a:lnTo>
                  <a:lnTo>
                    <a:pt x="10" y="24"/>
                  </a:lnTo>
                  <a:lnTo>
                    <a:pt x="14" y="22"/>
                  </a:lnTo>
                  <a:lnTo>
                    <a:pt x="16" y="18"/>
                  </a:lnTo>
                  <a:lnTo>
                    <a:pt x="20" y="14"/>
                  </a:lnTo>
                  <a:lnTo>
                    <a:pt x="20" y="10"/>
                  </a:lnTo>
                  <a:lnTo>
                    <a:pt x="18" y="6"/>
                  </a:lnTo>
                  <a:lnTo>
                    <a:pt x="16" y="2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2"/>
                  </a:lnTo>
                  <a:lnTo>
                    <a:pt x="2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0" name="Freeform 219"/>
            <p:cNvSpPr/>
            <p:nvPr/>
          </p:nvSpPr>
          <p:spPr>
            <a:xfrm>
              <a:off x="934" y="591"/>
              <a:ext cx="56" cy="46"/>
            </a:xfrm>
            <a:custGeom>
              <a:avLst/>
              <a:gdLst/>
              <a:ahLst/>
              <a:cxnLst>
                <a:cxn ang="0">
                  <a:pos x="0" y="40"/>
                </a:cxn>
                <a:cxn ang="0">
                  <a:pos x="0" y="40"/>
                </a:cxn>
                <a:cxn ang="0">
                  <a:pos x="6" y="42"/>
                </a:cxn>
                <a:cxn ang="0">
                  <a:pos x="12" y="46"/>
                </a:cxn>
                <a:cxn ang="0">
                  <a:pos x="20" y="46"/>
                </a:cxn>
                <a:cxn ang="0">
                  <a:pos x="28" y="44"/>
                </a:cxn>
                <a:cxn ang="0">
                  <a:pos x="38" y="36"/>
                </a:cxn>
                <a:cxn ang="0">
                  <a:pos x="46" y="22"/>
                </a:cxn>
                <a:cxn ang="0">
                  <a:pos x="56" y="0"/>
                </a:cxn>
                <a:cxn ang="0">
                  <a:pos x="56" y="0"/>
                </a:cxn>
                <a:cxn ang="0">
                  <a:pos x="50" y="6"/>
                </a:cxn>
                <a:cxn ang="0">
                  <a:pos x="38" y="20"/>
                </a:cxn>
                <a:cxn ang="0">
                  <a:pos x="30" y="28"/>
                </a:cxn>
                <a:cxn ang="0">
                  <a:pos x="20" y="34"/>
                </a:cxn>
                <a:cxn ang="0">
                  <a:pos x="10" y="38"/>
                </a:cxn>
                <a:cxn ang="0">
                  <a:pos x="0" y="40"/>
                </a:cxn>
                <a:cxn ang="0">
                  <a:pos x="0" y="40"/>
                </a:cxn>
              </a:cxnLst>
              <a:rect l="0" t="0" r="0" b="0"/>
              <a:pathLst>
                <a:path w="56" h="46">
                  <a:moveTo>
                    <a:pt x="0" y="40"/>
                  </a:moveTo>
                  <a:lnTo>
                    <a:pt x="0" y="40"/>
                  </a:lnTo>
                  <a:lnTo>
                    <a:pt x="6" y="42"/>
                  </a:lnTo>
                  <a:lnTo>
                    <a:pt x="12" y="46"/>
                  </a:lnTo>
                  <a:lnTo>
                    <a:pt x="20" y="46"/>
                  </a:lnTo>
                  <a:lnTo>
                    <a:pt x="28" y="44"/>
                  </a:lnTo>
                  <a:lnTo>
                    <a:pt x="38" y="36"/>
                  </a:lnTo>
                  <a:lnTo>
                    <a:pt x="46" y="22"/>
                  </a:lnTo>
                  <a:lnTo>
                    <a:pt x="56" y="0"/>
                  </a:lnTo>
                  <a:lnTo>
                    <a:pt x="50" y="6"/>
                  </a:lnTo>
                  <a:lnTo>
                    <a:pt x="38" y="20"/>
                  </a:lnTo>
                  <a:lnTo>
                    <a:pt x="30" y="28"/>
                  </a:lnTo>
                  <a:lnTo>
                    <a:pt x="20" y="34"/>
                  </a:lnTo>
                  <a:lnTo>
                    <a:pt x="10" y="38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7DC24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1" name="Freeform 220"/>
            <p:cNvSpPr/>
            <p:nvPr/>
          </p:nvSpPr>
          <p:spPr>
            <a:xfrm>
              <a:off x="1238" y="593"/>
              <a:ext cx="50" cy="5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0" y="8"/>
                </a:cxn>
                <a:cxn ang="0">
                  <a:pos x="0" y="16"/>
                </a:cxn>
                <a:cxn ang="0">
                  <a:pos x="0" y="24"/>
                </a:cxn>
                <a:cxn ang="0">
                  <a:pos x="6" y="34"/>
                </a:cxn>
                <a:cxn ang="0">
                  <a:pos x="14" y="42"/>
                </a:cxn>
                <a:cxn ang="0">
                  <a:pos x="22" y="44"/>
                </a:cxn>
                <a:cxn ang="0">
                  <a:pos x="30" y="46"/>
                </a:cxn>
                <a:cxn ang="0">
                  <a:pos x="50" y="50"/>
                </a:cxn>
                <a:cxn ang="0">
                  <a:pos x="50" y="50"/>
                </a:cxn>
                <a:cxn ang="0">
                  <a:pos x="44" y="46"/>
                </a:cxn>
                <a:cxn ang="0">
                  <a:pos x="28" y="38"/>
                </a:cxn>
                <a:cxn ang="0">
                  <a:pos x="20" y="30"/>
                </a:cxn>
                <a:cxn ang="0">
                  <a:pos x="12" y="22"/>
                </a:cxn>
                <a:cxn ang="0">
                  <a:pos x="4" y="1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0" b="0"/>
              <a:pathLst>
                <a:path w="50" h="50">
                  <a:moveTo>
                    <a:pt x="2" y="0"/>
                  </a:moveTo>
                  <a:lnTo>
                    <a:pt x="2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6" y="34"/>
                  </a:lnTo>
                  <a:lnTo>
                    <a:pt x="14" y="42"/>
                  </a:lnTo>
                  <a:lnTo>
                    <a:pt x="22" y="44"/>
                  </a:lnTo>
                  <a:lnTo>
                    <a:pt x="30" y="46"/>
                  </a:lnTo>
                  <a:lnTo>
                    <a:pt x="50" y="50"/>
                  </a:lnTo>
                  <a:lnTo>
                    <a:pt x="44" y="46"/>
                  </a:lnTo>
                  <a:lnTo>
                    <a:pt x="28" y="38"/>
                  </a:lnTo>
                  <a:lnTo>
                    <a:pt x="20" y="30"/>
                  </a:lnTo>
                  <a:lnTo>
                    <a:pt x="12" y="22"/>
                  </a:lnTo>
                  <a:lnTo>
                    <a:pt x="4" y="1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DC24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2" name="Freeform 221"/>
            <p:cNvSpPr/>
            <p:nvPr/>
          </p:nvSpPr>
          <p:spPr>
            <a:xfrm>
              <a:off x="563" y="229"/>
              <a:ext cx="169" cy="228"/>
            </a:xfrm>
            <a:custGeom>
              <a:avLst/>
              <a:gdLst/>
              <a:ahLst/>
              <a:cxnLst>
                <a:cxn ang="0">
                  <a:pos x="0" y="40"/>
                </a:cxn>
                <a:cxn ang="0">
                  <a:pos x="0" y="40"/>
                </a:cxn>
                <a:cxn ang="0">
                  <a:pos x="14" y="44"/>
                </a:cxn>
                <a:cxn ang="0">
                  <a:pos x="28" y="50"/>
                </a:cxn>
                <a:cxn ang="0">
                  <a:pos x="44" y="60"/>
                </a:cxn>
                <a:cxn ang="0">
                  <a:pos x="62" y="76"/>
                </a:cxn>
                <a:cxn ang="0">
                  <a:pos x="70" y="86"/>
                </a:cxn>
                <a:cxn ang="0">
                  <a:pos x="78" y="98"/>
                </a:cxn>
                <a:cxn ang="0">
                  <a:pos x="84" y="112"/>
                </a:cxn>
                <a:cxn ang="0">
                  <a:pos x="90" y="128"/>
                </a:cxn>
                <a:cxn ang="0">
                  <a:pos x="95" y="144"/>
                </a:cxn>
                <a:cxn ang="0">
                  <a:pos x="97" y="164"/>
                </a:cxn>
                <a:cxn ang="0">
                  <a:pos x="62" y="174"/>
                </a:cxn>
                <a:cxn ang="0">
                  <a:pos x="125" y="228"/>
                </a:cxn>
                <a:cxn ang="0">
                  <a:pos x="169" y="150"/>
                </a:cxn>
                <a:cxn ang="0">
                  <a:pos x="135" y="156"/>
                </a:cxn>
                <a:cxn ang="0">
                  <a:pos x="135" y="156"/>
                </a:cxn>
                <a:cxn ang="0">
                  <a:pos x="133" y="136"/>
                </a:cxn>
                <a:cxn ang="0">
                  <a:pos x="127" y="116"/>
                </a:cxn>
                <a:cxn ang="0">
                  <a:pos x="121" y="92"/>
                </a:cxn>
                <a:cxn ang="0">
                  <a:pos x="109" y="66"/>
                </a:cxn>
                <a:cxn ang="0">
                  <a:pos x="95" y="40"/>
                </a:cxn>
                <a:cxn ang="0">
                  <a:pos x="88" y="28"/>
                </a:cxn>
                <a:cxn ang="0">
                  <a:pos x="80" y="16"/>
                </a:cxn>
                <a:cxn ang="0">
                  <a:pos x="68" y="8"/>
                </a:cxn>
                <a:cxn ang="0">
                  <a:pos x="56" y="0"/>
                </a:cxn>
                <a:cxn ang="0">
                  <a:pos x="0" y="40"/>
                </a:cxn>
              </a:cxnLst>
              <a:rect l="0" t="0" r="0" b="0"/>
              <a:pathLst>
                <a:path w="169" h="228">
                  <a:moveTo>
                    <a:pt x="0" y="40"/>
                  </a:moveTo>
                  <a:lnTo>
                    <a:pt x="0" y="40"/>
                  </a:lnTo>
                  <a:lnTo>
                    <a:pt x="14" y="44"/>
                  </a:lnTo>
                  <a:lnTo>
                    <a:pt x="28" y="50"/>
                  </a:lnTo>
                  <a:lnTo>
                    <a:pt x="44" y="60"/>
                  </a:lnTo>
                  <a:lnTo>
                    <a:pt x="62" y="76"/>
                  </a:lnTo>
                  <a:lnTo>
                    <a:pt x="70" y="86"/>
                  </a:lnTo>
                  <a:lnTo>
                    <a:pt x="78" y="98"/>
                  </a:lnTo>
                  <a:lnTo>
                    <a:pt x="84" y="112"/>
                  </a:lnTo>
                  <a:lnTo>
                    <a:pt x="90" y="128"/>
                  </a:lnTo>
                  <a:lnTo>
                    <a:pt x="95" y="144"/>
                  </a:lnTo>
                  <a:lnTo>
                    <a:pt x="97" y="164"/>
                  </a:lnTo>
                  <a:lnTo>
                    <a:pt x="62" y="174"/>
                  </a:lnTo>
                  <a:lnTo>
                    <a:pt x="125" y="228"/>
                  </a:lnTo>
                  <a:lnTo>
                    <a:pt x="169" y="150"/>
                  </a:lnTo>
                  <a:lnTo>
                    <a:pt x="135" y="156"/>
                  </a:lnTo>
                  <a:lnTo>
                    <a:pt x="133" y="136"/>
                  </a:lnTo>
                  <a:lnTo>
                    <a:pt x="127" y="116"/>
                  </a:lnTo>
                  <a:lnTo>
                    <a:pt x="121" y="92"/>
                  </a:lnTo>
                  <a:lnTo>
                    <a:pt x="109" y="66"/>
                  </a:lnTo>
                  <a:lnTo>
                    <a:pt x="95" y="40"/>
                  </a:lnTo>
                  <a:lnTo>
                    <a:pt x="88" y="28"/>
                  </a:lnTo>
                  <a:lnTo>
                    <a:pt x="80" y="16"/>
                  </a:lnTo>
                  <a:lnTo>
                    <a:pt x="68" y="8"/>
                  </a:lnTo>
                  <a:lnTo>
                    <a:pt x="56" y="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7AD1ED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3" name="Freeform 222"/>
            <p:cNvSpPr/>
            <p:nvPr/>
          </p:nvSpPr>
          <p:spPr>
            <a:xfrm>
              <a:off x="1156" y="559"/>
              <a:ext cx="128" cy="52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0" y="8"/>
                </a:cxn>
                <a:cxn ang="0">
                  <a:pos x="14" y="4"/>
                </a:cxn>
                <a:cxn ang="0">
                  <a:pos x="30" y="0"/>
                </a:cxn>
                <a:cxn ang="0">
                  <a:pos x="48" y="0"/>
                </a:cxn>
                <a:cxn ang="0">
                  <a:pos x="58" y="0"/>
                </a:cxn>
                <a:cxn ang="0">
                  <a:pos x="68" y="2"/>
                </a:cxn>
                <a:cxn ang="0">
                  <a:pos x="80" y="4"/>
                </a:cxn>
                <a:cxn ang="0">
                  <a:pos x="90" y="10"/>
                </a:cxn>
                <a:cxn ang="0">
                  <a:pos x="100" y="16"/>
                </a:cxn>
                <a:cxn ang="0">
                  <a:pos x="110" y="26"/>
                </a:cxn>
                <a:cxn ang="0">
                  <a:pos x="120" y="38"/>
                </a:cxn>
                <a:cxn ang="0">
                  <a:pos x="128" y="52"/>
                </a:cxn>
                <a:cxn ang="0">
                  <a:pos x="128" y="52"/>
                </a:cxn>
                <a:cxn ang="0">
                  <a:pos x="122" y="42"/>
                </a:cxn>
                <a:cxn ang="0">
                  <a:pos x="114" y="34"/>
                </a:cxn>
                <a:cxn ang="0">
                  <a:pos x="100" y="24"/>
                </a:cxn>
                <a:cxn ang="0">
                  <a:pos x="84" y="16"/>
                </a:cxn>
                <a:cxn ang="0">
                  <a:pos x="60" y="8"/>
                </a:cxn>
                <a:cxn ang="0">
                  <a:pos x="48" y="6"/>
                </a:cxn>
                <a:cxn ang="0">
                  <a:pos x="34" y="6"/>
                </a:cxn>
                <a:cxn ang="0">
                  <a:pos x="18" y="6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0" b="0"/>
              <a:pathLst>
                <a:path w="128" h="52">
                  <a:moveTo>
                    <a:pt x="0" y="8"/>
                  </a:moveTo>
                  <a:lnTo>
                    <a:pt x="0" y="8"/>
                  </a:lnTo>
                  <a:lnTo>
                    <a:pt x="14" y="4"/>
                  </a:lnTo>
                  <a:lnTo>
                    <a:pt x="30" y="0"/>
                  </a:lnTo>
                  <a:lnTo>
                    <a:pt x="48" y="0"/>
                  </a:lnTo>
                  <a:lnTo>
                    <a:pt x="58" y="0"/>
                  </a:lnTo>
                  <a:lnTo>
                    <a:pt x="68" y="2"/>
                  </a:lnTo>
                  <a:lnTo>
                    <a:pt x="80" y="4"/>
                  </a:lnTo>
                  <a:lnTo>
                    <a:pt x="90" y="10"/>
                  </a:lnTo>
                  <a:lnTo>
                    <a:pt x="100" y="16"/>
                  </a:lnTo>
                  <a:lnTo>
                    <a:pt x="110" y="26"/>
                  </a:lnTo>
                  <a:lnTo>
                    <a:pt x="120" y="38"/>
                  </a:lnTo>
                  <a:lnTo>
                    <a:pt x="128" y="52"/>
                  </a:lnTo>
                  <a:lnTo>
                    <a:pt x="122" y="42"/>
                  </a:lnTo>
                  <a:lnTo>
                    <a:pt x="114" y="34"/>
                  </a:lnTo>
                  <a:lnTo>
                    <a:pt x="100" y="24"/>
                  </a:lnTo>
                  <a:lnTo>
                    <a:pt x="84" y="16"/>
                  </a:lnTo>
                  <a:lnTo>
                    <a:pt x="60" y="8"/>
                  </a:lnTo>
                  <a:lnTo>
                    <a:pt x="48" y="6"/>
                  </a:lnTo>
                  <a:lnTo>
                    <a:pt x="34" y="6"/>
                  </a:lnTo>
                  <a:lnTo>
                    <a:pt x="18" y="6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5BBA47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4" name="Freeform 223"/>
            <p:cNvSpPr/>
            <p:nvPr/>
          </p:nvSpPr>
          <p:spPr>
            <a:xfrm>
              <a:off x="928" y="563"/>
              <a:ext cx="122" cy="38"/>
            </a:xfrm>
            <a:custGeom>
              <a:avLst/>
              <a:gdLst/>
              <a:ahLst/>
              <a:cxnLst>
                <a:cxn ang="0">
                  <a:pos x="122" y="12"/>
                </a:cxn>
                <a:cxn ang="0">
                  <a:pos x="122" y="12"/>
                </a:cxn>
                <a:cxn ang="0">
                  <a:pos x="110" y="6"/>
                </a:cxn>
                <a:cxn ang="0">
                  <a:pos x="96" y="2"/>
                </a:cxn>
                <a:cxn ang="0">
                  <a:pos x="78" y="0"/>
                </a:cxn>
                <a:cxn ang="0">
                  <a:pos x="60" y="0"/>
                </a:cxn>
                <a:cxn ang="0">
                  <a:pos x="50" y="2"/>
                </a:cxn>
                <a:cxn ang="0">
                  <a:pos x="40" y="4"/>
                </a:cxn>
                <a:cxn ang="0">
                  <a:pos x="28" y="10"/>
                </a:cxn>
                <a:cxn ang="0">
                  <a:pos x="18" y="18"/>
                </a:cxn>
                <a:cxn ang="0">
                  <a:pos x="10" y="26"/>
                </a:cxn>
                <a:cxn ang="0">
                  <a:pos x="0" y="38"/>
                </a:cxn>
                <a:cxn ang="0">
                  <a:pos x="0" y="38"/>
                </a:cxn>
                <a:cxn ang="0">
                  <a:pos x="6" y="32"/>
                </a:cxn>
                <a:cxn ang="0">
                  <a:pos x="16" y="24"/>
                </a:cxn>
                <a:cxn ang="0">
                  <a:pos x="28" y="16"/>
                </a:cxn>
                <a:cxn ang="0">
                  <a:pos x="44" y="10"/>
                </a:cxn>
                <a:cxn ang="0">
                  <a:pos x="66" y="6"/>
                </a:cxn>
                <a:cxn ang="0">
                  <a:pos x="78" y="6"/>
                </a:cxn>
                <a:cxn ang="0">
                  <a:pos x="92" y="8"/>
                </a:cxn>
                <a:cxn ang="0">
                  <a:pos x="106" y="10"/>
                </a:cxn>
                <a:cxn ang="0">
                  <a:pos x="122" y="12"/>
                </a:cxn>
                <a:cxn ang="0">
                  <a:pos x="122" y="12"/>
                </a:cxn>
              </a:cxnLst>
              <a:rect l="0" t="0" r="0" b="0"/>
              <a:pathLst>
                <a:path w="122" h="38">
                  <a:moveTo>
                    <a:pt x="122" y="12"/>
                  </a:moveTo>
                  <a:lnTo>
                    <a:pt x="122" y="12"/>
                  </a:lnTo>
                  <a:lnTo>
                    <a:pt x="110" y="6"/>
                  </a:lnTo>
                  <a:lnTo>
                    <a:pt x="96" y="2"/>
                  </a:lnTo>
                  <a:lnTo>
                    <a:pt x="78" y="0"/>
                  </a:lnTo>
                  <a:lnTo>
                    <a:pt x="60" y="0"/>
                  </a:lnTo>
                  <a:lnTo>
                    <a:pt x="50" y="2"/>
                  </a:lnTo>
                  <a:lnTo>
                    <a:pt x="40" y="4"/>
                  </a:lnTo>
                  <a:lnTo>
                    <a:pt x="28" y="10"/>
                  </a:lnTo>
                  <a:lnTo>
                    <a:pt x="18" y="18"/>
                  </a:lnTo>
                  <a:lnTo>
                    <a:pt x="10" y="26"/>
                  </a:lnTo>
                  <a:lnTo>
                    <a:pt x="0" y="38"/>
                  </a:lnTo>
                  <a:lnTo>
                    <a:pt x="6" y="32"/>
                  </a:lnTo>
                  <a:lnTo>
                    <a:pt x="16" y="24"/>
                  </a:lnTo>
                  <a:lnTo>
                    <a:pt x="28" y="16"/>
                  </a:lnTo>
                  <a:lnTo>
                    <a:pt x="44" y="10"/>
                  </a:lnTo>
                  <a:lnTo>
                    <a:pt x="66" y="6"/>
                  </a:lnTo>
                  <a:lnTo>
                    <a:pt x="78" y="6"/>
                  </a:lnTo>
                  <a:lnTo>
                    <a:pt x="92" y="8"/>
                  </a:lnTo>
                  <a:lnTo>
                    <a:pt x="106" y="10"/>
                  </a:lnTo>
                  <a:lnTo>
                    <a:pt x="122" y="12"/>
                  </a:lnTo>
                  <a:close/>
                </a:path>
              </a:pathLst>
            </a:custGeom>
            <a:solidFill>
              <a:srgbClr val="5BBA47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5" name="Freeform 224"/>
            <p:cNvSpPr/>
            <p:nvPr/>
          </p:nvSpPr>
          <p:spPr>
            <a:xfrm>
              <a:off x="998" y="653"/>
              <a:ext cx="228" cy="64"/>
            </a:xfrm>
            <a:custGeom>
              <a:avLst/>
              <a:gdLst/>
              <a:ahLst/>
              <a:cxnLst>
                <a:cxn ang="0">
                  <a:pos x="138" y="62"/>
                </a:cxn>
                <a:cxn ang="0">
                  <a:pos x="138" y="62"/>
                </a:cxn>
                <a:cxn ang="0">
                  <a:pos x="160" y="56"/>
                </a:cxn>
                <a:cxn ang="0">
                  <a:pos x="178" y="50"/>
                </a:cxn>
                <a:cxn ang="0">
                  <a:pos x="192" y="42"/>
                </a:cxn>
                <a:cxn ang="0">
                  <a:pos x="204" y="34"/>
                </a:cxn>
                <a:cxn ang="0">
                  <a:pos x="212" y="24"/>
                </a:cxn>
                <a:cxn ang="0">
                  <a:pos x="218" y="16"/>
                </a:cxn>
                <a:cxn ang="0">
                  <a:pos x="228" y="0"/>
                </a:cxn>
                <a:cxn ang="0">
                  <a:pos x="228" y="0"/>
                </a:cxn>
                <a:cxn ang="0">
                  <a:pos x="196" y="16"/>
                </a:cxn>
                <a:cxn ang="0">
                  <a:pos x="164" y="28"/>
                </a:cxn>
                <a:cxn ang="0">
                  <a:pos x="148" y="32"/>
                </a:cxn>
                <a:cxn ang="0">
                  <a:pos x="130" y="36"/>
                </a:cxn>
                <a:cxn ang="0">
                  <a:pos x="114" y="36"/>
                </a:cxn>
                <a:cxn ang="0">
                  <a:pos x="98" y="36"/>
                </a:cxn>
                <a:cxn ang="0">
                  <a:pos x="98" y="36"/>
                </a:cxn>
                <a:cxn ang="0">
                  <a:pos x="72" y="34"/>
                </a:cxn>
                <a:cxn ang="0">
                  <a:pos x="50" y="28"/>
                </a:cxn>
                <a:cxn ang="0">
                  <a:pos x="30" y="20"/>
                </a:cxn>
                <a:cxn ang="0">
                  <a:pos x="12" y="10"/>
                </a:cxn>
                <a:cxn ang="0">
                  <a:pos x="12" y="1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12" y="16"/>
                </a:cxn>
                <a:cxn ang="0">
                  <a:pos x="20" y="30"/>
                </a:cxn>
                <a:cxn ang="0">
                  <a:pos x="26" y="42"/>
                </a:cxn>
                <a:cxn ang="0">
                  <a:pos x="26" y="42"/>
                </a:cxn>
                <a:cxn ang="0">
                  <a:pos x="42" y="52"/>
                </a:cxn>
                <a:cxn ang="0">
                  <a:pos x="54" y="56"/>
                </a:cxn>
                <a:cxn ang="0">
                  <a:pos x="66" y="60"/>
                </a:cxn>
                <a:cxn ang="0">
                  <a:pos x="82" y="64"/>
                </a:cxn>
                <a:cxn ang="0">
                  <a:pos x="98" y="64"/>
                </a:cxn>
                <a:cxn ang="0">
                  <a:pos x="118" y="64"/>
                </a:cxn>
                <a:cxn ang="0">
                  <a:pos x="138" y="62"/>
                </a:cxn>
                <a:cxn ang="0">
                  <a:pos x="138" y="62"/>
                </a:cxn>
              </a:cxnLst>
              <a:rect l="0" t="0" r="0" b="0"/>
              <a:pathLst>
                <a:path w="228" h="64">
                  <a:moveTo>
                    <a:pt x="138" y="62"/>
                  </a:moveTo>
                  <a:lnTo>
                    <a:pt x="138" y="62"/>
                  </a:lnTo>
                  <a:lnTo>
                    <a:pt x="160" y="56"/>
                  </a:lnTo>
                  <a:lnTo>
                    <a:pt x="178" y="50"/>
                  </a:lnTo>
                  <a:lnTo>
                    <a:pt x="192" y="42"/>
                  </a:lnTo>
                  <a:lnTo>
                    <a:pt x="204" y="34"/>
                  </a:lnTo>
                  <a:lnTo>
                    <a:pt x="212" y="24"/>
                  </a:lnTo>
                  <a:lnTo>
                    <a:pt x="218" y="16"/>
                  </a:lnTo>
                  <a:lnTo>
                    <a:pt x="228" y="0"/>
                  </a:lnTo>
                  <a:lnTo>
                    <a:pt x="196" y="16"/>
                  </a:lnTo>
                  <a:lnTo>
                    <a:pt x="164" y="28"/>
                  </a:lnTo>
                  <a:lnTo>
                    <a:pt x="148" y="32"/>
                  </a:lnTo>
                  <a:lnTo>
                    <a:pt x="130" y="36"/>
                  </a:lnTo>
                  <a:lnTo>
                    <a:pt x="114" y="36"/>
                  </a:lnTo>
                  <a:lnTo>
                    <a:pt x="98" y="36"/>
                  </a:lnTo>
                  <a:lnTo>
                    <a:pt x="72" y="34"/>
                  </a:lnTo>
                  <a:lnTo>
                    <a:pt x="50" y="28"/>
                  </a:lnTo>
                  <a:lnTo>
                    <a:pt x="30" y="20"/>
                  </a:lnTo>
                  <a:lnTo>
                    <a:pt x="12" y="10"/>
                  </a:lnTo>
                  <a:lnTo>
                    <a:pt x="0" y="2"/>
                  </a:lnTo>
                  <a:lnTo>
                    <a:pt x="12" y="16"/>
                  </a:lnTo>
                  <a:lnTo>
                    <a:pt x="20" y="30"/>
                  </a:lnTo>
                  <a:lnTo>
                    <a:pt x="26" y="42"/>
                  </a:lnTo>
                  <a:lnTo>
                    <a:pt x="42" y="52"/>
                  </a:lnTo>
                  <a:lnTo>
                    <a:pt x="54" y="56"/>
                  </a:lnTo>
                  <a:lnTo>
                    <a:pt x="66" y="60"/>
                  </a:lnTo>
                  <a:lnTo>
                    <a:pt x="82" y="64"/>
                  </a:lnTo>
                  <a:lnTo>
                    <a:pt x="98" y="64"/>
                  </a:lnTo>
                  <a:lnTo>
                    <a:pt x="118" y="64"/>
                  </a:lnTo>
                  <a:lnTo>
                    <a:pt x="138" y="6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6" name="Freeform 225"/>
            <p:cNvSpPr/>
            <p:nvPr/>
          </p:nvSpPr>
          <p:spPr>
            <a:xfrm>
              <a:off x="1110" y="781"/>
              <a:ext cx="1" cy="2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</a:cxnLst>
              <a:rect l="0" t="0" r="0" b="0"/>
              <a:pathLst>
                <a:path w="1" h="2">
                  <a:moveTo>
                    <a:pt x="0" y="2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F59DB6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9" name="动作按钮: 前进或下一项 308">
            <a:hlinkClick r:id="rId3" action="ppaction://hlinksldjump" highlightClick="1"/>
          </p:cNvPr>
          <p:cNvSpPr/>
          <p:nvPr/>
        </p:nvSpPr>
        <p:spPr>
          <a:xfrm>
            <a:off x="571500" y="428625"/>
            <a:ext cx="1571625" cy="1000125"/>
          </a:xfrm>
          <a:prstGeom prst="actionButtonForwardNex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0" name="圆角矩形 309"/>
          <p:cNvSpPr/>
          <p:nvPr/>
        </p:nvSpPr>
        <p:spPr>
          <a:xfrm>
            <a:off x="3857625" y="3702050"/>
            <a:ext cx="857250" cy="42862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SQ1</a:t>
            </a:r>
            <a:endParaRPr kumimoji="0" lang="zh-CN" altLang="en-US" sz="2000" b="1" i="1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1" name="椭圆 310"/>
          <p:cNvSpPr/>
          <p:nvPr/>
        </p:nvSpPr>
        <p:spPr>
          <a:xfrm>
            <a:off x="4214813" y="3416300"/>
            <a:ext cx="214313" cy="21431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315" name="直接连接符 314"/>
          <p:cNvCxnSpPr>
            <a:stCxn id="311" idx="4"/>
            <a:endCxn id="310" idx="0"/>
          </p:cNvCxnSpPr>
          <p:nvPr/>
        </p:nvCxnSpPr>
        <p:spPr>
          <a:xfrm rot="5400000">
            <a:off x="4268788" y="3648075"/>
            <a:ext cx="71438" cy="365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圆角矩形 319"/>
          <p:cNvSpPr/>
          <p:nvPr/>
        </p:nvSpPr>
        <p:spPr>
          <a:xfrm>
            <a:off x="6858000" y="3702050"/>
            <a:ext cx="857250" cy="42862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SQ2</a:t>
            </a:r>
            <a:endParaRPr kumimoji="0" lang="zh-CN" altLang="en-US" sz="2000" b="1" i="1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1" name="椭圆 320"/>
          <p:cNvSpPr/>
          <p:nvPr/>
        </p:nvSpPr>
        <p:spPr>
          <a:xfrm>
            <a:off x="7215188" y="3416300"/>
            <a:ext cx="214313" cy="21431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322" name="直接连接符 321"/>
          <p:cNvCxnSpPr>
            <a:stCxn id="321" idx="4"/>
            <a:endCxn id="320" idx="0"/>
          </p:cNvCxnSpPr>
          <p:nvPr/>
        </p:nvCxnSpPr>
        <p:spPr>
          <a:xfrm rot="5400000">
            <a:off x="7269163" y="3648075"/>
            <a:ext cx="71438" cy="3651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圆角矩形 322"/>
          <p:cNvSpPr/>
          <p:nvPr/>
        </p:nvSpPr>
        <p:spPr>
          <a:xfrm>
            <a:off x="928688" y="3702050"/>
            <a:ext cx="928688" cy="42862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SQ3</a:t>
            </a:r>
            <a:endParaRPr kumimoji="0" lang="zh-CN" altLang="en-US" sz="2000" b="1" i="1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4" name="椭圆 323"/>
          <p:cNvSpPr/>
          <p:nvPr/>
        </p:nvSpPr>
        <p:spPr>
          <a:xfrm>
            <a:off x="1143000" y="3416300"/>
            <a:ext cx="214313" cy="21431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325" name="直接连接符 324"/>
          <p:cNvCxnSpPr>
            <a:stCxn id="324" idx="4"/>
            <a:endCxn id="323" idx="0"/>
          </p:cNvCxnSpPr>
          <p:nvPr/>
        </p:nvCxnSpPr>
        <p:spPr>
          <a:xfrm rot="16200000" flipH="1">
            <a:off x="1285875" y="3595688"/>
            <a:ext cx="71438" cy="14128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右箭头 206"/>
          <p:cNvSpPr/>
          <p:nvPr/>
        </p:nvSpPr>
        <p:spPr>
          <a:xfrm rot="10800000">
            <a:off x="2571750" y="2201863"/>
            <a:ext cx="500063" cy="428625"/>
          </a:xfrm>
          <a:prstGeom prst="right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8" name="右箭头 207"/>
          <p:cNvSpPr/>
          <p:nvPr/>
        </p:nvSpPr>
        <p:spPr>
          <a:xfrm>
            <a:off x="5786438" y="2273300"/>
            <a:ext cx="500063" cy="428625"/>
          </a:xfrm>
          <a:prstGeom prst="rightArrow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动作按钮: 前进或下一项 308">
            <a:hlinkClick r:id="rId2" action="ppaction://hlinksldjump" highlightClick="1"/>
          </p:cNvPr>
          <p:cNvSpPr/>
          <p:nvPr/>
        </p:nvSpPr>
        <p:spPr>
          <a:xfrm>
            <a:off x="571500" y="428625"/>
            <a:ext cx="1571625" cy="1000125"/>
          </a:xfrm>
          <a:prstGeom prst="actionButtonForwardNex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1" name="圆角矩形 180"/>
          <p:cNvSpPr/>
          <p:nvPr/>
        </p:nvSpPr>
        <p:spPr>
          <a:xfrm>
            <a:off x="7500938" y="5072063"/>
            <a:ext cx="571500" cy="28575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solidFill>
                  <a:schemeClr val="accent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S20</a:t>
            </a:r>
            <a:endParaRPr kumimoji="0" lang="zh-CN" altLang="en-US" sz="1100" b="1" i="0" u="none" strike="noStrike" kern="1200" cap="none" spc="0" normalizeH="0" baseline="0" noProof="0" dirty="0">
              <a:solidFill>
                <a:schemeClr val="accent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2" name="圆角矩形 181"/>
          <p:cNvSpPr/>
          <p:nvPr/>
        </p:nvSpPr>
        <p:spPr>
          <a:xfrm>
            <a:off x="714375" y="5143500"/>
            <a:ext cx="571500" cy="28575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solidFill>
                  <a:schemeClr val="accent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S21</a:t>
            </a:r>
            <a:endParaRPr kumimoji="0" lang="zh-CN" altLang="en-US" sz="1100" b="1" i="0" u="none" strike="noStrike" kern="1200" cap="none" spc="0" normalizeH="0" baseline="0" noProof="0" dirty="0">
              <a:solidFill>
                <a:schemeClr val="accent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3" name="圆角矩形 182"/>
          <p:cNvSpPr/>
          <p:nvPr/>
        </p:nvSpPr>
        <p:spPr>
          <a:xfrm>
            <a:off x="4143375" y="5572125"/>
            <a:ext cx="571500" cy="28575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solidFill>
                  <a:schemeClr val="accent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S22</a:t>
            </a:r>
            <a:endParaRPr kumimoji="0" lang="zh-CN" altLang="en-US" sz="1100" b="1" i="0" u="none" strike="noStrike" kern="1200" cap="none" spc="0" normalizeH="0" baseline="0" noProof="0" dirty="0">
              <a:solidFill>
                <a:schemeClr val="accent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4" name="圆角矩形 183"/>
          <p:cNvSpPr/>
          <p:nvPr/>
        </p:nvSpPr>
        <p:spPr>
          <a:xfrm>
            <a:off x="3857620" y="5143512"/>
            <a:ext cx="500066" cy="214314"/>
          </a:xfrm>
          <a:prstGeom prst="roundRect">
            <a:avLst>
              <a:gd name="adj" fmla="val 41441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S0</a:t>
            </a:r>
            <a:endParaRPr kumimoji="0" lang="zh-CN" altLang="en-US" sz="1100" b="1" i="0" u="none" strike="noStrike" kern="1200" cap="none" spc="0" normalizeH="0" baseline="0" noProof="0" dirty="0"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85" name="表格 184"/>
          <p:cNvGraphicFramePr>
            <a:graphicFrameLocks noGrp="1"/>
          </p:cNvGraphicFramePr>
          <p:nvPr/>
        </p:nvGraphicFramePr>
        <p:xfrm>
          <a:off x="2714625" y="714375"/>
          <a:ext cx="5715041" cy="1714512"/>
        </p:xfrm>
        <a:graphic>
          <a:graphicData uri="http://schemas.openxmlformats.org/drawingml/2006/table">
            <a:tbl>
              <a:tblPr/>
              <a:tblGrid>
                <a:gridCol w="737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39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1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22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2"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输入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输出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元件代号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功能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输入继电器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元件代号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功能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输出继电器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SB1</a:t>
                      </a:r>
                      <a:endParaRPr lang="zh-CN" sz="105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启动按钮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X0</a:t>
                      </a:r>
                      <a:endParaRPr lang="zh-CN" sz="105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KM1</a:t>
                      </a:r>
                      <a:endParaRPr lang="zh-CN" sz="1050" kern="100" dirty="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正转接触器（右行）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Y1</a:t>
                      </a:r>
                      <a:endParaRPr lang="zh-CN" sz="105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SQ1</a:t>
                      </a:r>
                      <a:endParaRPr lang="zh-CN" sz="105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原位限位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X1</a:t>
                      </a:r>
                      <a:endParaRPr lang="zh-CN" sz="105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KM2</a:t>
                      </a:r>
                      <a:endParaRPr lang="zh-CN" sz="105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反转接触器（左行）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Y2</a:t>
                      </a:r>
                      <a:endParaRPr lang="zh-CN" sz="105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SQ2</a:t>
                      </a:r>
                      <a:endParaRPr lang="zh-CN" sz="105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右行限位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X2</a:t>
                      </a:r>
                      <a:endParaRPr lang="zh-CN" sz="105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HL1</a:t>
                      </a:r>
                      <a:endParaRPr lang="zh-CN" sz="105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右行指示灯（</a:t>
                      </a:r>
                      <a:r>
                        <a:rPr lang="zh-CN" altLang="en-US" sz="105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绿</a:t>
                      </a:r>
                      <a:r>
                        <a:rPr lang="zh-CN" sz="105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Y11</a:t>
                      </a:r>
                      <a:endParaRPr lang="zh-CN" sz="105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SQ3</a:t>
                      </a:r>
                      <a:endParaRPr lang="zh-CN" sz="105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左行限位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X3</a:t>
                      </a:r>
                      <a:endParaRPr lang="zh-CN" sz="105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HL2</a:t>
                      </a:r>
                      <a:endParaRPr lang="zh-CN" sz="105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左行指示灯（</a:t>
                      </a:r>
                      <a:r>
                        <a:rPr lang="zh-CN" altLang="en-US" sz="105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红</a:t>
                      </a:r>
                      <a:r>
                        <a:rPr lang="zh-CN" sz="105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Y12</a:t>
                      </a:r>
                      <a:endParaRPr lang="zh-CN" sz="1050" kern="100" dirty="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" name="Group 86"/>
          <p:cNvGrpSpPr>
            <a:grpSpLocks noChangeAspect="1"/>
          </p:cNvGrpSpPr>
          <p:nvPr/>
        </p:nvGrpSpPr>
        <p:grpSpPr>
          <a:xfrm>
            <a:off x="3797300" y="3344863"/>
            <a:ext cx="1560513" cy="923925"/>
            <a:chOff x="2376" y="1975"/>
            <a:chExt cx="983" cy="582"/>
          </a:xfrm>
        </p:grpSpPr>
        <p:sp>
          <p:nvSpPr>
            <p:cNvPr id="16438" name="Freeform 138"/>
            <p:cNvSpPr/>
            <p:nvPr/>
          </p:nvSpPr>
          <p:spPr>
            <a:xfrm>
              <a:off x="3340" y="1975"/>
              <a:ext cx="19" cy="19"/>
            </a:xfrm>
            <a:custGeom>
              <a:avLst/>
              <a:gdLst/>
              <a:ahLst/>
              <a:cxnLst>
                <a:cxn ang="0">
                  <a:pos x="18" y="5"/>
                </a:cxn>
                <a:cxn ang="0">
                  <a:pos x="16" y="1"/>
                </a:cxn>
                <a:cxn ang="0">
                  <a:pos x="13" y="1"/>
                </a:cxn>
                <a:cxn ang="0">
                  <a:pos x="9" y="0"/>
                </a:cxn>
                <a:cxn ang="0">
                  <a:pos x="6" y="1"/>
                </a:cxn>
                <a:cxn ang="0">
                  <a:pos x="3" y="3"/>
                </a:cxn>
                <a:cxn ang="0">
                  <a:pos x="1" y="6"/>
                </a:cxn>
                <a:cxn ang="0">
                  <a:pos x="0" y="10"/>
                </a:cxn>
                <a:cxn ang="0">
                  <a:pos x="1" y="14"/>
                </a:cxn>
                <a:cxn ang="0">
                  <a:pos x="3" y="17"/>
                </a:cxn>
                <a:cxn ang="0">
                  <a:pos x="7" y="19"/>
                </a:cxn>
                <a:cxn ang="0">
                  <a:pos x="10" y="19"/>
                </a:cxn>
                <a:cxn ang="0">
                  <a:pos x="14" y="19"/>
                </a:cxn>
                <a:cxn ang="0">
                  <a:pos x="17" y="16"/>
                </a:cxn>
                <a:cxn ang="0">
                  <a:pos x="19" y="12"/>
                </a:cxn>
                <a:cxn ang="0">
                  <a:pos x="19" y="9"/>
                </a:cxn>
                <a:cxn ang="0">
                  <a:pos x="18" y="5"/>
                </a:cxn>
                <a:cxn ang="0">
                  <a:pos x="18" y="5"/>
                </a:cxn>
              </a:cxnLst>
              <a:rect l="0" t="0" r="0" b="0"/>
              <a:pathLst>
                <a:path w="19" h="19">
                  <a:moveTo>
                    <a:pt x="18" y="5"/>
                  </a:moveTo>
                  <a:lnTo>
                    <a:pt x="16" y="1"/>
                  </a:lnTo>
                  <a:lnTo>
                    <a:pt x="13" y="1"/>
                  </a:lnTo>
                  <a:lnTo>
                    <a:pt x="9" y="0"/>
                  </a:lnTo>
                  <a:lnTo>
                    <a:pt x="6" y="1"/>
                  </a:lnTo>
                  <a:lnTo>
                    <a:pt x="3" y="3"/>
                  </a:lnTo>
                  <a:lnTo>
                    <a:pt x="1" y="6"/>
                  </a:lnTo>
                  <a:lnTo>
                    <a:pt x="0" y="10"/>
                  </a:lnTo>
                  <a:lnTo>
                    <a:pt x="1" y="14"/>
                  </a:lnTo>
                  <a:lnTo>
                    <a:pt x="3" y="17"/>
                  </a:lnTo>
                  <a:lnTo>
                    <a:pt x="7" y="19"/>
                  </a:lnTo>
                  <a:lnTo>
                    <a:pt x="10" y="19"/>
                  </a:lnTo>
                  <a:lnTo>
                    <a:pt x="14" y="19"/>
                  </a:lnTo>
                  <a:lnTo>
                    <a:pt x="17" y="16"/>
                  </a:lnTo>
                  <a:lnTo>
                    <a:pt x="19" y="12"/>
                  </a:lnTo>
                  <a:lnTo>
                    <a:pt x="19" y="9"/>
                  </a:lnTo>
                  <a:lnTo>
                    <a:pt x="18" y="5"/>
                  </a:lnTo>
                  <a:close/>
                </a:path>
              </a:pathLst>
            </a:custGeom>
            <a:solidFill>
              <a:srgbClr val="FF690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9" name="Freeform 139"/>
            <p:cNvSpPr/>
            <p:nvPr/>
          </p:nvSpPr>
          <p:spPr>
            <a:xfrm>
              <a:off x="2793" y="2489"/>
              <a:ext cx="63" cy="64"/>
            </a:xfrm>
            <a:custGeom>
              <a:avLst/>
              <a:gdLst/>
              <a:ahLst/>
              <a:cxnLst>
                <a:cxn ang="0">
                  <a:pos x="34" y="63"/>
                </a:cxn>
                <a:cxn ang="0">
                  <a:pos x="40" y="62"/>
                </a:cxn>
                <a:cxn ang="0">
                  <a:pos x="46" y="59"/>
                </a:cxn>
                <a:cxn ang="0">
                  <a:pos x="51" y="55"/>
                </a:cxn>
                <a:cxn ang="0">
                  <a:pos x="55" y="51"/>
                </a:cxn>
                <a:cxn ang="0">
                  <a:pos x="59" y="46"/>
                </a:cxn>
                <a:cxn ang="0">
                  <a:pos x="61" y="40"/>
                </a:cxn>
                <a:cxn ang="0">
                  <a:pos x="63" y="34"/>
                </a:cxn>
                <a:cxn ang="0">
                  <a:pos x="63" y="27"/>
                </a:cxn>
                <a:cxn ang="0">
                  <a:pos x="61" y="22"/>
                </a:cxn>
                <a:cxn ang="0">
                  <a:pos x="59" y="16"/>
                </a:cxn>
                <a:cxn ang="0">
                  <a:pos x="55" y="11"/>
                </a:cxn>
                <a:cxn ang="0">
                  <a:pos x="51" y="7"/>
                </a:cxn>
                <a:cxn ang="0">
                  <a:pos x="46" y="3"/>
                </a:cxn>
                <a:cxn ang="0">
                  <a:pos x="40" y="1"/>
                </a:cxn>
                <a:cxn ang="0">
                  <a:pos x="34" y="0"/>
                </a:cxn>
                <a:cxn ang="0">
                  <a:pos x="28" y="0"/>
                </a:cxn>
                <a:cxn ang="0">
                  <a:pos x="22" y="1"/>
                </a:cxn>
                <a:cxn ang="0">
                  <a:pos x="16" y="3"/>
                </a:cxn>
                <a:cxn ang="0">
                  <a:pos x="12" y="7"/>
                </a:cxn>
                <a:cxn ang="0">
                  <a:pos x="7" y="11"/>
                </a:cxn>
                <a:cxn ang="0">
                  <a:pos x="4" y="16"/>
                </a:cxn>
                <a:cxn ang="0">
                  <a:pos x="1" y="22"/>
                </a:cxn>
                <a:cxn ang="0">
                  <a:pos x="0" y="27"/>
                </a:cxn>
                <a:cxn ang="0">
                  <a:pos x="0" y="34"/>
                </a:cxn>
                <a:cxn ang="0">
                  <a:pos x="1" y="40"/>
                </a:cxn>
                <a:cxn ang="0">
                  <a:pos x="4" y="46"/>
                </a:cxn>
                <a:cxn ang="0">
                  <a:pos x="7" y="51"/>
                </a:cxn>
                <a:cxn ang="0">
                  <a:pos x="12" y="55"/>
                </a:cxn>
                <a:cxn ang="0">
                  <a:pos x="16" y="59"/>
                </a:cxn>
                <a:cxn ang="0">
                  <a:pos x="22" y="62"/>
                </a:cxn>
                <a:cxn ang="0">
                  <a:pos x="28" y="63"/>
                </a:cxn>
                <a:cxn ang="0">
                  <a:pos x="32" y="64"/>
                </a:cxn>
              </a:cxnLst>
              <a:rect l="0" t="0" r="0" b="0"/>
              <a:pathLst>
                <a:path w="63" h="64">
                  <a:moveTo>
                    <a:pt x="32" y="64"/>
                  </a:moveTo>
                  <a:lnTo>
                    <a:pt x="34" y="63"/>
                  </a:lnTo>
                  <a:lnTo>
                    <a:pt x="37" y="63"/>
                  </a:lnTo>
                  <a:lnTo>
                    <a:pt x="40" y="62"/>
                  </a:lnTo>
                  <a:lnTo>
                    <a:pt x="44" y="61"/>
                  </a:lnTo>
                  <a:lnTo>
                    <a:pt x="46" y="59"/>
                  </a:lnTo>
                  <a:lnTo>
                    <a:pt x="49" y="58"/>
                  </a:lnTo>
                  <a:lnTo>
                    <a:pt x="51" y="55"/>
                  </a:lnTo>
                  <a:lnTo>
                    <a:pt x="53" y="54"/>
                  </a:lnTo>
                  <a:lnTo>
                    <a:pt x="55" y="51"/>
                  </a:lnTo>
                  <a:lnTo>
                    <a:pt x="57" y="48"/>
                  </a:lnTo>
                  <a:lnTo>
                    <a:pt x="59" y="46"/>
                  </a:lnTo>
                  <a:lnTo>
                    <a:pt x="60" y="44"/>
                  </a:lnTo>
                  <a:lnTo>
                    <a:pt x="61" y="40"/>
                  </a:lnTo>
                  <a:lnTo>
                    <a:pt x="62" y="38"/>
                  </a:lnTo>
                  <a:lnTo>
                    <a:pt x="63" y="34"/>
                  </a:lnTo>
                  <a:lnTo>
                    <a:pt x="63" y="31"/>
                  </a:lnTo>
                  <a:lnTo>
                    <a:pt x="63" y="27"/>
                  </a:lnTo>
                  <a:lnTo>
                    <a:pt x="62" y="25"/>
                  </a:lnTo>
                  <a:lnTo>
                    <a:pt x="61" y="22"/>
                  </a:lnTo>
                  <a:lnTo>
                    <a:pt x="60" y="19"/>
                  </a:lnTo>
                  <a:lnTo>
                    <a:pt x="59" y="16"/>
                  </a:lnTo>
                  <a:lnTo>
                    <a:pt x="57" y="13"/>
                  </a:lnTo>
                  <a:lnTo>
                    <a:pt x="55" y="11"/>
                  </a:lnTo>
                  <a:lnTo>
                    <a:pt x="53" y="9"/>
                  </a:lnTo>
                  <a:lnTo>
                    <a:pt x="51" y="7"/>
                  </a:lnTo>
                  <a:lnTo>
                    <a:pt x="49" y="5"/>
                  </a:lnTo>
                  <a:lnTo>
                    <a:pt x="46" y="3"/>
                  </a:lnTo>
                  <a:lnTo>
                    <a:pt x="44" y="2"/>
                  </a:lnTo>
                  <a:lnTo>
                    <a:pt x="40" y="1"/>
                  </a:lnTo>
                  <a:lnTo>
                    <a:pt x="37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28" y="0"/>
                  </a:lnTo>
                  <a:lnTo>
                    <a:pt x="25" y="0"/>
                  </a:lnTo>
                  <a:lnTo>
                    <a:pt x="22" y="1"/>
                  </a:lnTo>
                  <a:lnTo>
                    <a:pt x="19" y="2"/>
                  </a:lnTo>
                  <a:lnTo>
                    <a:pt x="16" y="3"/>
                  </a:lnTo>
                  <a:lnTo>
                    <a:pt x="14" y="5"/>
                  </a:lnTo>
                  <a:lnTo>
                    <a:pt x="12" y="7"/>
                  </a:lnTo>
                  <a:lnTo>
                    <a:pt x="9" y="9"/>
                  </a:lnTo>
                  <a:lnTo>
                    <a:pt x="7" y="11"/>
                  </a:lnTo>
                  <a:lnTo>
                    <a:pt x="5" y="13"/>
                  </a:lnTo>
                  <a:lnTo>
                    <a:pt x="4" y="16"/>
                  </a:lnTo>
                  <a:lnTo>
                    <a:pt x="2" y="19"/>
                  </a:lnTo>
                  <a:lnTo>
                    <a:pt x="1" y="22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31"/>
                  </a:lnTo>
                  <a:lnTo>
                    <a:pt x="0" y="34"/>
                  </a:lnTo>
                  <a:lnTo>
                    <a:pt x="0" y="38"/>
                  </a:lnTo>
                  <a:lnTo>
                    <a:pt x="1" y="40"/>
                  </a:lnTo>
                  <a:lnTo>
                    <a:pt x="2" y="44"/>
                  </a:lnTo>
                  <a:lnTo>
                    <a:pt x="4" y="46"/>
                  </a:lnTo>
                  <a:lnTo>
                    <a:pt x="5" y="48"/>
                  </a:lnTo>
                  <a:lnTo>
                    <a:pt x="7" y="51"/>
                  </a:lnTo>
                  <a:lnTo>
                    <a:pt x="9" y="54"/>
                  </a:lnTo>
                  <a:lnTo>
                    <a:pt x="12" y="55"/>
                  </a:lnTo>
                  <a:lnTo>
                    <a:pt x="14" y="58"/>
                  </a:lnTo>
                  <a:lnTo>
                    <a:pt x="16" y="59"/>
                  </a:lnTo>
                  <a:lnTo>
                    <a:pt x="19" y="61"/>
                  </a:lnTo>
                  <a:lnTo>
                    <a:pt x="22" y="62"/>
                  </a:lnTo>
                  <a:lnTo>
                    <a:pt x="25" y="63"/>
                  </a:lnTo>
                  <a:lnTo>
                    <a:pt x="28" y="63"/>
                  </a:lnTo>
                  <a:lnTo>
                    <a:pt x="32" y="64"/>
                  </a:lnTo>
                  <a:close/>
                </a:path>
              </a:pathLst>
            </a:custGeom>
            <a:solidFill>
              <a:srgbClr val="FF404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0" name="Freeform 140"/>
            <p:cNvSpPr/>
            <p:nvPr/>
          </p:nvSpPr>
          <p:spPr>
            <a:xfrm>
              <a:off x="2464" y="2486"/>
              <a:ext cx="63" cy="64"/>
            </a:xfrm>
            <a:custGeom>
              <a:avLst/>
              <a:gdLst/>
              <a:ahLst/>
              <a:cxnLst>
                <a:cxn ang="0">
                  <a:pos x="34" y="63"/>
                </a:cxn>
                <a:cxn ang="0">
                  <a:pos x="41" y="62"/>
                </a:cxn>
                <a:cxn ang="0">
                  <a:pos x="46" y="59"/>
                </a:cxn>
                <a:cxn ang="0">
                  <a:pos x="51" y="55"/>
                </a:cxn>
                <a:cxn ang="0">
                  <a:pos x="55" y="51"/>
                </a:cxn>
                <a:cxn ang="0">
                  <a:pos x="59" y="47"/>
                </a:cxn>
                <a:cxn ang="0">
                  <a:pos x="61" y="41"/>
                </a:cxn>
                <a:cxn ang="0">
                  <a:pos x="63" y="35"/>
                </a:cxn>
                <a:cxn ang="0">
                  <a:pos x="63" y="29"/>
                </a:cxn>
                <a:cxn ang="0">
                  <a:pos x="61" y="22"/>
                </a:cxn>
                <a:cxn ang="0">
                  <a:pos x="59" y="16"/>
                </a:cxn>
                <a:cxn ang="0">
                  <a:pos x="55" y="11"/>
                </a:cxn>
                <a:cxn ang="0">
                  <a:pos x="51" y="8"/>
                </a:cxn>
                <a:cxn ang="0">
                  <a:pos x="46" y="4"/>
                </a:cxn>
                <a:cxn ang="0">
                  <a:pos x="41" y="2"/>
                </a:cxn>
                <a:cxn ang="0">
                  <a:pos x="34" y="0"/>
                </a:cxn>
                <a:cxn ang="0">
                  <a:pos x="28" y="0"/>
                </a:cxn>
                <a:cxn ang="0">
                  <a:pos x="22" y="2"/>
                </a:cxn>
                <a:cxn ang="0">
                  <a:pos x="16" y="4"/>
                </a:cxn>
                <a:cxn ang="0">
                  <a:pos x="11" y="8"/>
                </a:cxn>
                <a:cxn ang="0">
                  <a:pos x="6" y="11"/>
                </a:cxn>
                <a:cxn ang="0">
                  <a:pos x="4" y="16"/>
                </a:cxn>
                <a:cxn ang="0">
                  <a:pos x="1" y="22"/>
                </a:cxn>
                <a:cxn ang="0">
                  <a:pos x="0" y="29"/>
                </a:cxn>
                <a:cxn ang="0">
                  <a:pos x="0" y="35"/>
                </a:cxn>
                <a:cxn ang="0">
                  <a:pos x="1" y="41"/>
                </a:cxn>
                <a:cxn ang="0">
                  <a:pos x="4" y="47"/>
                </a:cxn>
                <a:cxn ang="0">
                  <a:pos x="6" y="51"/>
                </a:cxn>
                <a:cxn ang="0">
                  <a:pos x="11" y="55"/>
                </a:cxn>
                <a:cxn ang="0">
                  <a:pos x="16" y="59"/>
                </a:cxn>
                <a:cxn ang="0">
                  <a:pos x="22" y="62"/>
                </a:cxn>
                <a:cxn ang="0">
                  <a:pos x="28" y="63"/>
                </a:cxn>
                <a:cxn ang="0">
                  <a:pos x="31" y="64"/>
                </a:cxn>
              </a:cxnLst>
              <a:rect l="0" t="0" r="0" b="0"/>
              <a:pathLst>
                <a:path w="63" h="64">
                  <a:moveTo>
                    <a:pt x="31" y="64"/>
                  </a:moveTo>
                  <a:lnTo>
                    <a:pt x="34" y="63"/>
                  </a:lnTo>
                  <a:lnTo>
                    <a:pt x="38" y="63"/>
                  </a:lnTo>
                  <a:lnTo>
                    <a:pt x="41" y="62"/>
                  </a:lnTo>
                  <a:lnTo>
                    <a:pt x="44" y="61"/>
                  </a:lnTo>
                  <a:lnTo>
                    <a:pt x="46" y="59"/>
                  </a:lnTo>
                  <a:lnTo>
                    <a:pt x="49" y="58"/>
                  </a:lnTo>
                  <a:lnTo>
                    <a:pt x="51" y="55"/>
                  </a:lnTo>
                  <a:lnTo>
                    <a:pt x="54" y="54"/>
                  </a:lnTo>
                  <a:lnTo>
                    <a:pt x="55" y="51"/>
                  </a:lnTo>
                  <a:lnTo>
                    <a:pt x="57" y="49"/>
                  </a:lnTo>
                  <a:lnTo>
                    <a:pt x="59" y="47"/>
                  </a:lnTo>
                  <a:lnTo>
                    <a:pt x="61" y="44"/>
                  </a:lnTo>
                  <a:lnTo>
                    <a:pt x="61" y="41"/>
                  </a:lnTo>
                  <a:lnTo>
                    <a:pt x="63" y="38"/>
                  </a:lnTo>
                  <a:lnTo>
                    <a:pt x="63" y="35"/>
                  </a:lnTo>
                  <a:lnTo>
                    <a:pt x="63" y="32"/>
                  </a:lnTo>
                  <a:lnTo>
                    <a:pt x="63" y="29"/>
                  </a:lnTo>
                  <a:lnTo>
                    <a:pt x="63" y="26"/>
                  </a:lnTo>
                  <a:lnTo>
                    <a:pt x="61" y="22"/>
                  </a:lnTo>
                  <a:lnTo>
                    <a:pt x="61" y="20"/>
                  </a:lnTo>
                  <a:lnTo>
                    <a:pt x="59" y="16"/>
                  </a:lnTo>
                  <a:lnTo>
                    <a:pt x="57" y="14"/>
                  </a:lnTo>
                  <a:lnTo>
                    <a:pt x="55" y="11"/>
                  </a:lnTo>
                  <a:lnTo>
                    <a:pt x="54" y="10"/>
                  </a:lnTo>
                  <a:lnTo>
                    <a:pt x="51" y="8"/>
                  </a:lnTo>
                  <a:lnTo>
                    <a:pt x="49" y="6"/>
                  </a:lnTo>
                  <a:lnTo>
                    <a:pt x="46" y="4"/>
                  </a:lnTo>
                  <a:lnTo>
                    <a:pt x="44" y="3"/>
                  </a:lnTo>
                  <a:lnTo>
                    <a:pt x="41" y="2"/>
                  </a:lnTo>
                  <a:lnTo>
                    <a:pt x="38" y="1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28" y="0"/>
                  </a:lnTo>
                  <a:lnTo>
                    <a:pt x="25" y="1"/>
                  </a:lnTo>
                  <a:lnTo>
                    <a:pt x="22" y="2"/>
                  </a:lnTo>
                  <a:lnTo>
                    <a:pt x="19" y="3"/>
                  </a:lnTo>
                  <a:lnTo>
                    <a:pt x="16" y="4"/>
                  </a:lnTo>
                  <a:lnTo>
                    <a:pt x="13" y="6"/>
                  </a:lnTo>
                  <a:lnTo>
                    <a:pt x="11" y="8"/>
                  </a:lnTo>
                  <a:lnTo>
                    <a:pt x="8" y="10"/>
                  </a:lnTo>
                  <a:lnTo>
                    <a:pt x="6" y="11"/>
                  </a:lnTo>
                  <a:lnTo>
                    <a:pt x="5" y="14"/>
                  </a:lnTo>
                  <a:lnTo>
                    <a:pt x="4" y="16"/>
                  </a:lnTo>
                  <a:lnTo>
                    <a:pt x="2" y="20"/>
                  </a:lnTo>
                  <a:lnTo>
                    <a:pt x="1" y="22"/>
                  </a:lnTo>
                  <a:lnTo>
                    <a:pt x="1" y="26"/>
                  </a:lnTo>
                  <a:lnTo>
                    <a:pt x="0" y="29"/>
                  </a:lnTo>
                  <a:lnTo>
                    <a:pt x="0" y="32"/>
                  </a:lnTo>
                  <a:lnTo>
                    <a:pt x="0" y="35"/>
                  </a:lnTo>
                  <a:lnTo>
                    <a:pt x="1" y="38"/>
                  </a:lnTo>
                  <a:lnTo>
                    <a:pt x="1" y="41"/>
                  </a:lnTo>
                  <a:lnTo>
                    <a:pt x="2" y="44"/>
                  </a:lnTo>
                  <a:lnTo>
                    <a:pt x="4" y="47"/>
                  </a:lnTo>
                  <a:lnTo>
                    <a:pt x="5" y="49"/>
                  </a:lnTo>
                  <a:lnTo>
                    <a:pt x="6" y="51"/>
                  </a:lnTo>
                  <a:lnTo>
                    <a:pt x="8" y="54"/>
                  </a:lnTo>
                  <a:lnTo>
                    <a:pt x="11" y="55"/>
                  </a:lnTo>
                  <a:lnTo>
                    <a:pt x="13" y="58"/>
                  </a:lnTo>
                  <a:lnTo>
                    <a:pt x="16" y="59"/>
                  </a:lnTo>
                  <a:lnTo>
                    <a:pt x="19" y="61"/>
                  </a:lnTo>
                  <a:lnTo>
                    <a:pt x="22" y="62"/>
                  </a:lnTo>
                  <a:lnTo>
                    <a:pt x="25" y="63"/>
                  </a:lnTo>
                  <a:lnTo>
                    <a:pt x="28" y="63"/>
                  </a:lnTo>
                  <a:lnTo>
                    <a:pt x="31" y="64"/>
                  </a:lnTo>
                  <a:close/>
                </a:path>
              </a:pathLst>
            </a:custGeom>
            <a:solidFill>
              <a:srgbClr val="FF404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1" name="Freeform 142"/>
            <p:cNvSpPr/>
            <p:nvPr/>
          </p:nvSpPr>
          <p:spPr>
            <a:xfrm>
              <a:off x="2461" y="2070"/>
              <a:ext cx="689" cy="304"/>
            </a:xfrm>
            <a:custGeom>
              <a:avLst/>
              <a:gdLst/>
              <a:ahLst/>
              <a:cxnLst>
                <a:cxn ang="0">
                  <a:pos x="593" y="1"/>
                </a:cxn>
                <a:cxn ang="0">
                  <a:pos x="465" y="0"/>
                </a:cxn>
                <a:cxn ang="0">
                  <a:pos x="301" y="35"/>
                </a:cxn>
                <a:cxn ang="0">
                  <a:pos x="16" y="35"/>
                </a:cxn>
                <a:cxn ang="0">
                  <a:pos x="0" y="37"/>
                </a:cxn>
                <a:cxn ang="0">
                  <a:pos x="302" y="37"/>
                </a:cxn>
                <a:cxn ang="0">
                  <a:pos x="320" y="35"/>
                </a:cxn>
                <a:cxn ang="0">
                  <a:pos x="477" y="2"/>
                </a:cxn>
                <a:cxn ang="0">
                  <a:pos x="588" y="2"/>
                </a:cxn>
                <a:cxn ang="0">
                  <a:pos x="593" y="1"/>
                </a:cxn>
                <a:cxn ang="0">
                  <a:pos x="593" y="1"/>
                </a:cxn>
              </a:cxnLst>
              <a:rect l="0" t="0" r="0" b="0"/>
              <a:pathLst>
                <a:path w="710" h="465">
                  <a:moveTo>
                    <a:pt x="710" y="2"/>
                  </a:moveTo>
                  <a:lnTo>
                    <a:pt x="558" y="0"/>
                  </a:lnTo>
                  <a:lnTo>
                    <a:pt x="360" y="446"/>
                  </a:lnTo>
                  <a:lnTo>
                    <a:pt x="18" y="445"/>
                  </a:lnTo>
                  <a:lnTo>
                    <a:pt x="0" y="465"/>
                  </a:lnTo>
                  <a:lnTo>
                    <a:pt x="361" y="465"/>
                  </a:lnTo>
                  <a:lnTo>
                    <a:pt x="383" y="456"/>
                  </a:lnTo>
                  <a:lnTo>
                    <a:pt x="571" y="24"/>
                  </a:lnTo>
                  <a:lnTo>
                    <a:pt x="704" y="27"/>
                  </a:lnTo>
                  <a:lnTo>
                    <a:pt x="71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2" name="Freeform 143"/>
            <p:cNvSpPr/>
            <p:nvPr/>
          </p:nvSpPr>
          <p:spPr>
            <a:xfrm>
              <a:off x="2376" y="2075"/>
              <a:ext cx="571" cy="299"/>
            </a:xfrm>
            <a:custGeom>
              <a:avLst/>
              <a:gdLst/>
              <a:ahLst/>
              <a:cxnLst>
                <a:cxn ang="0">
                  <a:pos x="571" y="1"/>
                </a:cxn>
                <a:cxn ang="0">
                  <a:pos x="0" y="0"/>
                </a:cxn>
                <a:cxn ang="0">
                  <a:pos x="85" y="299"/>
                </a:cxn>
                <a:cxn ang="0">
                  <a:pos x="102" y="296"/>
                </a:cxn>
                <a:cxn ang="0">
                  <a:pos x="103" y="279"/>
                </a:cxn>
                <a:cxn ang="0">
                  <a:pos x="31" y="22"/>
                </a:cxn>
                <a:cxn ang="0">
                  <a:pos x="561" y="23"/>
                </a:cxn>
                <a:cxn ang="0">
                  <a:pos x="571" y="1"/>
                </a:cxn>
                <a:cxn ang="0">
                  <a:pos x="571" y="1"/>
                </a:cxn>
              </a:cxnLst>
              <a:rect l="0" t="0" r="0" b="0"/>
              <a:pathLst>
                <a:path w="571" h="299">
                  <a:moveTo>
                    <a:pt x="571" y="1"/>
                  </a:moveTo>
                  <a:lnTo>
                    <a:pt x="0" y="0"/>
                  </a:lnTo>
                  <a:lnTo>
                    <a:pt x="85" y="299"/>
                  </a:lnTo>
                  <a:lnTo>
                    <a:pt x="102" y="296"/>
                  </a:lnTo>
                  <a:lnTo>
                    <a:pt x="103" y="279"/>
                  </a:lnTo>
                  <a:lnTo>
                    <a:pt x="31" y="22"/>
                  </a:lnTo>
                  <a:lnTo>
                    <a:pt x="561" y="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3" name="Freeform 144"/>
            <p:cNvSpPr/>
            <p:nvPr/>
          </p:nvSpPr>
          <p:spPr>
            <a:xfrm>
              <a:off x="2470" y="2354"/>
              <a:ext cx="374" cy="133"/>
            </a:xfrm>
            <a:custGeom>
              <a:avLst/>
              <a:gdLst/>
              <a:ahLst/>
              <a:cxnLst>
                <a:cxn ang="0">
                  <a:pos x="352" y="20"/>
                </a:cxn>
                <a:cxn ang="0">
                  <a:pos x="347" y="112"/>
                </a:cxn>
                <a:cxn ang="0">
                  <a:pos x="1" y="109"/>
                </a:cxn>
                <a:cxn ang="0">
                  <a:pos x="0" y="131"/>
                </a:cxn>
                <a:cxn ang="0">
                  <a:pos x="368" y="133"/>
                </a:cxn>
                <a:cxn ang="0">
                  <a:pos x="374" y="0"/>
                </a:cxn>
                <a:cxn ang="0">
                  <a:pos x="352" y="20"/>
                </a:cxn>
                <a:cxn ang="0">
                  <a:pos x="352" y="20"/>
                </a:cxn>
              </a:cxnLst>
              <a:rect l="0" t="0" r="0" b="0"/>
              <a:pathLst>
                <a:path w="374" h="133">
                  <a:moveTo>
                    <a:pt x="352" y="20"/>
                  </a:moveTo>
                  <a:lnTo>
                    <a:pt x="347" y="112"/>
                  </a:lnTo>
                  <a:lnTo>
                    <a:pt x="1" y="109"/>
                  </a:lnTo>
                  <a:lnTo>
                    <a:pt x="0" y="131"/>
                  </a:lnTo>
                  <a:lnTo>
                    <a:pt x="368" y="133"/>
                  </a:lnTo>
                  <a:lnTo>
                    <a:pt x="374" y="0"/>
                  </a:lnTo>
                  <a:lnTo>
                    <a:pt x="352" y="2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4" name="Freeform 145"/>
            <p:cNvSpPr/>
            <p:nvPr/>
          </p:nvSpPr>
          <p:spPr>
            <a:xfrm>
              <a:off x="2468" y="2472"/>
              <a:ext cx="85" cy="85"/>
            </a:xfrm>
            <a:custGeom>
              <a:avLst/>
              <a:gdLst/>
              <a:ahLst/>
              <a:cxnLst>
                <a:cxn ang="0">
                  <a:pos x="46" y="61"/>
                </a:cxn>
                <a:cxn ang="0">
                  <a:pos x="53" y="58"/>
                </a:cxn>
                <a:cxn ang="0">
                  <a:pos x="59" y="53"/>
                </a:cxn>
                <a:cxn ang="0">
                  <a:pos x="61" y="46"/>
                </a:cxn>
                <a:cxn ang="0">
                  <a:pos x="61" y="38"/>
                </a:cxn>
                <a:cxn ang="0">
                  <a:pos x="59" y="31"/>
                </a:cxn>
                <a:cxn ang="0">
                  <a:pos x="53" y="26"/>
                </a:cxn>
                <a:cxn ang="0">
                  <a:pos x="46" y="24"/>
                </a:cxn>
                <a:cxn ang="0">
                  <a:pos x="39" y="24"/>
                </a:cxn>
                <a:cxn ang="0">
                  <a:pos x="31" y="26"/>
                </a:cxn>
                <a:cxn ang="0">
                  <a:pos x="26" y="31"/>
                </a:cxn>
                <a:cxn ang="0">
                  <a:pos x="23" y="38"/>
                </a:cxn>
                <a:cxn ang="0">
                  <a:pos x="23" y="45"/>
                </a:cxn>
                <a:cxn ang="0">
                  <a:pos x="25" y="52"/>
                </a:cxn>
                <a:cxn ang="0">
                  <a:pos x="30" y="57"/>
                </a:cxn>
                <a:cxn ang="0">
                  <a:pos x="36" y="60"/>
                </a:cxn>
                <a:cxn ang="0">
                  <a:pos x="39" y="64"/>
                </a:cxn>
                <a:cxn ang="0">
                  <a:pos x="38" y="69"/>
                </a:cxn>
                <a:cxn ang="0">
                  <a:pos x="38" y="76"/>
                </a:cxn>
                <a:cxn ang="0">
                  <a:pos x="37" y="81"/>
                </a:cxn>
                <a:cxn ang="0">
                  <a:pos x="33" y="83"/>
                </a:cxn>
                <a:cxn ang="0">
                  <a:pos x="25" y="81"/>
                </a:cxn>
                <a:cxn ang="0">
                  <a:pos x="19" y="78"/>
                </a:cxn>
                <a:cxn ang="0">
                  <a:pos x="13" y="73"/>
                </a:cxn>
                <a:cxn ang="0">
                  <a:pos x="8" y="67"/>
                </a:cxn>
                <a:cxn ang="0">
                  <a:pos x="4" y="61"/>
                </a:cxn>
                <a:cxn ang="0">
                  <a:pos x="2" y="54"/>
                </a:cxn>
                <a:cxn ang="0">
                  <a:pos x="0" y="46"/>
                </a:cxn>
                <a:cxn ang="0">
                  <a:pos x="0" y="40"/>
                </a:cxn>
                <a:cxn ang="0">
                  <a:pos x="0" y="36"/>
                </a:cxn>
                <a:cxn ang="0">
                  <a:pos x="2" y="29"/>
                </a:cxn>
                <a:cxn ang="0">
                  <a:pos x="4" y="22"/>
                </a:cxn>
                <a:cxn ang="0">
                  <a:pos x="9" y="15"/>
                </a:cxn>
                <a:cxn ang="0">
                  <a:pos x="15" y="9"/>
                </a:cxn>
                <a:cxn ang="0">
                  <a:pos x="22" y="4"/>
                </a:cxn>
                <a:cxn ang="0">
                  <a:pos x="30" y="2"/>
                </a:cxn>
                <a:cxn ang="0">
                  <a:pos x="36" y="0"/>
                </a:cxn>
                <a:cxn ang="0">
                  <a:pos x="40" y="0"/>
                </a:cxn>
                <a:cxn ang="0">
                  <a:pos x="47" y="0"/>
                </a:cxn>
                <a:cxn ang="0">
                  <a:pos x="55" y="2"/>
                </a:cxn>
                <a:cxn ang="0">
                  <a:pos x="62" y="4"/>
                </a:cxn>
                <a:cxn ang="0">
                  <a:pos x="69" y="9"/>
                </a:cxn>
                <a:cxn ang="0">
                  <a:pos x="75" y="15"/>
                </a:cxn>
                <a:cxn ang="0">
                  <a:pos x="79" y="22"/>
                </a:cxn>
                <a:cxn ang="0">
                  <a:pos x="83" y="29"/>
                </a:cxn>
                <a:cxn ang="0">
                  <a:pos x="84" y="36"/>
                </a:cxn>
                <a:cxn ang="0">
                  <a:pos x="85" y="40"/>
                </a:cxn>
                <a:cxn ang="0">
                  <a:pos x="85" y="46"/>
                </a:cxn>
                <a:cxn ang="0">
                  <a:pos x="83" y="55"/>
                </a:cxn>
                <a:cxn ang="0">
                  <a:pos x="79" y="63"/>
                </a:cxn>
                <a:cxn ang="0">
                  <a:pos x="75" y="69"/>
                </a:cxn>
                <a:cxn ang="0">
                  <a:pos x="69" y="75"/>
                </a:cxn>
                <a:cxn ang="0">
                  <a:pos x="62" y="80"/>
                </a:cxn>
                <a:cxn ang="0">
                  <a:pos x="55" y="82"/>
                </a:cxn>
                <a:cxn ang="0">
                  <a:pos x="47" y="84"/>
                </a:cxn>
                <a:cxn ang="0">
                  <a:pos x="41" y="85"/>
                </a:cxn>
                <a:cxn ang="0">
                  <a:pos x="40" y="82"/>
                </a:cxn>
                <a:cxn ang="0">
                  <a:pos x="40" y="76"/>
                </a:cxn>
                <a:cxn ang="0">
                  <a:pos x="41" y="69"/>
                </a:cxn>
                <a:cxn ang="0">
                  <a:pos x="41" y="64"/>
                </a:cxn>
                <a:cxn ang="0">
                  <a:pos x="42" y="62"/>
                </a:cxn>
                <a:cxn ang="0">
                  <a:pos x="42" y="62"/>
                </a:cxn>
              </a:cxnLst>
              <a:rect l="0" t="0" r="0" b="0"/>
              <a:pathLst>
                <a:path w="85" h="85">
                  <a:moveTo>
                    <a:pt x="42" y="62"/>
                  </a:moveTo>
                  <a:lnTo>
                    <a:pt x="46" y="61"/>
                  </a:lnTo>
                  <a:lnTo>
                    <a:pt x="50" y="60"/>
                  </a:lnTo>
                  <a:lnTo>
                    <a:pt x="53" y="58"/>
                  </a:lnTo>
                  <a:lnTo>
                    <a:pt x="57" y="56"/>
                  </a:lnTo>
                  <a:lnTo>
                    <a:pt x="59" y="53"/>
                  </a:lnTo>
                  <a:lnTo>
                    <a:pt x="60" y="50"/>
                  </a:lnTo>
                  <a:lnTo>
                    <a:pt x="61" y="46"/>
                  </a:lnTo>
                  <a:lnTo>
                    <a:pt x="62" y="43"/>
                  </a:lnTo>
                  <a:lnTo>
                    <a:pt x="61" y="38"/>
                  </a:lnTo>
                  <a:lnTo>
                    <a:pt x="60" y="34"/>
                  </a:lnTo>
                  <a:lnTo>
                    <a:pt x="59" y="31"/>
                  </a:lnTo>
                  <a:lnTo>
                    <a:pt x="57" y="28"/>
                  </a:lnTo>
                  <a:lnTo>
                    <a:pt x="53" y="26"/>
                  </a:lnTo>
                  <a:lnTo>
                    <a:pt x="50" y="25"/>
                  </a:lnTo>
                  <a:lnTo>
                    <a:pt x="46" y="24"/>
                  </a:lnTo>
                  <a:lnTo>
                    <a:pt x="42" y="24"/>
                  </a:lnTo>
                  <a:lnTo>
                    <a:pt x="39" y="24"/>
                  </a:lnTo>
                  <a:lnTo>
                    <a:pt x="35" y="25"/>
                  </a:lnTo>
                  <a:lnTo>
                    <a:pt x="31" y="26"/>
                  </a:lnTo>
                  <a:lnTo>
                    <a:pt x="29" y="28"/>
                  </a:lnTo>
                  <a:lnTo>
                    <a:pt x="26" y="31"/>
                  </a:lnTo>
                  <a:lnTo>
                    <a:pt x="25" y="34"/>
                  </a:lnTo>
                  <a:lnTo>
                    <a:pt x="23" y="38"/>
                  </a:lnTo>
                  <a:lnTo>
                    <a:pt x="23" y="43"/>
                  </a:lnTo>
                  <a:lnTo>
                    <a:pt x="23" y="45"/>
                  </a:lnTo>
                  <a:lnTo>
                    <a:pt x="24" y="49"/>
                  </a:lnTo>
                  <a:lnTo>
                    <a:pt x="25" y="52"/>
                  </a:lnTo>
                  <a:lnTo>
                    <a:pt x="28" y="55"/>
                  </a:lnTo>
                  <a:lnTo>
                    <a:pt x="30" y="57"/>
                  </a:lnTo>
                  <a:lnTo>
                    <a:pt x="33" y="59"/>
                  </a:lnTo>
                  <a:lnTo>
                    <a:pt x="36" y="60"/>
                  </a:lnTo>
                  <a:lnTo>
                    <a:pt x="40" y="62"/>
                  </a:lnTo>
                  <a:lnTo>
                    <a:pt x="39" y="64"/>
                  </a:lnTo>
                  <a:lnTo>
                    <a:pt x="39" y="67"/>
                  </a:lnTo>
                  <a:lnTo>
                    <a:pt x="38" y="69"/>
                  </a:lnTo>
                  <a:lnTo>
                    <a:pt x="38" y="73"/>
                  </a:lnTo>
                  <a:lnTo>
                    <a:pt x="38" y="76"/>
                  </a:lnTo>
                  <a:lnTo>
                    <a:pt x="38" y="79"/>
                  </a:lnTo>
                  <a:lnTo>
                    <a:pt x="37" y="81"/>
                  </a:lnTo>
                  <a:lnTo>
                    <a:pt x="37" y="84"/>
                  </a:lnTo>
                  <a:lnTo>
                    <a:pt x="33" y="83"/>
                  </a:lnTo>
                  <a:lnTo>
                    <a:pt x="29" y="82"/>
                  </a:lnTo>
                  <a:lnTo>
                    <a:pt x="25" y="81"/>
                  </a:lnTo>
                  <a:lnTo>
                    <a:pt x="22" y="80"/>
                  </a:lnTo>
                  <a:lnTo>
                    <a:pt x="19" y="78"/>
                  </a:lnTo>
                  <a:lnTo>
                    <a:pt x="16" y="76"/>
                  </a:lnTo>
                  <a:lnTo>
                    <a:pt x="13" y="73"/>
                  </a:lnTo>
                  <a:lnTo>
                    <a:pt x="11" y="71"/>
                  </a:lnTo>
                  <a:lnTo>
                    <a:pt x="8" y="67"/>
                  </a:lnTo>
                  <a:lnTo>
                    <a:pt x="6" y="64"/>
                  </a:lnTo>
                  <a:lnTo>
                    <a:pt x="4" y="61"/>
                  </a:lnTo>
                  <a:lnTo>
                    <a:pt x="2" y="58"/>
                  </a:lnTo>
                  <a:lnTo>
                    <a:pt x="2" y="54"/>
                  </a:lnTo>
                  <a:lnTo>
                    <a:pt x="1" y="50"/>
                  </a:lnTo>
                  <a:lnTo>
                    <a:pt x="0" y="46"/>
                  </a:lnTo>
                  <a:lnTo>
                    <a:pt x="0" y="43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1" y="34"/>
                  </a:lnTo>
                  <a:lnTo>
                    <a:pt x="2" y="29"/>
                  </a:lnTo>
                  <a:lnTo>
                    <a:pt x="3" y="25"/>
                  </a:lnTo>
                  <a:lnTo>
                    <a:pt x="4" y="22"/>
                  </a:lnTo>
                  <a:lnTo>
                    <a:pt x="7" y="18"/>
                  </a:lnTo>
                  <a:lnTo>
                    <a:pt x="9" y="15"/>
                  </a:lnTo>
                  <a:lnTo>
                    <a:pt x="12" y="12"/>
                  </a:lnTo>
                  <a:lnTo>
                    <a:pt x="15" y="9"/>
                  </a:lnTo>
                  <a:lnTo>
                    <a:pt x="19" y="7"/>
                  </a:lnTo>
                  <a:lnTo>
                    <a:pt x="22" y="4"/>
                  </a:lnTo>
                  <a:lnTo>
                    <a:pt x="26" y="3"/>
                  </a:lnTo>
                  <a:lnTo>
                    <a:pt x="30" y="2"/>
                  </a:lnTo>
                  <a:lnTo>
                    <a:pt x="34" y="1"/>
                  </a:lnTo>
                  <a:lnTo>
                    <a:pt x="36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7" y="0"/>
                  </a:lnTo>
                  <a:lnTo>
                    <a:pt x="51" y="1"/>
                  </a:lnTo>
                  <a:lnTo>
                    <a:pt x="55" y="2"/>
                  </a:lnTo>
                  <a:lnTo>
                    <a:pt x="59" y="3"/>
                  </a:lnTo>
                  <a:lnTo>
                    <a:pt x="62" y="4"/>
                  </a:lnTo>
                  <a:lnTo>
                    <a:pt x="66" y="7"/>
                  </a:lnTo>
                  <a:lnTo>
                    <a:pt x="69" y="9"/>
                  </a:lnTo>
                  <a:lnTo>
                    <a:pt x="73" y="12"/>
                  </a:lnTo>
                  <a:lnTo>
                    <a:pt x="75" y="15"/>
                  </a:lnTo>
                  <a:lnTo>
                    <a:pt x="77" y="18"/>
                  </a:lnTo>
                  <a:lnTo>
                    <a:pt x="79" y="22"/>
                  </a:lnTo>
                  <a:lnTo>
                    <a:pt x="82" y="25"/>
                  </a:lnTo>
                  <a:lnTo>
                    <a:pt x="83" y="29"/>
                  </a:lnTo>
                  <a:lnTo>
                    <a:pt x="84" y="34"/>
                  </a:lnTo>
                  <a:lnTo>
                    <a:pt x="84" y="36"/>
                  </a:lnTo>
                  <a:lnTo>
                    <a:pt x="85" y="38"/>
                  </a:lnTo>
                  <a:lnTo>
                    <a:pt x="85" y="40"/>
                  </a:lnTo>
                  <a:lnTo>
                    <a:pt x="85" y="43"/>
                  </a:lnTo>
                  <a:lnTo>
                    <a:pt x="85" y="46"/>
                  </a:lnTo>
                  <a:lnTo>
                    <a:pt x="84" y="50"/>
                  </a:lnTo>
                  <a:lnTo>
                    <a:pt x="83" y="55"/>
                  </a:lnTo>
                  <a:lnTo>
                    <a:pt x="82" y="59"/>
                  </a:lnTo>
                  <a:lnTo>
                    <a:pt x="79" y="63"/>
                  </a:lnTo>
                  <a:lnTo>
                    <a:pt x="77" y="65"/>
                  </a:lnTo>
                  <a:lnTo>
                    <a:pt x="75" y="69"/>
                  </a:lnTo>
                  <a:lnTo>
                    <a:pt x="73" y="72"/>
                  </a:lnTo>
                  <a:lnTo>
                    <a:pt x="69" y="75"/>
                  </a:lnTo>
                  <a:lnTo>
                    <a:pt x="66" y="77"/>
                  </a:lnTo>
                  <a:lnTo>
                    <a:pt x="62" y="80"/>
                  </a:lnTo>
                  <a:lnTo>
                    <a:pt x="59" y="81"/>
                  </a:lnTo>
                  <a:lnTo>
                    <a:pt x="55" y="82"/>
                  </a:lnTo>
                  <a:lnTo>
                    <a:pt x="51" y="84"/>
                  </a:lnTo>
                  <a:lnTo>
                    <a:pt x="47" y="84"/>
                  </a:lnTo>
                  <a:lnTo>
                    <a:pt x="42" y="85"/>
                  </a:lnTo>
                  <a:lnTo>
                    <a:pt x="41" y="85"/>
                  </a:lnTo>
                  <a:lnTo>
                    <a:pt x="40" y="85"/>
                  </a:lnTo>
                  <a:lnTo>
                    <a:pt x="40" y="82"/>
                  </a:lnTo>
                  <a:lnTo>
                    <a:pt x="40" y="79"/>
                  </a:lnTo>
                  <a:lnTo>
                    <a:pt x="40" y="76"/>
                  </a:lnTo>
                  <a:lnTo>
                    <a:pt x="41" y="73"/>
                  </a:lnTo>
                  <a:lnTo>
                    <a:pt x="41" y="69"/>
                  </a:lnTo>
                  <a:lnTo>
                    <a:pt x="41" y="67"/>
                  </a:lnTo>
                  <a:lnTo>
                    <a:pt x="41" y="64"/>
                  </a:lnTo>
                  <a:lnTo>
                    <a:pt x="42" y="6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5" name="Freeform 146"/>
            <p:cNvSpPr/>
            <p:nvPr/>
          </p:nvSpPr>
          <p:spPr>
            <a:xfrm>
              <a:off x="2504" y="2534"/>
              <a:ext cx="9" cy="23"/>
            </a:xfrm>
            <a:custGeom>
              <a:avLst/>
              <a:gdLst/>
              <a:ahLst/>
              <a:cxnLst>
                <a:cxn ang="0">
                  <a:pos x="0" y="21"/>
                </a:cxn>
                <a:cxn ang="0">
                  <a:pos x="1" y="22"/>
                </a:cxn>
                <a:cxn ang="0">
                  <a:pos x="4" y="23"/>
                </a:cxn>
                <a:cxn ang="0">
                  <a:pos x="9" y="19"/>
                </a:cxn>
                <a:cxn ang="0">
                  <a:pos x="6" y="0"/>
                </a:cxn>
                <a:cxn ang="0">
                  <a:pos x="3" y="0"/>
                </a:cxn>
                <a:cxn ang="0">
                  <a:pos x="0" y="21"/>
                </a:cxn>
                <a:cxn ang="0">
                  <a:pos x="0" y="21"/>
                </a:cxn>
              </a:cxnLst>
              <a:rect l="0" t="0" r="0" b="0"/>
              <a:pathLst>
                <a:path w="9" h="23">
                  <a:moveTo>
                    <a:pt x="0" y="21"/>
                  </a:moveTo>
                  <a:lnTo>
                    <a:pt x="1" y="22"/>
                  </a:lnTo>
                  <a:lnTo>
                    <a:pt x="4" y="23"/>
                  </a:lnTo>
                  <a:lnTo>
                    <a:pt x="9" y="19"/>
                  </a:lnTo>
                  <a:lnTo>
                    <a:pt x="6" y="0"/>
                  </a:lnTo>
                  <a:lnTo>
                    <a:pt x="3" y="0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6" name="Freeform 147"/>
            <p:cNvSpPr/>
            <p:nvPr/>
          </p:nvSpPr>
          <p:spPr>
            <a:xfrm>
              <a:off x="2764" y="2472"/>
              <a:ext cx="84" cy="85"/>
            </a:xfrm>
            <a:custGeom>
              <a:avLst/>
              <a:gdLst/>
              <a:ahLst/>
              <a:cxnLst>
                <a:cxn ang="0">
                  <a:pos x="45" y="62"/>
                </a:cxn>
                <a:cxn ang="0">
                  <a:pos x="53" y="59"/>
                </a:cxn>
                <a:cxn ang="0">
                  <a:pos x="58" y="53"/>
                </a:cxn>
                <a:cxn ang="0">
                  <a:pos x="62" y="46"/>
                </a:cxn>
                <a:cxn ang="0">
                  <a:pos x="62" y="38"/>
                </a:cxn>
                <a:cxn ang="0">
                  <a:pos x="58" y="31"/>
                </a:cxn>
                <a:cxn ang="0">
                  <a:pos x="53" y="26"/>
                </a:cxn>
                <a:cxn ang="0">
                  <a:pos x="45" y="24"/>
                </a:cxn>
                <a:cxn ang="0">
                  <a:pos x="38" y="24"/>
                </a:cxn>
                <a:cxn ang="0">
                  <a:pos x="31" y="26"/>
                </a:cxn>
                <a:cxn ang="0">
                  <a:pos x="25" y="31"/>
                </a:cxn>
                <a:cxn ang="0">
                  <a:pos x="24" y="38"/>
                </a:cxn>
                <a:cxn ang="0">
                  <a:pos x="24" y="45"/>
                </a:cxn>
                <a:cxn ang="0">
                  <a:pos x="25" y="52"/>
                </a:cxn>
                <a:cxn ang="0">
                  <a:pos x="29" y="57"/>
                </a:cxn>
                <a:cxn ang="0">
                  <a:pos x="35" y="61"/>
                </a:cxn>
                <a:cxn ang="0">
                  <a:pos x="38" y="64"/>
                </a:cxn>
                <a:cxn ang="0">
                  <a:pos x="38" y="69"/>
                </a:cxn>
                <a:cxn ang="0">
                  <a:pos x="38" y="76"/>
                </a:cxn>
                <a:cxn ang="0">
                  <a:pos x="38" y="82"/>
                </a:cxn>
                <a:cxn ang="0">
                  <a:pos x="33" y="84"/>
                </a:cxn>
                <a:cxn ang="0">
                  <a:pos x="25" y="81"/>
                </a:cxn>
                <a:cxn ang="0">
                  <a:pos x="19" y="78"/>
                </a:cxn>
                <a:cxn ang="0">
                  <a:pos x="13" y="73"/>
                </a:cxn>
                <a:cxn ang="0">
                  <a:pos x="7" y="67"/>
                </a:cxn>
                <a:cxn ang="0">
                  <a:pos x="4" y="61"/>
                </a:cxn>
                <a:cxn ang="0">
                  <a:pos x="1" y="54"/>
                </a:cxn>
                <a:cxn ang="0">
                  <a:pos x="0" y="46"/>
                </a:cxn>
                <a:cxn ang="0">
                  <a:pos x="0" y="40"/>
                </a:cxn>
                <a:cxn ang="0">
                  <a:pos x="0" y="36"/>
                </a:cxn>
                <a:cxn ang="0">
                  <a:pos x="1" y="29"/>
                </a:cxn>
                <a:cxn ang="0">
                  <a:pos x="4" y="22"/>
                </a:cxn>
                <a:cxn ang="0">
                  <a:pos x="8" y="15"/>
                </a:cxn>
                <a:cxn ang="0">
                  <a:pos x="14" y="9"/>
                </a:cxn>
                <a:cxn ang="0">
                  <a:pos x="22" y="4"/>
                </a:cxn>
                <a:cxn ang="0">
                  <a:pos x="28" y="2"/>
                </a:cxn>
                <a:cxn ang="0">
                  <a:pos x="35" y="0"/>
                </a:cxn>
                <a:cxn ang="0">
                  <a:pos x="40" y="0"/>
                </a:cxn>
                <a:cxn ang="0">
                  <a:pos x="46" y="0"/>
                </a:cxn>
                <a:cxn ang="0">
                  <a:pos x="54" y="2"/>
                </a:cxn>
                <a:cxn ang="0">
                  <a:pos x="62" y="4"/>
                </a:cxn>
                <a:cxn ang="0">
                  <a:pos x="68" y="9"/>
                </a:cxn>
                <a:cxn ang="0">
                  <a:pos x="74" y="15"/>
                </a:cxn>
                <a:cxn ang="0">
                  <a:pos x="79" y="22"/>
                </a:cxn>
                <a:cxn ang="0">
                  <a:pos x="82" y="29"/>
                </a:cxn>
                <a:cxn ang="0">
                  <a:pos x="83" y="36"/>
                </a:cxn>
                <a:cxn ang="0">
                  <a:pos x="84" y="40"/>
                </a:cxn>
                <a:cxn ang="0">
                  <a:pos x="84" y="46"/>
                </a:cxn>
                <a:cxn ang="0">
                  <a:pos x="82" y="55"/>
                </a:cxn>
                <a:cxn ang="0">
                  <a:pos x="79" y="63"/>
                </a:cxn>
                <a:cxn ang="0">
                  <a:pos x="74" y="69"/>
                </a:cxn>
                <a:cxn ang="0">
                  <a:pos x="68" y="75"/>
                </a:cxn>
                <a:cxn ang="0">
                  <a:pos x="62" y="80"/>
                </a:cxn>
                <a:cxn ang="0">
                  <a:pos x="54" y="82"/>
                </a:cxn>
                <a:cxn ang="0">
                  <a:pos x="46" y="84"/>
                </a:cxn>
                <a:cxn ang="0">
                  <a:pos x="41" y="85"/>
                </a:cxn>
                <a:cxn ang="0">
                  <a:pos x="41" y="82"/>
                </a:cxn>
                <a:cxn ang="0">
                  <a:pos x="41" y="76"/>
                </a:cxn>
                <a:cxn ang="0">
                  <a:pos x="41" y="69"/>
                </a:cxn>
                <a:cxn ang="0">
                  <a:pos x="41" y="64"/>
                </a:cxn>
                <a:cxn ang="0">
                  <a:pos x="42" y="63"/>
                </a:cxn>
                <a:cxn ang="0">
                  <a:pos x="43" y="63"/>
                </a:cxn>
              </a:cxnLst>
              <a:rect l="0" t="0" r="0" b="0"/>
              <a:pathLst>
                <a:path w="84" h="85">
                  <a:moveTo>
                    <a:pt x="43" y="63"/>
                  </a:moveTo>
                  <a:lnTo>
                    <a:pt x="45" y="62"/>
                  </a:lnTo>
                  <a:lnTo>
                    <a:pt x="50" y="61"/>
                  </a:lnTo>
                  <a:lnTo>
                    <a:pt x="53" y="59"/>
                  </a:lnTo>
                  <a:lnTo>
                    <a:pt x="56" y="57"/>
                  </a:lnTo>
                  <a:lnTo>
                    <a:pt x="58" y="53"/>
                  </a:lnTo>
                  <a:lnTo>
                    <a:pt x="61" y="50"/>
                  </a:lnTo>
                  <a:lnTo>
                    <a:pt x="62" y="46"/>
                  </a:lnTo>
                  <a:lnTo>
                    <a:pt x="62" y="43"/>
                  </a:lnTo>
                  <a:lnTo>
                    <a:pt x="62" y="38"/>
                  </a:lnTo>
                  <a:lnTo>
                    <a:pt x="61" y="34"/>
                  </a:lnTo>
                  <a:lnTo>
                    <a:pt x="58" y="31"/>
                  </a:lnTo>
                  <a:lnTo>
                    <a:pt x="56" y="28"/>
                  </a:lnTo>
                  <a:lnTo>
                    <a:pt x="53" y="26"/>
                  </a:lnTo>
                  <a:lnTo>
                    <a:pt x="50" y="25"/>
                  </a:lnTo>
                  <a:lnTo>
                    <a:pt x="45" y="24"/>
                  </a:lnTo>
                  <a:lnTo>
                    <a:pt x="43" y="24"/>
                  </a:lnTo>
                  <a:lnTo>
                    <a:pt x="38" y="24"/>
                  </a:lnTo>
                  <a:lnTo>
                    <a:pt x="35" y="25"/>
                  </a:lnTo>
                  <a:lnTo>
                    <a:pt x="31" y="26"/>
                  </a:lnTo>
                  <a:lnTo>
                    <a:pt x="28" y="28"/>
                  </a:lnTo>
                  <a:lnTo>
                    <a:pt x="25" y="31"/>
                  </a:lnTo>
                  <a:lnTo>
                    <a:pt x="24" y="34"/>
                  </a:lnTo>
                  <a:lnTo>
                    <a:pt x="24" y="38"/>
                  </a:lnTo>
                  <a:lnTo>
                    <a:pt x="24" y="43"/>
                  </a:lnTo>
                  <a:lnTo>
                    <a:pt x="24" y="45"/>
                  </a:lnTo>
                  <a:lnTo>
                    <a:pt x="24" y="49"/>
                  </a:lnTo>
                  <a:lnTo>
                    <a:pt x="25" y="52"/>
                  </a:lnTo>
                  <a:lnTo>
                    <a:pt x="27" y="55"/>
                  </a:lnTo>
                  <a:lnTo>
                    <a:pt x="29" y="57"/>
                  </a:lnTo>
                  <a:lnTo>
                    <a:pt x="32" y="60"/>
                  </a:lnTo>
                  <a:lnTo>
                    <a:pt x="35" y="61"/>
                  </a:lnTo>
                  <a:lnTo>
                    <a:pt x="39" y="62"/>
                  </a:lnTo>
                  <a:lnTo>
                    <a:pt x="38" y="64"/>
                  </a:lnTo>
                  <a:lnTo>
                    <a:pt x="38" y="67"/>
                  </a:lnTo>
                  <a:lnTo>
                    <a:pt x="38" y="69"/>
                  </a:lnTo>
                  <a:lnTo>
                    <a:pt x="38" y="73"/>
                  </a:lnTo>
                  <a:lnTo>
                    <a:pt x="38" y="76"/>
                  </a:lnTo>
                  <a:lnTo>
                    <a:pt x="38" y="79"/>
                  </a:lnTo>
                  <a:lnTo>
                    <a:pt x="38" y="82"/>
                  </a:lnTo>
                  <a:lnTo>
                    <a:pt x="38" y="85"/>
                  </a:lnTo>
                  <a:lnTo>
                    <a:pt x="33" y="84"/>
                  </a:lnTo>
                  <a:lnTo>
                    <a:pt x="29" y="83"/>
                  </a:lnTo>
                  <a:lnTo>
                    <a:pt x="25" y="81"/>
                  </a:lnTo>
                  <a:lnTo>
                    <a:pt x="23" y="80"/>
                  </a:lnTo>
                  <a:lnTo>
                    <a:pt x="19" y="78"/>
                  </a:lnTo>
                  <a:lnTo>
                    <a:pt x="16" y="76"/>
                  </a:lnTo>
                  <a:lnTo>
                    <a:pt x="13" y="73"/>
                  </a:lnTo>
                  <a:lnTo>
                    <a:pt x="10" y="71"/>
                  </a:lnTo>
                  <a:lnTo>
                    <a:pt x="7" y="67"/>
                  </a:lnTo>
                  <a:lnTo>
                    <a:pt x="6" y="64"/>
                  </a:lnTo>
                  <a:lnTo>
                    <a:pt x="4" y="61"/>
                  </a:lnTo>
                  <a:lnTo>
                    <a:pt x="3" y="58"/>
                  </a:lnTo>
                  <a:lnTo>
                    <a:pt x="1" y="54"/>
                  </a:lnTo>
                  <a:lnTo>
                    <a:pt x="0" y="50"/>
                  </a:lnTo>
                  <a:lnTo>
                    <a:pt x="0" y="46"/>
                  </a:lnTo>
                  <a:lnTo>
                    <a:pt x="0" y="43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1" y="34"/>
                  </a:lnTo>
                  <a:lnTo>
                    <a:pt x="1" y="29"/>
                  </a:lnTo>
                  <a:lnTo>
                    <a:pt x="3" y="25"/>
                  </a:lnTo>
                  <a:lnTo>
                    <a:pt x="4" y="22"/>
                  </a:lnTo>
                  <a:lnTo>
                    <a:pt x="6" y="18"/>
                  </a:lnTo>
                  <a:lnTo>
                    <a:pt x="8" y="15"/>
                  </a:lnTo>
                  <a:lnTo>
                    <a:pt x="12" y="12"/>
                  </a:lnTo>
                  <a:lnTo>
                    <a:pt x="14" y="9"/>
                  </a:lnTo>
                  <a:lnTo>
                    <a:pt x="18" y="7"/>
                  </a:lnTo>
                  <a:lnTo>
                    <a:pt x="22" y="4"/>
                  </a:lnTo>
                  <a:lnTo>
                    <a:pt x="25" y="3"/>
                  </a:lnTo>
                  <a:lnTo>
                    <a:pt x="28" y="2"/>
                  </a:lnTo>
                  <a:lnTo>
                    <a:pt x="33" y="1"/>
                  </a:lnTo>
                  <a:lnTo>
                    <a:pt x="35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3" y="0"/>
                  </a:lnTo>
                  <a:lnTo>
                    <a:pt x="46" y="0"/>
                  </a:lnTo>
                  <a:lnTo>
                    <a:pt x="50" y="1"/>
                  </a:lnTo>
                  <a:lnTo>
                    <a:pt x="54" y="2"/>
                  </a:lnTo>
                  <a:lnTo>
                    <a:pt x="58" y="3"/>
                  </a:lnTo>
                  <a:lnTo>
                    <a:pt x="62" y="4"/>
                  </a:lnTo>
                  <a:lnTo>
                    <a:pt x="65" y="7"/>
                  </a:lnTo>
                  <a:lnTo>
                    <a:pt x="68" y="9"/>
                  </a:lnTo>
                  <a:lnTo>
                    <a:pt x="72" y="12"/>
                  </a:lnTo>
                  <a:lnTo>
                    <a:pt x="74" y="15"/>
                  </a:lnTo>
                  <a:lnTo>
                    <a:pt x="77" y="18"/>
                  </a:lnTo>
                  <a:lnTo>
                    <a:pt x="79" y="22"/>
                  </a:lnTo>
                  <a:lnTo>
                    <a:pt x="80" y="25"/>
                  </a:lnTo>
                  <a:lnTo>
                    <a:pt x="82" y="29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4" y="38"/>
                  </a:lnTo>
                  <a:lnTo>
                    <a:pt x="84" y="40"/>
                  </a:lnTo>
                  <a:lnTo>
                    <a:pt x="84" y="43"/>
                  </a:lnTo>
                  <a:lnTo>
                    <a:pt x="84" y="46"/>
                  </a:lnTo>
                  <a:lnTo>
                    <a:pt x="83" y="50"/>
                  </a:lnTo>
                  <a:lnTo>
                    <a:pt x="82" y="55"/>
                  </a:lnTo>
                  <a:lnTo>
                    <a:pt x="80" y="59"/>
                  </a:lnTo>
                  <a:lnTo>
                    <a:pt x="79" y="63"/>
                  </a:lnTo>
                  <a:lnTo>
                    <a:pt x="77" y="65"/>
                  </a:lnTo>
                  <a:lnTo>
                    <a:pt x="74" y="69"/>
                  </a:lnTo>
                  <a:lnTo>
                    <a:pt x="72" y="72"/>
                  </a:lnTo>
                  <a:lnTo>
                    <a:pt x="68" y="75"/>
                  </a:lnTo>
                  <a:lnTo>
                    <a:pt x="65" y="77"/>
                  </a:lnTo>
                  <a:lnTo>
                    <a:pt x="62" y="80"/>
                  </a:lnTo>
                  <a:lnTo>
                    <a:pt x="58" y="81"/>
                  </a:lnTo>
                  <a:lnTo>
                    <a:pt x="54" y="82"/>
                  </a:lnTo>
                  <a:lnTo>
                    <a:pt x="50" y="84"/>
                  </a:lnTo>
                  <a:lnTo>
                    <a:pt x="46" y="84"/>
                  </a:lnTo>
                  <a:lnTo>
                    <a:pt x="43" y="85"/>
                  </a:lnTo>
                  <a:lnTo>
                    <a:pt x="41" y="85"/>
                  </a:lnTo>
                  <a:lnTo>
                    <a:pt x="41" y="82"/>
                  </a:lnTo>
                  <a:lnTo>
                    <a:pt x="41" y="79"/>
                  </a:lnTo>
                  <a:lnTo>
                    <a:pt x="41" y="76"/>
                  </a:lnTo>
                  <a:lnTo>
                    <a:pt x="41" y="73"/>
                  </a:lnTo>
                  <a:lnTo>
                    <a:pt x="41" y="69"/>
                  </a:lnTo>
                  <a:lnTo>
                    <a:pt x="41" y="67"/>
                  </a:lnTo>
                  <a:lnTo>
                    <a:pt x="41" y="64"/>
                  </a:lnTo>
                  <a:lnTo>
                    <a:pt x="42" y="62"/>
                  </a:lnTo>
                  <a:lnTo>
                    <a:pt x="42" y="63"/>
                  </a:lnTo>
                  <a:lnTo>
                    <a:pt x="43" y="6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7" name="Freeform 148"/>
            <p:cNvSpPr/>
            <p:nvPr/>
          </p:nvSpPr>
          <p:spPr>
            <a:xfrm>
              <a:off x="2799" y="2534"/>
              <a:ext cx="10" cy="23"/>
            </a:xfrm>
            <a:custGeom>
              <a:avLst/>
              <a:gdLst/>
              <a:ahLst/>
              <a:cxnLst>
                <a:cxn ang="0">
                  <a:pos x="0" y="21"/>
                </a:cxn>
                <a:cxn ang="0">
                  <a:pos x="3" y="23"/>
                </a:cxn>
                <a:cxn ang="0">
                  <a:pos x="6" y="23"/>
                </a:cxn>
                <a:cxn ang="0">
                  <a:pos x="10" y="19"/>
                </a:cxn>
                <a:cxn ang="0">
                  <a:pos x="7" y="0"/>
                </a:cxn>
                <a:cxn ang="0">
                  <a:pos x="4" y="0"/>
                </a:cxn>
                <a:cxn ang="0">
                  <a:pos x="0" y="21"/>
                </a:cxn>
                <a:cxn ang="0">
                  <a:pos x="0" y="21"/>
                </a:cxn>
              </a:cxnLst>
              <a:rect l="0" t="0" r="0" b="0"/>
              <a:pathLst>
                <a:path w="10" h="23">
                  <a:moveTo>
                    <a:pt x="0" y="21"/>
                  </a:moveTo>
                  <a:lnTo>
                    <a:pt x="3" y="23"/>
                  </a:lnTo>
                  <a:lnTo>
                    <a:pt x="6" y="23"/>
                  </a:lnTo>
                  <a:lnTo>
                    <a:pt x="10" y="19"/>
                  </a:lnTo>
                  <a:lnTo>
                    <a:pt x="7" y="0"/>
                  </a:lnTo>
                  <a:lnTo>
                    <a:pt x="4" y="0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86"/>
          <p:cNvGrpSpPr>
            <a:grpSpLocks noChangeAspect="1"/>
          </p:cNvGrpSpPr>
          <p:nvPr/>
        </p:nvGrpSpPr>
        <p:grpSpPr>
          <a:xfrm>
            <a:off x="6797675" y="3178175"/>
            <a:ext cx="1560513" cy="1095375"/>
            <a:chOff x="2376" y="1867"/>
            <a:chExt cx="983" cy="690"/>
          </a:xfrm>
        </p:grpSpPr>
        <p:sp>
          <p:nvSpPr>
            <p:cNvPr id="16449" name="Freeform 89"/>
            <p:cNvSpPr/>
            <p:nvPr/>
          </p:nvSpPr>
          <p:spPr>
            <a:xfrm>
              <a:off x="2770" y="1954"/>
              <a:ext cx="57" cy="65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22" y="4"/>
                </a:cxn>
                <a:cxn ang="0">
                  <a:pos x="20" y="5"/>
                </a:cxn>
                <a:cxn ang="0">
                  <a:pos x="18" y="8"/>
                </a:cxn>
                <a:cxn ang="0">
                  <a:pos x="15" y="10"/>
                </a:cxn>
                <a:cxn ang="0">
                  <a:pos x="13" y="12"/>
                </a:cxn>
                <a:cxn ang="0">
                  <a:pos x="10" y="15"/>
                </a:cxn>
                <a:cxn ang="0">
                  <a:pos x="8" y="18"/>
                </a:cxn>
                <a:cxn ang="0">
                  <a:pos x="5" y="21"/>
                </a:cxn>
                <a:cxn ang="0">
                  <a:pos x="3" y="24"/>
                </a:cxn>
                <a:cxn ang="0">
                  <a:pos x="1" y="28"/>
                </a:cxn>
                <a:cxn ang="0">
                  <a:pos x="1" y="33"/>
                </a:cxn>
                <a:cxn ang="0">
                  <a:pos x="0" y="36"/>
                </a:cxn>
                <a:cxn ang="0">
                  <a:pos x="1" y="41"/>
                </a:cxn>
                <a:cxn ang="0">
                  <a:pos x="1" y="42"/>
                </a:cxn>
                <a:cxn ang="0">
                  <a:pos x="2" y="44"/>
                </a:cxn>
                <a:cxn ang="0">
                  <a:pos x="3" y="47"/>
                </a:cxn>
                <a:cxn ang="0">
                  <a:pos x="4" y="50"/>
                </a:cxn>
                <a:cxn ang="0">
                  <a:pos x="7" y="53"/>
                </a:cxn>
                <a:cxn ang="0">
                  <a:pos x="11" y="57"/>
                </a:cxn>
                <a:cxn ang="0">
                  <a:pos x="15" y="60"/>
                </a:cxn>
                <a:cxn ang="0">
                  <a:pos x="18" y="61"/>
                </a:cxn>
                <a:cxn ang="0">
                  <a:pos x="22" y="62"/>
                </a:cxn>
                <a:cxn ang="0">
                  <a:pos x="26" y="64"/>
                </a:cxn>
                <a:cxn ang="0">
                  <a:pos x="30" y="64"/>
                </a:cxn>
                <a:cxn ang="0">
                  <a:pos x="35" y="65"/>
                </a:cxn>
                <a:cxn ang="0">
                  <a:pos x="37" y="65"/>
                </a:cxn>
                <a:cxn ang="0">
                  <a:pos x="41" y="65"/>
                </a:cxn>
                <a:cxn ang="0">
                  <a:pos x="45" y="64"/>
                </a:cxn>
                <a:cxn ang="0">
                  <a:pos x="47" y="64"/>
                </a:cxn>
                <a:cxn ang="0">
                  <a:pos x="50" y="63"/>
                </a:cxn>
                <a:cxn ang="0">
                  <a:pos x="52" y="63"/>
                </a:cxn>
                <a:cxn ang="0">
                  <a:pos x="53" y="63"/>
                </a:cxn>
                <a:cxn ang="0">
                  <a:pos x="54" y="63"/>
                </a:cxn>
                <a:cxn ang="0">
                  <a:pos x="53" y="62"/>
                </a:cxn>
                <a:cxn ang="0">
                  <a:pos x="53" y="61"/>
                </a:cxn>
                <a:cxn ang="0">
                  <a:pos x="52" y="60"/>
                </a:cxn>
                <a:cxn ang="0">
                  <a:pos x="52" y="58"/>
                </a:cxn>
                <a:cxn ang="0">
                  <a:pos x="51" y="55"/>
                </a:cxn>
                <a:cxn ang="0">
                  <a:pos x="50" y="52"/>
                </a:cxn>
                <a:cxn ang="0">
                  <a:pos x="49" y="50"/>
                </a:cxn>
                <a:cxn ang="0">
                  <a:pos x="48" y="47"/>
                </a:cxn>
                <a:cxn ang="0">
                  <a:pos x="47" y="43"/>
                </a:cxn>
                <a:cxn ang="0">
                  <a:pos x="46" y="40"/>
                </a:cxn>
                <a:cxn ang="0">
                  <a:pos x="45" y="37"/>
                </a:cxn>
                <a:cxn ang="0">
                  <a:pos x="45" y="35"/>
                </a:cxn>
                <a:cxn ang="0">
                  <a:pos x="43" y="31"/>
                </a:cxn>
                <a:cxn ang="0">
                  <a:pos x="43" y="29"/>
                </a:cxn>
                <a:cxn ang="0">
                  <a:pos x="42" y="27"/>
                </a:cxn>
                <a:cxn ang="0">
                  <a:pos x="42" y="26"/>
                </a:cxn>
                <a:cxn ang="0">
                  <a:pos x="42" y="22"/>
                </a:cxn>
                <a:cxn ang="0">
                  <a:pos x="44" y="20"/>
                </a:cxn>
                <a:cxn ang="0">
                  <a:pos x="46" y="15"/>
                </a:cxn>
                <a:cxn ang="0">
                  <a:pos x="49" y="11"/>
                </a:cxn>
                <a:cxn ang="0">
                  <a:pos x="50" y="8"/>
                </a:cxn>
                <a:cxn ang="0">
                  <a:pos x="52" y="6"/>
                </a:cxn>
                <a:cxn ang="0">
                  <a:pos x="53" y="4"/>
                </a:cxn>
                <a:cxn ang="0">
                  <a:pos x="55" y="3"/>
                </a:cxn>
                <a:cxn ang="0">
                  <a:pos x="56" y="1"/>
                </a:cxn>
                <a:cxn ang="0">
                  <a:pos x="57" y="0"/>
                </a:cxn>
                <a:cxn ang="0">
                  <a:pos x="57" y="0"/>
                </a:cxn>
              </a:cxnLst>
              <a:rect l="0" t="0" r="0" b="0"/>
              <a:pathLst>
                <a:path w="57" h="65">
                  <a:moveTo>
                    <a:pt x="57" y="0"/>
                  </a:moveTo>
                  <a:lnTo>
                    <a:pt x="22" y="4"/>
                  </a:lnTo>
                  <a:lnTo>
                    <a:pt x="20" y="5"/>
                  </a:lnTo>
                  <a:lnTo>
                    <a:pt x="18" y="8"/>
                  </a:lnTo>
                  <a:lnTo>
                    <a:pt x="15" y="10"/>
                  </a:lnTo>
                  <a:lnTo>
                    <a:pt x="13" y="12"/>
                  </a:lnTo>
                  <a:lnTo>
                    <a:pt x="10" y="15"/>
                  </a:lnTo>
                  <a:lnTo>
                    <a:pt x="8" y="18"/>
                  </a:lnTo>
                  <a:lnTo>
                    <a:pt x="5" y="21"/>
                  </a:lnTo>
                  <a:lnTo>
                    <a:pt x="3" y="24"/>
                  </a:lnTo>
                  <a:lnTo>
                    <a:pt x="1" y="28"/>
                  </a:lnTo>
                  <a:lnTo>
                    <a:pt x="1" y="33"/>
                  </a:lnTo>
                  <a:lnTo>
                    <a:pt x="0" y="36"/>
                  </a:lnTo>
                  <a:lnTo>
                    <a:pt x="1" y="41"/>
                  </a:lnTo>
                  <a:lnTo>
                    <a:pt x="1" y="42"/>
                  </a:lnTo>
                  <a:lnTo>
                    <a:pt x="2" y="44"/>
                  </a:lnTo>
                  <a:lnTo>
                    <a:pt x="3" y="47"/>
                  </a:lnTo>
                  <a:lnTo>
                    <a:pt x="4" y="50"/>
                  </a:lnTo>
                  <a:lnTo>
                    <a:pt x="7" y="53"/>
                  </a:lnTo>
                  <a:lnTo>
                    <a:pt x="11" y="57"/>
                  </a:lnTo>
                  <a:lnTo>
                    <a:pt x="15" y="60"/>
                  </a:lnTo>
                  <a:lnTo>
                    <a:pt x="18" y="61"/>
                  </a:lnTo>
                  <a:lnTo>
                    <a:pt x="22" y="62"/>
                  </a:lnTo>
                  <a:lnTo>
                    <a:pt x="26" y="64"/>
                  </a:lnTo>
                  <a:lnTo>
                    <a:pt x="30" y="64"/>
                  </a:lnTo>
                  <a:lnTo>
                    <a:pt x="35" y="65"/>
                  </a:lnTo>
                  <a:lnTo>
                    <a:pt x="37" y="65"/>
                  </a:lnTo>
                  <a:lnTo>
                    <a:pt x="41" y="65"/>
                  </a:lnTo>
                  <a:lnTo>
                    <a:pt x="45" y="64"/>
                  </a:lnTo>
                  <a:lnTo>
                    <a:pt x="47" y="64"/>
                  </a:lnTo>
                  <a:lnTo>
                    <a:pt x="50" y="63"/>
                  </a:lnTo>
                  <a:lnTo>
                    <a:pt x="52" y="63"/>
                  </a:lnTo>
                  <a:lnTo>
                    <a:pt x="53" y="63"/>
                  </a:lnTo>
                  <a:lnTo>
                    <a:pt x="54" y="63"/>
                  </a:lnTo>
                  <a:lnTo>
                    <a:pt x="53" y="62"/>
                  </a:lnTo>
                  <a:lnTo>
                    <a:pt x="53" y="61"/>
                  </a:lnTo>
                  <a:lnTo>
                    <a:pt x="52" y="60"/>
                  </a:lnTo>
                  <a:lnTo>
                    <a:pt x="52" y="58"/>
                  </a:lnTo>
                  <a:lnTo>
                    <a:pt x="51" y="55"/>
                  </a:lnTo>
                  <a:lnTo>
                    <a:pt x="50" y="52"/>
                  </a:lnTo>
                  <a:lnTo>
                    <a:pt x="49" y="50"/>
                  </a:lnTo>
                  <a:lnTo>
                    <a:pt x="48" y="47"/>
                  </a:lnTo>
                  <a:lnTo>
                    <a:pt x="47" y="43"/>
                  </a:lnTo>
                  <a:lnTo>
                    <a:pt x="46" y="40"/>
                  </a:lnTo>
                  <a:lnTo>
                    <a:pt x="45" y="37"/>
                  </a:lnTo>
                  <a:lnTo>
                    <a:pt x="45" y="35"/>
                  </a:lnTo>
                  <a:lnTo>
                    <a:pt x="43" y="31"/>
                  </a:lnTo>
                  <a:lnTo>
                    <a:pt x="43" y="29"/>
                  </a:lnTo>
                  <a:lnTo>
                    <a:pt x="42" y="27"/>
                  </a:lnTo>
                  <a:lnTo>
                    <a:pt x="42" y="26"/>
                  </a:lnTo>
                  <a:lnTo>
                    <a:pt x="42" y="22"/>
                  </a:lnTo>
                  <a:lnTo>
                    <a:pt x="44" y="20"/>
                  </a:lnTo>
                  <a:lnTo>
                    <a:pt x="46" y="15"/>
                  </a:lnTo>
                  <a:lnTo>
                    <a:pt x="49" y="11"/>
                  </a:lnTo>
                  <a:lnTo>
                    <a:pt x="50" y="8"/>
                  </a:lnTo>
                  <a:lnTo>
                    <a:pt x="52" y="6"/>
                  </a:lnTo>
                  <a:lnTo>
                    <a:pt x="53" y="4"/>
                  </a:lnTo>
                  <a:lnTo>
                    <a:pt x="55" y="3"/>
                  </a:lnTo>
                  <a:lnTo>
                    <a:pt x="56" y="1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FF808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0" name="Freeform 90"/>
            <p:cNvSpPr/>
            <p:nvPr/>
          </p:nvSpPr>
          <p:spPr>
            <a:xfrm>
              <a:off x="2578" y="1901"/>
              <a:ext cx="231" cy="182"/>
            </a:xfrm>
            <a:custGeom>
              <a:avLst/>
              <a:gdLst/>
              <a:ahLst/>
              <a:cxnLst>
                <a:cxn ang="0">
                  <a:pos x="229" y="38"/>
                </a:cxn>
                <a:cxn ang="0">
                  <a:pos x="223" y="25"/>
                </a:cxn>
                <a:cxn ang="0">
                  <a:pos x="212" y="15"/>
                </a:cxn>
                <a:cxn ang="0">
                  <a:pos x="200" y="7"/>
                </a:cxn>
                <a:cxn ang="0">
                  <a:pos x="190" y="3"/>
                </a:cxn>
                <a:cxn ang="0">
                  <a:pos x="180" y="1"/>
                </a:cxn>
                <a:cxn ang="0">
                  <a:pos x="169" y="0"/>
                </a:cxn>
                <a:cxn ang="0">
                  <a:pos x="156" y="0"/>
                </a:cxn>
                <a:cxn ang="0">
                  <a:pos x="142" y="0"/>
                </a:cxn>
                <a:cxn ang="0">
                  <a:pos x="130" y="1"/>
                </a:cxn>
                <a:cxn ang="0">
                  <a:pos x="117" y="2"/>
                </a:cxn>
                <a:cxn ang="0">
                  <a:pos x="106" y="3"/>
                </a:cxn>
                <a:cxn ang="0">
                  <a:pos x="95" y="5"/>
                </a:cxn>
                <a:cxn ang="0">
                  <a:pos x="85" y="7"/>
                </a:cxn>
                <a:cxn ang="0">
                  <a:pos x="77" y="10"/>
                </a:cxn>
                <a:cxn ang="0">
                  <a:pos x="61" y="15"/>
                </a:cxn>
                <a:cxn ang="0">
                  <a:pos x="48" y="21"/>
                </a:cxn>
                <a:cxn ang="0">
                  <a:pos x="37" y="28"/>
                </a:cxn>
                <a:cxn ang="0">
                  <a:pos x="26" y="38"/>
                </a:cxn>
                <a:cxn ang="0">
                  <a:pos x="18" y="48"/>
                </a:cxn>
                <a:cxn ang="0">
                  <a:pos x="12" y="58"/>
                </a:cxn>
                <a:cxn ang="0">
                  <a:pos x="6" y="73"/>
                </a:cxn>
                <a:cxn ang="0">
                  <a:pos x="3" y="88"/>
                </a:cxn>
                <a:cxn ang="0">
                  <a:pos x="0" y="103"/>
                </a:cxn>
                <a:cxn ang="0">
                  <a:pos x="1" y="119"/>
                </a:cxn>
                <a:cxn ang="0">
                  <a:pos x="5" y="134"/>
                </a:cxn>
                <a:cxn ang="0">
                  <a:pos x="12" y="149"/>
                </a:cxn>
                <a:cxn ang="0">
                  <a:pos x="23" y="160"/>
                </a:cxn>
                <a:cxn ang="0">
                  <a:pos x="36" y="168"/>
                </a:cxn>
                <a:cxn ang="0">
                  <a:pos x="50" y="174"/>
                </a:cxn>
                <a:cxn ang="0">
                  <a:pos x="64" y="178"/>
                </a:cxn>
                <a:cxn ang="0">
                  <a:pos x="78" y="181"/>
                </a:cxn>
                <a:cxn ang="0">
                  <a:pos x="89" y="181"/>
                </a:cxn>
                <a:cxn ang="0">
                  <a:pos x="100" y="182"/>
                </a:cxn>
                <a:cxn ang="0">
                  <a:pos x="105" y="181"/>
                </a:cxn>
                <a:cxn ang="0">
                  <a:pos x="114" y="179"/>
                </a:cxn>
                <a:cxn ang="0">
                  <a:pos x="126" y="177"/>
                </a:cxn>
                <a:cxn ang="0">
                  <a:pos x="140" y="174"/>
                </a:cxn>
                <a:cxn ang="0">
                  <a:pos x="154" y="169"/>
                </a:cxn>
                <a:cxn ang="0">
                  <a:pos x="169" y="165"/>
                </a:cxn>
                <a:cxn ang="0">
                  <a:pos x="182" y="159"/>
                </a:cxn>
                <a:cxn ang="0">
                  <a:pos x="193" y="152"/>
                </a:cxn>
                <a:cxn ang="0">
                  <a:pos x="204" y="144"/>
                </a:cxn>
                <a:cxn ang="0">
                  <a:pos x="217" y="131"/>
                </a:cxn>
                <a:cxn ang="0">
                  <a:pos x="227" y="121"/>
                </a:cxn>
                <a:cxn ang="0">
                  <a:pos x="230" y="115"/>
                </a:cxn>
                <a:cxn ang="0">
                  <a:pos x="222" y="114"/>
                </a:cxn>
                <a:cxn ang="0">
                  <a:pos x="209" y="110"/>
                </a:cxn>
                <a:cxn ang="0">
                  <a:pos x="196" y="102"/>
                </a:cxn>
                <a:cxn ang="0">
                  <a:pos x="192" y="90"/>
                </a:cxn>
                <a:cxn ang="0">
                  <a:pos x="195" y="75"/>
                </a:cxn>
                <a:cxn ang="0">
                  <a:pos x="204" y="61"/>
                </a:cxn>
                <a:cxn ang="0">
                  <a:pos x="213" y="51"/>
                </a:cxn>
              </a:cxnLst>
              <a:rect l="0" t="0" r="0" b="0"/>
              <a:pathLst>
                <a:path w="231" h="182">
                  <a:moveTo>
                    <a:pt x="230" y="43"/>
                  </a:moveTo>
                  <a:lnTo>
                    <a:pt x="229" y="42"/>
                  </a:lnTo>
                  <a:lnTo>
                    <a:pt x="229" y="41"/>
                  </a:lnTo>
                  <a:lnTo>
                    <a:pt x="229" y="38"/>
                  </a:lnTo>
                  <a:lnTo>
                    <a:pt x="229" y="37"/>
                  </a:lnTo>
                  <a:lnTo>
                    <a:pt x="227" y="32"/>
                  </a:lnTo>
                  <a:lnTo>
                    <a:pt x="226" y="29"/>
                  </a:lnTo>
                  <a:lnTo>
                    <a:pt x="223" y="25"/>
                  </a:lnTo>
                  <a:lnTo>
                    <a:pt x="220" y="20"/>
                  </a:lnTo>
                  <a:lnTo>
                    <a:pt x="217" y="19"/>
                  </a:lnTo>
                  <a:lnTo>
                    <a:pt x="215" y="17"/>
                  </a:lnTo>
                  <a:lnTo>
                    <a:pt x="212" y="15"/>
                  </a:lnTo>
                  <a:lnTo>
                    <a:pt x="210" y="13"/>
                  </a:lnTo>
                  <a:lnTo>
                    <a:pt x="207" y="10"/>
                  </a:lnTo>
                  <a:lnTo>
                    <a:pt x="204" y="9"/>
                  </a:lnTo>
                  <a:lnTo>
                    <a:pt x="200" y="7"/>
                  </a:lnTo>
                  <a:lnTo>
                    <a:pt x="196" y="5"/>
                  </a:lnTo>
                  <a:lnTo>
                    <a:pt x="194" y="4"/>
                  </a:lnTo>
                  <a:lnTo>
                    <a:pt x="192" y="4"/>
                  </a:lnTo>
                  <a:lnTo>
                    <a:pt x="190" y="3"/>
                  </a:lnTo>
                  <a:lnTo>
                    <a:pt x="188" y="2"/>
                  </a:lnTo>
                  <a:lnTo>
                    <a:pt x="185" y="2"/>
                  </a:lnTo>
                  <a:lnTo>
                    <a:pt x="183" y="1"/>
                  </a:lnTo>
                  <a:lnTo>
                    <a:pt x="180" y="1"/>
                  </a:lnTo>
                  <a:lnTo>
                    <a:pt x="178" y="1"/>
                  </a:lnTo>
                  <a:lnTo>
                    <a:pt x="174" y="1"/>
                  </a:lnTo>
                  <a:lnTo>
                    <a:pt x="172" y="0"/>
                  </a:lnTo>
                  <a:lnTo>
                    <a:pt x="169" y="0"/>
                  </a:lnTo>
                  <a:lnTo>
                    <a:pt x="166" y="0"/>
                  </a:lnTo>
                  <a:lnTo>
                    <a:pt x="163" y="0"/>
                  </a:lnTo>
                  <a:lnTo>
                    <a:pt x="159" y="0"/>
                  </a:lnTo>
                  <a:lnTo>
                    <a:pt x="156" y="0"/>
                  </a:lnTo>
                  <a:lnTo>
                    <a:pt x="154" y="0"/>
                  </a:lnTo>
                  <a:lnTo>
                    <a:pt x="150" y="0"/>
                  </a:lnTo>
                  <a:lnTo>
                    <a:pt x="146" y="0"/>
                  </a:lnTo>
                  <a:lnTo>
                    <a:pt x="142" y="0"/>
                  </a:lnTo>
                  <a:lnTo>
                    <a:pt x="139" y="0"/>
                  </a:lnTo>
                  <a:lnTo>
                    <a:pt x="136" y="0"/>
                  </a:lnTo>
                  <a:lnTo>
                    <a:pt x="133" y="1"/>
                  </a:lnTo>
                  <a:lnTo>
                    <a:pt x="130" y="1"/>
                  </a:lnTo>
                  <a:lnTo>
                    <a:pt x="127" y="1"/>
                  </a:lnTo>
                  <a:lnTo>
                    <a:pt x="123" y="1"/>
                  </a:lnTo>
                  <a:lnTo>
                    <a:pt x="120" y="1"/>
                  </a:lnTo>
                  <a:lnTo>
                    <a:pt x="117" y="2"/>
                  </a:lnTo>
                  <a:lnTo>
                    <a:pt x="114" y="2"/>
                  </a:lnTo>
                  <a:lnTo>
                    <a:pt x="112" y="2"/>
                  </a:lnTo>
                  <a:lnTo>
                    <a:pt x="109" y="3"/>
                  </a:lnTo>
                  <a:lnTo>
                    <a:pt x="106" y="3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8" y="5"/>
                  </a:lnTo>
                  <a:lnTo>
                    <a:pt x="95" y="5"/>
                  </a:lnTo>
                  <a:lnTo>
                    <a:pt x="93" y="6"/>
                  </a:lnTo>
                  <a:lnTo>
                    <a:pt x="90" y="6"/>
                  </a:lnTo>
                  <a:lnTo>
                    <a:pt x="88" y="7"/>
                  </a:lnTo>
                  <a:lnTo>
                    <a:pt x="85" y="7"/>
                  </a:lnTo>
                  <a:lnTo>
                    <a:pt x="83" y="8"/>
                  </a:lnTo>
                  <a:lnTo>
                    <a:pt x="80" y="9"/>
                  </a:lnTo>
                  <a:lnTo>
                    <a:pt x="79" y="10"/>
                  </a:lnTo>
                  <a:lnTo>
                    <a:pt x="77" y="10"/>
                  </a:lnTo>
                  <a:lnTo>
                    <a:pt x="75" y="11"/>
                  </a:lnTo>
                  <a:lnTo>
                    <a:pt x="70" y="13"/>
                  </a:lnTo>
                  <a:lnTo>
                    <a:pt x="66" y="14"/>
                  </a:lnTo>
                  <a:lnTo>
                    <a:pt x="61" y="15"/>
                  </a:lnTo>
                  <a:lnTo>
                    <a:pt x="59" y="17"/>
                  </a:lnTo>
                  <a:lnTo>
                    <a:pt x="55" y="19"/>
                  </a:lnTo>
                  <a:lnTo>
                    <a:pt x="52" y="20"/>
                  </a:lnTo>
                  <a:lnTo>
                    <a:pt x="48" y="21"/>
                  </a:lnTo>
                  <a:lnTo>
                    <a:pt x="45" y="23"/>
                  </a:lnTo>
                  <a:lnTo>
                    <a:pt x="42" y="25"/>
                  </a:lnTo>
                  <a:lnTo>
                    <a:pt x="40" y="27"/>
                  </a:lnTo>
                  <a:lnTo>
                    <a:pt x="37" y="28"/>
                  </a:lnTo>
                  <a:lnTo>
                    <a:pt x="34" y="30"/>
                  </a:lnTo>
                  <a:lnTo>
                    <a:pt x="32" y="32"/>
                  </a:lnTo>
                  <a:lnTo>
                    <a:pt x="30" y="34"/>
                  </a:lnTo>
                  <a:lnTo>
                    <a:pt x="26" y="38"/>
                  </a:lnTo>
                  <a:lnTo>
                    <a:pt x="23" y="41"/>
                  </a:lnTo>
                  <a:lnTo>
                    <a:pt x="22" y="43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7" y="50"/>
                  </a:lnTo>
                  <a:lnTo>
                    <a:pt x="15" y="53"/>
                  </a:lnTo>
                  <a:lnTo>
                    <a:pt x="14" y="56"/>
                  </a:lnTo>
                  <a:lnTo>
                    <a:pt x="12" y="58"/>
                  </a:lnTo>
                  <a:lnTo>
                    <a:pt x="11" y="62"/>
                  </a:lnTo>
                  <a:lnTo>
                    <a:pt x="9" y="65"/>
                  </a:lnTo>
                  <a:lnTo>
                    <a:pt x="7" y="69"/>
                  </a:lnTo>
                  <a:lnTo>
                    <a:pt x="6" y="73"/>
                  </a:lnTo>
                  <a:lnTo>
                    <a:pt x="5" y="76"/>
                  </a:lnTo>
                  <a:lnTo>
                    <a:pt x="5" y="80"/>
                  </a:lnTo>
                  <a:lnTo>
                    <a:pt x="4" y="83"/>
                  </a:lnTo>
                  <a:lnTo>
                    <a:pt x="3" y="88"/>
                  </a:lnTo>
                  <a:lnTo>
                    <a:pt x="2" y="92"/>
                  </a:lnTo>
                  <a:lnTo>
                    <a:pt x="1" y="95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8"/>
                  </a:lnTo>
                  <a:lnTo>
                    <a:pt x="0" y="112"/>
                  </a:lnTo>
                  <a:lnTo>
                    <a:pt x="0" y="115"/>
                  </a:lnTo>
                  <a:lnTo>
                    <a:pt x="1" y="119"/>
                  </a:lnTo>
                  <a:lnTo>
                    <a:pt x="2" y="124"/>
                  </a:lnTo>
                  <a:lnTo>
                    <a:pt x="2" y="128"/>
                  </a:lnTo>
                  <a:lnTo>
                    <a:pt x="3" y="131"/>
                  </a:lnTo>
                  <a:lnTo>
                    <a:pt x="5" y="134"/>
                  </a:lnTo>
                  <a:lnTo>
                    <a:pt x="5" y="138"/>
                  </a:lnTo>
                  <a:lnTo>
                    <a:pt x="7" y="142"/>
                  </a:lnTo>
                  <a:lnTo>
                    <a:pt x="9" y="146"/>
                  </a:lnTo>
                  <a:lnTo>
                    <a:pt x="12" y="149"/>
                  </a:lnTo>
                  <a:lnTo>
                    <a:pt x="15" y="152"/>
                  </a:lnTo>
                  <a:lnTo>
                    <a:pt x="17" y="155"/>
                  </a:lnTo>
                  <a:lnTo>
                    <a:pt x="20" y="158"/>
                  </a:lnTo>
                  <a:lnTo>
                    <a:pt x="23" y="160"/>
                  </a:lnTo>
                  <a:lnTo>
                    <a:pt x="25" y="163"/>
                  </a:lnTo>
                  <a:lnTo>
                    <a:pt x="29" y="165"/>
                  </a:lnTo>
                  <a:lnTo>
                    <a:pt x="32" y="167"/>
                  </a:lnTo>
                  <a:lnTo>
                    <a:pt x="36" y="168"/>
                  </a:lnTo>
                  <a:lnTo>
                    <a:pt x="40" y="170"/>
                  </a:lnTo>
                  <a:lnTo>
                    <a:pt x="43" y="171"/>
                  </a:lnTo>
                  <a:lnTo>
                    <a:pt x="47" y="173"/>
                  </a:lnTo>
                  <a:lnTo>
                    <a:pt x="50" y="174"/>
                  </a:lnTo>
                  <a:lnTo>
                    <a:pt x="54" y="176"/>
                  </a:lnTo>
                  <a:lnTo>
                    <a:pt x="58" y="176"/>
                  </a:lnTo>
                  <a:lnTo>
                    <a:pt x="61" y="178"/>
                  </a:lnTo>
                  <a:lnTo>
                    <a:pt x="64" y="178"/>
                  </a:lnTo>
                  <a:lnTo>
                    <a:pt x="68" y="179"/>
                  </a:lnTo>
                  <a:lnTo>
                    <a:pt x="72" y="180"/>
                  </a:lnTo>
                  <a:lnTo>
                    <a:pt x="75" y="180"/>
                  </a:lnTo>
                  <a:lnTo>
                    <a:pt x="78" y="181"/>
                  </a:lnTo>
                  <a:lnTo>
                    <a:pt x="81" y="181"/>
                  </a:lnTo>
                  <a:lnTo>
                    <a:pt x="83" y="181"/>
                  </a:lnTo>
                  <a:lnTo>
                    <a:pt x="86" y="181"/>
                  </a:lnTo>
                  <a:lnTo>
                    <a:pt x="89" y="181"/>
                  </a:lnTo>
                  <a:lnTo>
                    <a:pt x="92" y="182"/>
                  </a:lnTo>
                  <a:lnTo>
                    <a:pt x="95" y="182"/>
                  </a:lnTo>
                  <a:lnTo>
                    <a:pt x="98" y="182"/>
                  </a:lnTo>
                  <a:lnTo>
                    <a:pt x="100" y="182"/>
                  </a:lnTo>
                  <a:lnTo>
                    <a:pt x="101" y="182"/>
                  </a:lnTo>
                  <a:lnTo>
                    <a:pt x="102" y="182"/>
                  </a:lnTo>
                  <a:lnTo>
                    <a:pt x="104" y="181"/>
                  </a:lnTo>
                  <a:lnTo>
                    <a:pt x="105" y="181"/>
                  </a:lnTo>
                  <a:lnTo>
                    <a:pt x="107" y="181"/>
                  </a:lnTo>
                  <a:lnTo>
                    <a:pt x="109" y="180"/>
                  </a:lnTo>
                  <a:lnTo>
                    <a:pt x="112" y="180"/>
                  </a:lnTo>
                  <a:lnTo>
                    <a:pt x="114" y="179"/>
                  </a:lnTo>
                  <a:lnTo>
                    <a:pt x="117" y="179"/>
                  </a:lnTo>
                  <a:lnTo>
                    <a:pt x="119" y="178"/>
                  </a:lnTo>
                  <a:lnTo>
                    <a:pt x="123" y="178"/>
                  </a:lnTo>
                  <a:lnTo>
                    <a:pt x="126" y="177"/>
                  </a:lnTo>
                  <a:lnTo>
                    <a:pt x="130" y="176"/>
                  </a:lnTo>
                  <a:lnTo>
                    <a:pt x="133" y="176"/>
                  </a:lnTo>
                  <a:lnTo>
                    <a:pt x="136" y="175"/>
                  </a:lnTo>
                  <a:lnTo>
                    <a:pt x="140" y="174"/>
                  </a:lnTo>
                  <a:lnTo>
                    <a:pt x="144" y="173"/>
                  </a:lnTo>
                  <a:lnTo>
                    <a:pt x="147" y="171"/>
                  </a:lnTo>
                  <a:lnTo>
                    <a:pt x="152" y="170"/>
                  </a:lnTo>
                  <a:lnTo>
                    <a:pt x="154" y="169"/>
                  </a:lnTo>
                  <a:lnTo>
                    <a:pt x="158" y="168"/>
                  </a:lnTo>
                  <a:lnTo>
                    <a:pt x="162" y="168"/>
                  </a:lnTo>
                  <a:lnTo>
                    <a:pt x="166" y="167"/>
                  </a:lnTo>
                  <a:lnTo>
                    <a:pt x="169" y="165"/>
                  </a:lnTo>
                  <a:lnTo>
                    <a:pt x="173" y="163"/>
                  </a:lnTo>
                  <a:lnTo>
                    <a:pt x="176" y="162"/>
                  </a:lnTo>
                  <a:lnTo>
                    <a:pt x="179" y="161"/>
                  </a:lnTo>
                  <a:lnTo>
                    <a:pt x="182" y="159"/>
                  </a:lnTo>
                  <a:lnTo>
                    <a:pt x="185" y="157"/>
                  </a:lnTo>
                  <a:lnTo>
                    <a:pt x="188" y="156"/>
                  </a:lnTo>
                  <a:lnTo>
                    <a:pt x="192" y="154"/>
                  </a:lnTo>
                  <a:lnTo>
                    <a:pt x="193" y="152"/>
                  </a:lnTo>
                  <a:lnTo>
                    <a:pt x="195" y="150"/>
                  </a:lnTo>
                  <a:lnTo>
                    <a:pt x="197" y="149"/>
                  </a:lnTo>
                  <a:lnTo>
                    <a:pt x="200" y="148"/>
                  </a:lnTo>
                  <a:lnTo>
                    <a:pt x="204" y="144"/>
                  </a:lnTo>
                  <a:lnTo>
                    <a:pt x="208" y="140"/>
                  </a:lnTo>
                  <a:lnTo>
                    <a:pt x="211" y="136"/>
                  </a:lnTo>
                  <a:lnTo>
                    <a:pt x="214" y="133"/>
                  </a:lnTo>
                  <a:lnTo>
                    <a:pt x="217" y="131"/>
                  </a:lnTo>
                  <a:lnTo>
                    <a:pt x="221" y="128"/>
                  </a:lnTo>
                  <a:lnTo>
                    <a:pt x="223" y="126"/>
                  </a:lnTo>
                  <a:lnTo>
                    <a:pt x="225" y="123"/>
                  </a:lnTo>
                  <a:lnTo>
                    <a:pt x="227" y="121"/>
                  </a:lnTo>
                  <a:lnTo>
                    <a:pt x="229" y="119"/>
                  </a:lnTo>
                  <a:lnTo>
                    <a:pt x="230" y="117"/>
                  </a:lnTo>
                  <a:lnTo>
                    <a:pt x="231" y="116"/>
                  </a:lnTo>
                  <a:lnTo>
                    <a:pt x="230" y="115"/>
                  </a:lnTo>
                  <a:lnTo>
                    <a:pt x="229" y="115"/>
                  </a:lnTo>
                  <a:lnTo>
                    <a:pt x="227" y="115"/>
                  </a:lnTo>
                  <a:lnTo>
                    <a:pt x="225" y="115"/>
                  </a:lnTo>
                  <a:lnTo>
                    <a:pt x="222" y="114"/>
                  </a:lnTo>
                  <a:lnTo>
                    <a:pt x="219" y="113"/>
                  </a:lnTo>
                  <a:lnTo>
                    <a:pt x="215" y="113"/>
                  </a:lnTo>
                  <a:lnTo>
                    <a:pt x="211" y="112"/>
                  </a:lnTo>
                  <a:lnTo>
                    <a:pt x="209" y="110"/>
                  </a:lnTo>
                  <a:lnTo>
                    <a:pt x="205" y="108"/>
                  </a:lnTo>
                  <a:lnTo>
                    <a:pt x="201" y="106"/>
                  </a:lnTo>
                  <a:lnTo>
                    <a:pt x="199" y="105"/>
                  </a:lnTo>
                  <a:lnTo>
                    <a:pt x="196" y="102"/>
                  </a:lnTo>
                  <a:lnTo>
                    <a:pt x="193" y="99"/>
                  </a:lnTo>
                  <a:lnTo>
                    <a:pt x="192" y="96"/>
                  </a:lnTo>
                  <a:lnTo>
                    <a:pt x="192" y="94"/>
                  </a:lnTo>
                  <a:lnTo>
                    <a:pt x="192" y="90"/>
                  </a:lnTo>
                  <a:lnTo>
                    <a:pt x="192" y="86"/>
                  </a:lnTo>
                  <a:lnTo>
                    <a:pt x="192" y="82"/>
                  </a:lnTo>
                  <a:lnTo>
                    <a:pt x="193" y="78"/>
                  </a:lnTo>
                  <a:lnTo>
                    <a:pt x="195" y="75"/>
                  </a:lnTo>
                  <a:lnTo>
                    <a:pt x="197" y="71"/>
                  </a:lnTo>
                  <a:lnTo>
                    <a:pt x="200" y="68"/>
                  </a:lnTo>
                  <a:lnTo>
                    <a:pt x="202" y="65"/>
                  </a:lnTo>
                  <a:lnTo>
                    <a:pt x="204" y="61"/>
                  </a:lnTo>
                  <a:lnTo>
                    <a:pt x="207" y="58"/>
                  </a:lnTo>
                  <a:lnTo>
                    <a:pt x="209" y="56"/>
                  </a:lnTo>
                  <a:lnTo>
                    <a:pt x="210" y="55"/>
                  </a:lnTo>
                  <a:lnTo>
                    <a:pt x="213" y="51"/>
                  </a:lnTo>
                  <a:lnTo>
                    <a:pt x="215" y="50"/>
                  </a:lnTo>
                  <a:lnTo>
                    <a:pt x="230" y="43"/>
                  </a:lnTo>
                  <a:close/>
                </a:path>
              </a:pathLst>
            </a:custGeom>
            <a:solidFill>
              <a:srgbClr val="FFBA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1" name="Freeform 91"/>
            <p:cNvSpPr/>
            <p:nvPr/>
          </p:nvSpPr>
          <p:spPr>
            <a:xfrm>
              <a:off x="2815" y="1958"/>
              <a:ext cx="59" cy="59"/>
            </a:xfrm>
            <a:custGeom>
              <a:avLst/>
              <a:gdLst/>
              <a:ahLst/>
              <a:cxnLst>
                <a:cxn ang="0">
                  <a:pos x="45" y="56"/>
                </a:cxn>
                <a:cxn ang="0">
                  <a:pos x="39" y="58"/>
                </a:cxn>
                <a:cxn ang="0">
                  <a:pos x="33" y="59"/>
                </a:cxn>
                <a:cxn ang="0">
                  <a:pos x="28" y="59"/>
                </a:cxn>
                <a:cxn ang="0">
                  <a:pos x="22" y="58"/>
                </a:cxn>
                <a:cxn ang="0">
                  <a:pos x="17" y="56"/>
                </a:cxn>
                <a:cxn ang="0">
                  <a:pos x="12" y="54"/>
                </a:cxn>
                <a:cxn ang="0">
                  <a:pos x="8" y="50"/>
                </a:cxn>
                <a:cxn ang="0">
                  <a:pos x="5" y="45"/>
                </a:cxn>
                <a:cxn ang="0">
                  <a:pos x="2" y="40"/>
                </a:cxn>
                <a:cxn ang="0">
                  <a:pos x="0" y="34"/>
                </a:cxn>
                <a:cxn ang="0">
                  <a:pos x="0" y="29"/>
                </a:cxn>
                <a:cxn ang="0">
                  <a:pos x="1" y="23"/>
                </a:cxn>
                <a:cxn ang="0">
                  <a:pos x="3" y="18"/>
                </a:cxn>
                <a:cxn ang="0">
                  <a:pos x="5" y="13"/>
                </a:cxn>
                <a:cxn ang="0">
                  <a:pos x="10" y="8"/>
                </a:cxn>
                <a:cxn ang="0">
                  <a:pos x="14" y="5"/>
                </a:cxn>
                <a:cxn ang="0">
                  <a:pos x="20" y="2"/>
                </a:cxn>
                <a:cxn ang="0">
                  <a:pos x="25" y="0"/>
                </a:cxn>
                <a:cxn ang="0">
                  <a:pos x="30" y="0"/>
                </a:cxn>
                <a:cxn ang="0">
                  <a:pos x="36" y="1"/>
                </a:cxn>
                <a:cxn ang="0">
                  <a:pos x="42" y="3"/>
                </a:cxn>
                <a:cxn ang="0">
                  <a:pos x="47" y="6"/>
                </a:cxn>
                <a:cxn ang="0">
                  <a:pos x="51" y="11"/>
                </a:cxn>
                <a:cxn ang="0">
                  <a:pos x="54" y="16"/>
                </a:cxn>
                <a:cxn ang="0">
                  <a:pos x="57" y="21"/>
                </a:cxn>
                <a:cxn ang="0">
                  <a:pos x="58" y="26"/>
                </a:cxn>
                <a:cxn ang="0">
                  <a:pos x="59" y="32"/>
                </a:cxn>
                <a:cxn ang="0">
                  <a:pos x="58" y="37"/>
                </a:cxn>
                <a:cxn ang="0">
                  <a:pos x="56" y="43"/>
                </a:cxn>
                <a:cxn ang="0">
                  <a:pos x="53" y="48"/>
                </a:cxn>
                <a:cxn ang="0">
                  <a:pos x="49" y="52"/>
                </a:cxn>
                <a:cxn ang="0">
                  <a:pos x="48" y="55"/>
                </a:cxn>
              </a:cxnLst>
              <a:rect l="0" t="0" r="0" b="0"/>
              <a:pathLst>
                <a:path w="59" h="59">
                  <a:moveTo>
                    <a:pt x="48" y="55"/>
                  </a:moveTo>
                  <a:lnTo>
                    <a:pt x="45" y="56"/>
                  </a:lnTo>
                  <a:lnTo>
                    <a:pt x="42" y="57"/>
                  </a:lnTo>
                  <a:lnTo>
                    <a:pt x="39" y="58"/>
                  </a:lnTo>
                  <a:lnTo>
                    <a:pt x="36" y="59"/>
                  </a:lnTo>
                  <a:lnTo>
                    <a:pt x="33" y="59"/>
                  </a:lnTo>
                  <a:lnTo>
                    <a:pt x="30" y="59"/>
                  </a:lnTo>
                  <a:lnTo>
                    <a:pt x="28" y="59"/>
                  </a:lnTo>
                  <a:lnTo>
                    <a:pt x="25" y="59"/>
                  </a:lnTo>
                  <a:lnTo>
                    <a:pt x="22" y="58"/>
                  </a:lnTo>
                  <a:lnTo>
                    <a:pt x="19" y="58"/>
                  </a:lnTo>
                  <a:lnTo>
                    <a:pt x="17" y="56"/>
                  </a:lnTo>
                  <a:lnTo>
                    <a:pt x="14" y="56"/>
                  </a:lnTo>
                  <a:lnTo>
                    <a:pt x="12" y="54"/>
                  </a:lnTo>
                  <a:lnTo>
                    <a:pt x="10" y="52"/>
                  </a:lnTo>
                  <a:lnTo>
                    <a:pt x="8" y="50"/>
                  </a:lnTo>
                  <a:lnTo>
                    <a:pt x="7" y="48"/>
                  </a:lnTo>
                  <a:lnTo>
                    <a:pt x="5" y="45"/>
                  </a:lnTo>
                  <a:lnTo>
                    <a:pt x="3" y="43"/>
                  </a:lnTo>
                  <a:lnTo>
                    <a:pt x="2" y="40"/>
                  </a:lnTo>
                  <a:lnTo>
                    <a:pt x="1" y="37"/>
                  </a:lnTo>
                  <a:lnTo>
                    <a:pt x="0" y="34"/>
                  </a:lnTo>
                  <a:lnTo>
                    <a:pt x="0" y="32"/>
                  </a:lnTo>
                  <a:lnTo>
                    <a:pt x="0" y="29"/>
                  </a:lnTo>
                  <a:lnTo>
                    <a:pt x="1" y="26"/>
                  </a:lnTo>
                  <a:lnTo>
                    <a:pt x="1" y="23"/>
                  </a:lnTo>
                  <a:lnTo>
                    <a:pt x="2" y="20"/>
                  </a:lnTo>
                  <a:lnTo>
                    <a:pt x="3" y="18"/>
                  </a:lnTo>
                  <a:lnTo>
                    <a:pt x="4" y="16"/>
                  </a:lnTo>
                  <a:lnTo>
                    <a:pt x="5" y="13"/>
                  </a:lnTo>
                  <a:lnTo>
                    <a:pt x="8" y="11"/>
                  </a:lnTo>
                  <a:lnTo>
                    <a:pt x="10" y="8"/>
                  </a:lnTo>
                  <a:lnTo>
                    <a:pt x="12" y="7"/>
                  </a:lnTo>
                  <a:lnTo>
                    <a:pt x="14" y="5"/>
                  </a:lnTo>
                  <a:lnTo>
                    <a:pt x="17" y="3"/>
                  </a:lnTo>
                  <a:lnTo>
                    <a:pt x="20" y="2"/>
                  </a:lnTo>
                  <a:lnTo>
                    <a:pt x="23" y="1"/>
                  </a:lnTo>
                  <a:lnTo>
                    <a:pt x="25" y="0"/>
                  </a:lnTo>
                  <a:lnTo>
                    <a:pt x="29" y="0"/>
                  </a:lnTo>
                  <a:lnTo>
                    <a:pt x="30" y="0"/>
                  </a:lnTo>
                  <a:lnTo>
                    <a:pt x="34" y="1"/>
                  </a:lnTo>
                  <a:lnTo>
                    <a:pt x="36" y="1"/>
                  </a:lnTo>
                  <a:lnTo>
                    <a:pt x="39" y="2"/>
                  </a:lnTo>
                  <a:lnTo>
                    <a:pt x="42" y="3"/>
                  </a:lnTo>
                  <a:lnTo>
                    <a:pt x="45" y="5"/>
                  </a:lnTo>
                  <a:lnTo>
                    <a:pt x="47" y="6"/>
                  </a:lnTo>
                  <a:lnTo>
                    <a:pt x="49" y="9"/>
                  </a:lnTo>
                  <a:lnTo>
                    <a:pt x="51" y="11"/>
                  </a:lnTo>
                  <a:lnTo>
                    <a:pt x="53" y="14"/>
                  </a:lnTo>
                  <a:lnTo>
                    <a:pt x="54" y="16"/>
                  </a:lnTo>
                  <a:lnTo>
                    <a:pt x="56" y="18"/>
                  </a:lnTo>
                  <a:lnTo>
                    <a:pt x="57" y="21"/>
                  </a:lnTo>
                  <a:lnTo>
                    <a:pt x="58" y="24"/>
                  </a:lnTo>
                  <a:lnTo>
                    <a:pt x="58" y="26"/>
                  </a:lnTo>
                  <a:lnTo>
                    <a:pt x="59" y="30"/>
                  </a:lnTo>
                  <a:lnTo>
                    <a:pt x="59" y="32"/>
                  </a:lnTo>
                  <a:lnTo>
                    <a:pt x="59" y="36"/>
                  </a:lnTo>
                  <a:lnTo>
                    <a:pt x="58" y="37"/>
                  </a:lnTo>
                  <a:lnTo>
                    <a:pt x="57" y="40"/>
                  </a:lnTo>
                  <a:lnTo>
                    <a:pt x="56" y="43"/>
                  </a:lnTo>
                  <a:lnTo>
                    <a:pt x="54" y="46"/>
                  </a:lnTo>
                  <a:lnTo>
                    <a:pt x="53" y="48"/>
                  </a:lnTo>
                  <a:lnTo>
                    <a:pt x="51" y="50"/>
                  </a:lnTo>
                  <a:lnTo>
                    <a:pt x="49" y="52"/>
                  </a:lnTo>
                  <a:lnTo>
                    <a:pt x="48" y="55"/>
                  </a:lnTo>
                  <a:close/>
                </a:path>
              </a:pathLst>
            </a:custGeom>
            <a:solidFill>
              <a:srgbClr val="FC00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2" name="Freeform 92"/>
            <p:cNvSpPr/>
            <p:nvPr/>
          </p:nvSpPr>
          <p:spPr>
            <a:xfrm>
              <a:off x="2762" y="1950"/>
              <a:ext cx="89" cy="82"/>
            </a:xfrm>
            <a:custGeom>
              <a:avLst/>
              <a:gdLst/>
              <a:ahLst/>
              <a:cxnLst>
                <a:cxn ang="0">
                  <a:pos x="26" y="1"/>
                </a:cxn>
                <a:cxn ang="0">
                  <a:pos x="24" y="2"/>
                </a:cxn>
                <a:cxn ang="0">
                  <a:pos x="20" y="5"/>
                </a:cxn>
                <a:cxn ang="0">
                  <a:pos x="15" y="9"/>
                </a:cxn>
                <a:cxn ang="0">
                  <a:pos x="10" y="16"/>
                </a:cxn>
                <a:cxn ang="0">
                  <a:pos x="6" y="24"/>
                </a:cxn>
                <a:cxn ang="0">
                  <a:pos x="2" y="31"/>
                </a:cxn>
                <a:cxn ang="0">
                  <a:pos x="1" y="36"/>
                </a:cxn>
                <a:cxn ang="0">
                  <a:pos x="0" y="41"/>
                </a:cxn>
                <a:cxn ang="0">
                  <a:pos x="0" y="45"/>
                </a:cxn>
                <a:cxn ang="0">
                  <a:pos x="2" y="51"/>
                </a:cxn>
                <a:cxn ang="0">
                  <a:pos x="3" y="55"/>
                </a:cxn>
                <a:cxn ang="0">
                  <a:pos x="5" y="59"/>
                </a:cxn>
                <a:cxn ang="0">
                  <a:pos x="9" y="66"/>
                </a:cxn>
                <a:cxn ang="0">
                  <a:pos x="15" y="72"/>
                </a:cxn>
                <a:cxn ang="0">
                  <a:pos x="22" y="76"/>
                </a:cxn>
                <a:cxn ang="0">
                  <a:pos x="27" y="79"/>
                </a:cxn>
                <a:cxn ang="0">
                  <a:pos x="32" y="81"/>
                </a:cxn>
                <a:cxn ang="0">
                  <a:pos x="37" y="82"/>
                </a:cxn>
                <a:cxn ang="0">
                  <a:pos x="78" y="67"/>
                </a:cxn>
                <a:cxn ang="0">
                  <a:pos x="76" y="67"/>
                </a:cxn>
                <a:cxn ang="0">
                  <a:pos x="70" y="67"/>
                </a:cxn>
                <a:cxn ang="0">
                  <a:pos x="64" y="68"/>
                </a:cxn>
                <a:cxn ang="0">
                  <a:pos x="55" y="68"/>
                </a:cxn>
                <a:cxn ang="0">
                  <a:pos x="50" y="67"/>
                </a:cxn>
                <a:cxn ang="0">
                  <a:pos x="45" y="67"/>
                </a:cxn>
                <a:cxn ang="0">
                  <a:pos x="41" y="66"/>
                </a:cxn>
                <a:cxn ang="0">
                  <a:pos x="37" y="65"/>
                </a:cxn>
                <a:cxn ang="0">
                  <a:pos x="28" y="63"/>
                </a:cxn>
                <a:cxn ang="0">
                  <a:pos x="24" y="58"/>
                </a:cxn>
                <a:cxn ang="0">
                  <a:pos x="20" y="51"/>
                </a:cxn>
                <a:cxn ang="0">
                  <a:pos x="18" y="45"/>
                </a:cxn>
                <a:cxn ang="0">
                  <a:pos x="17" y="40"/>
                </a:cxn>
                <a:cxn ang="0">
                  <a:pos x="18" y="34"/>
                </a:cxn>
                <a:cxn ang="0">
                  <a:pos x="20" y="29"/>
                </a:cxn>
                <a:cxn ang="0">
                  <a:pos x="23" y="25"/>
                </a:cxn>
                <a:cxn ang="0">
                  <a:pos x="30" y="19"/>
                </a:cxn>
                <a:cxn ang="0">
                  <a:pos x="77" y="0"/>
                </a:cxn>
              </a:cxnLst>
              <a:rect l="0" t="0" r="0" b="0"/>
              <a:pathLst>
                <a:path w="89" h="82">
                  <a:moveTo>
                    <a:pt x="77" y="0"/>
                  </a:moveTo>
                  <a:lnTo>
                    <a:pt x="26" y="1"/>
                  </a:lnTo>
                  <a:lnTo>
                    <a:pt x="25" y="1"/>
                  </a:lnTo>
                  <a:lnTo>
                    <a:pt x="24" y="2"/>
                  </a:lnTo>
                  <a:lnTo>
                    <a:pt x="23" y="3"/>
                  </a:lnTo>
                  <a:lnTo>
                    <a:pt x="20" y="5"/>
                  </a:lnTo>
                  <a:lnTo>
                    <a:pt x="18" y="7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10" y="16"/>
                  </a:lnTo>
                  <a:lnTo>
                    <a:pt x="8" y="19"/>
                  </a:lnTo>
                  <a:lnTo>
                    <a:pt x="6" y="24"/>
                  </a:lnTo>
                  <a:lnTo>
                    <a:pt x="3" y="27"/>
                  </a:lnTo>
                  <a:lnTo>
                    <a:pt x="2" y="31"/>
                  </a:lnTo>
                  <a:lnTo>
                    <a:pt x="1" y="34"/>
                  </a:lnTo>
                  <a:lnTo>
                    <a:pt x="1" y="36"/>
                  </a:lnTo>
                  <a:lnTo>
                    <a:pt x="0" y="39"/>
                  </a:lnTo>
                  <a:lnTo>
                    <a:pt x="0" y="41"/>
                  </a:lnTo>
                  <a:lnTo>
                    <a:pt x="0" y="44"/>
                  </a:lnTo>
                  <a:lnTo>
                    <a:pt x="0" y="45"/>
                  </a:lnTo>
                  <a:lnTo>
                    <a:pt x="0" y="48"/>
                  </a:lnTo>
                  <a:lnTo>
                    <a:pt x="2" y="51"/>
                  </a:lnTo>
                  <a:lnTo>
                    <a:pt x="2" y="53"/>
                  </a:lnTo>
                  <a:lnTo>
                    <a:pt x="3" y="55"/>
                  </a:lnTo>
                  <a:lnTo>
                    <a:pt x="4" y="57"/>
                  </a:lnTo>
                  <a:lnTo>
                    <a:pt x="5" y="59"/>
                  </a:lnTo>
                  <a:lnTo>
                    <a:pt x="7" y="63"/>
                  </a:lnTo>
                  <a:lnTo>
                    <a:pt x="9" y="66"/>
                  </a:lnTo>
                  <a:lnTo>
                    <a:pt x="12" y="69"/>
                  </a:lnTo>
                  <a:lnTo>
                    <a:pt x="15" y="72"/>
                  </a:lnTo>
                  <a:lnTo>
                    <a:pt x="19" y="74"/>
                  </a:lnTo>
                  <a:lnTo>
                    <a:pt x="22" y="76"/>
                  </a:lnTo>
                  <a:lnTo>
                    <a:pt x="25" y="77"/>
                  </a:lnTo>
                  <a:lnTo>
                    <a:pt x="27" y="79"/>
                  </a:lnTo>
                  <a:lnTo>
                    <a:pt x="30" y="80"/>
                  </a:lnTo>
                  <a:lnTo>
                    <a:pt x="32" y="81"/>
                  </a:lnTo>
                  <a:lnTo>
                    <a:pt x="36" y="82"/>
                  </a:lnTo>
                  <a:lnTo>
                    <a:pt x="37" y="82"/>
                  </a:lnTo>
                  <a:lnTo>
                    <a:pt x="89" y="80"/>
                  </a:lnTo>
                  <a:lnTo>
                    <a:pt x="78" y="67"/>
                  </a:lnTo>
                  <a:lnTo>
                    <a:pt x="77" y="67"/>
                  </a:lnTo>
                  <a:lnTo>
                    <a:pt x="76" y="67"/>
                  </a:lnTo>
                  <a:lnTo>
                    <a:pt x="73" y="67"/>
                  </a:lnTo>
                  <a:lnTo>
                    <a:pt x="70" y="67"/>
                  </a:lnTo>
                  <a:lnTo>
                    <a:pt x="67" y="67"/>
                  </a:lnTo>
                  <a:lnTo>
                    <a:pt x="64" y="68"/>
                  </a:lnTo>
                  <a:lnTo>
                    <a:pt x="59" y="68"/>
                  </a:lnTo>
                  <a:lnTo>
                    <a:pt x="55" y="68"/>
                  </a:lnTo>
                  <a:lnTo>
                    <a:pt x="53" y="68"/>
                  </a:lnTo>
                  <a:lnTo>
                    <a:pt x="50" y="67"/>
                  </a:lnTo>
                  <a:lnTo>
                    <a:pt x="47" y="67"/>
                  </a:lnTo>
                  <a:lnTo>
                    <a:pt x="45" y="67"/>
                  </a:lnTo>
                  <a:lnTo>
                    <a:pt x="44" y="66"/>
                  </a:lnTo>
                  <a:lnTo>
                    <a:pt x="41" y="66"/>
                  </a:lnTo>
                  <a:lnTo>
                    <a:pt x="39" y="66"/>
                  </a:lnTo>
                  <a:lnTo>
                    <a:pt x="37" y="65"/>
                  </a:lnTo>
                  <a:lnTo>
                    <a:pt x="32" y="64"/>
                  </a:lnTo>
                  <a:lnTo>
                    <a:pt x="28" y="63"/>
                  </a:lnTo>
                  <a:lnTo>
                    <a:pt x="26" y="60"/>
                  </a:lnTo>
                  <a:lnTo>
                    <a:pt x="24" y="58"/>
                  </a:lnTo>
                  <a:lnTo>
                    <a:pt x="21" y="54"/>
                  </a:lnTo>
                  <a:lnTo>
                    <a:pt x="20" y="51"/>
                  </a:lnTo>
                  <a:lnTo>
                    <a:pt x="18" y="48"/>
                  </a:lnTo>
                  <a:lnTo>
                    <a:pt x="18" y="45"/>
                  </a:lnTo>
                  <a:lnTo>
                    <a:pt x="17" y="42"/>
                  </a:lnTo>
                  <a:lnTo>
                    <a:pt x="17" y="40"/>
                  </a:lnTo>
                  <a:lnTo>
                    <a:pt x="17" y="37"/>
                  </a:lnTo>
                  <a:lnTo>
                    <a:pt x="18" y="34"/>
                  </a:lnTo>
                  <a:lnTo>
                    <a:pt x="19" y="31"/>
                  </a:lnTo>
                  <a:lnTo>
                    <a:pt x="20" y="29"/>
                  </a:lnTo>
                  <a:lnTo>
                    <a:pt x="22" y="26"/>
                  </a:lnTo>
                  <a:lnTo>
                    <a:pt x="23" y="25"/>
                  </a:lnTo>
                  <a:lnTo>
                    <a:pt x="26" y="21"/>
                  </a:lnTo>
                  <a:lnTo>
                    <a:pt x="30" y="19"/>
                  </a:lnTo>
                  <a:lnTo>
                    <a:pt x="55" y="1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3" name="Freeform 93"/>
            <p:cNvSpPr/>
            <p:nvPr/>
          </p:nvSpPr>
          <p:spPr>
            <a:xfrm>
              <a:off x="2805" y="1949"/>
              <a:ext cx="74" cy="81"/>
            </a:xfrm>
            <a:custGeom>
              <a:avLst/>
              <a:gdLst/>
              <a:ahLst/>
              <a:cxnLst>
                <a:cxn ang="0">
                  <a:pos x="31" y="18"/>
                </a:cxn>
                <a:cxn ang="0">
                  <a:pos x="27" y="20"/>
                </a:cxn>
                <a:cxn ang="0">
                  <a:pos x="21" y="27"/>
                </a:cxn>
                <a:cxn ang="0">
                  <a:pos x="17" y="31"/>
                </a:cxn>
                <a:cxn ang="0">
                  <a:pos x="16" y="37"/>
                </a:cxn>
                <a:cxn ang="0">
                  <a:pos x="17" y="44"/>
                </a:cxn>
                <a:cxn ang="0">
                  <a:pos x="21" y="51"/>
                </a:cxn>
                <a:cxn ang="0">
                  <a:pos x="25" y="57"/>
                </a:cxn>
                <a:cxn ang="0">
                  <a:pos x="30" y="63"/>
                </a:cxn>
                <a:cxn ang="0">
                  <a:pos x="39" y="67"/>
                </a:cxn>
                <a:cxn ang="0">
                  <a:pos x="45" y="66"/>
                </a:cxn>
                <a:cxn ang="0">
                  <a:pos x="51" y="62"/>
                </a:cxn>
                <a:cxn ang="0">
                  <a:pos x="55" y="54"/>
                </a:cxn>
                <a:cxn ang="0">
                  <a:pos x="55" y="49"/>
                </a:cxn>
                <a:cxn ang="0">
                  <a:pos x="56" y="45"/>
                </a:cxn>
                <a:cxn ang="0">
                  <a:pos x="55" y="39"/>
                </a:cxn>
                <a:cxn ang="0">
                  <a:pos x="52" y="33"/>
                </a:cxn>
                <a:cxn ang="0">
                  <a:pos x="47" y="27"/>
                </a:cxn>
                <a:cxn ang="0">
                  <a:pos x="40" y="22"/>
                </a:cxn>
                <a:cxn ang="0">
                  <a:pos x="25" y="6"/>
                </a:cxn>
                <a:cxn ang="0">
                  <a:pos x="34" y="0"/>
                </a:cxn>
                <a:cxn ang="0">
                  <a:pos x="38" y="1"/>
                </a:cxn>
                <a:cxn ang="0">
                  <a:pos x="41" y="3"/>
                </a:cxn>
                <a:cxn ang="0">
                  <a:pos x="46" y="6"/>
                </a:cxn>
                <a:cxn ang="0">
                  <a:pos x="52" y="9"/>
                </a:cxn>
                <a:cxn ang="0">
                  <a:pos x="57" y="13"/>
                </a:cxn>
                <a:cxn ang="0">
                  <a:pos x="62" y="20"/>
                </a:cxn>
                <a:cxn ang="0">
                  <a:pos x="67" y="27"/>
                </a:cxn>
                <a:cxn ang="0">
                  <a:pos x="70" y="33"/>
                </a:cxn>
                <a:cxn ang="0">
                  <a:pos x="73" y="40"/>
                </a:cxn>
                <a:cxn ang="0">
                  <a:pos x="74" y="46"/>
                </a:cxn>
                <a:cxn ang="0">
                  <a:pos x="74" y="53"/>
                </a:cxn>
                <a:cxn ang="0">
                  <a:pos x="72" y="59"/>
                </a:cxn>
                <a:cxn ang="0">
                  <a:pos x="68" y="65"/>
                </a:cxn>
                <a:cxn ang="0">
                  <a:pos x="63" y="71"/>
                </a:cxn>
                <a:cxn ang="0">
                  <a:pos x="57" y="76"/>
                </a:cxn>
                <a:cxn ang="0">
                  <a:pos x="50" y="79"/>
                </a:cxn>
                <a:cxn ang="0">
                  <a:pos x="43" y="81"/>
                </a:cxn>
                <a:cxn ang="0">
                  <a:pos x="37" y="81"/>
                </a:cxn>
                <a:cxn ang="0">
                  <a:pos x="30" y="80"/>
                </a:cxn>
                <a:cxn ang="0">
                  <a:pos x="25" y="78"/>
                </a:cxn>
                <a:cxn ang="0">
                  <a:pos x="20" y="76"/>
                </a:cxn>
                <a:cxn ang="0">
                  <a:pos x="18" y="73"/>
                </a:cxn>
                <a:cxn ang="0">
                  <a:pos x="14" y="70"/>
                </a:cxn>
                <a:cxn ang="0">
                  <a:pos x="10" y="66"/>
                </a:cxn>
                <a:cxn ang="0">
                  <a:pos x="7" y="62"/>
                </a:cxn>
                <a:cxn ang="0">
                  <a:pos x="3" y="55"/>
                </a:cxn>
                <a:cxn ang="0">
                  <a:pos x="2" y="48"/>
                </a:cxn>
                <a:cxn ang="0">
                  <a:pos x="0" y="43"/>
                </a:cxn>
                <a:cxn ang="0">
                  <a:pos x="0" y="38"/>
                </a:cxn>
                <a:cxn ang="0">
                  <a:pos x="1" y="33"/>
                </a:cxn>
                <a:cxn ang="0">
                  <a:pos x="1" y="28"/>
                </a:cxn>
                <a:cxn ang="0">
                  <a:pos x="2" y="23"/>
                </a:cxn>
                <a:cxn ang="0">
                  <a:pos x="5" y="17"/>
                </a:cxn>
                <a:cxn ang="0">
                  <a:pos x="9" y="12"/>
                </a:cxn>
                <a:cxn ang="0">
                  <a:pos x="15" y="8"/>
                </a:cxn>
                <a:cxn ang="0">
                  <a:pos x="20" y="5"/>
                </a:cxn>
                <a:cxn ang="0">
                  <a:pos x="21" y="5"/>
                </a:cxn>
              </a:cxnLst>
              <a:rect l="0" t="0" r="0" b="0"/>
              <a:pathLst>
                <a:path w="74" h="81">
                  <a:moveTo>
                    <a:pt x="21" y="5"/>
                  </a:moveTo>
                  <a:lnTo>
                    <a:pt x="31" y="18"/>
                  </a:lnTo>
                  <a:lnTo>
                    <a:pt x="30" y="18"/>
                  </a:lnTo>
                  <a:lnTo>
                    <a:pt x="27" y="20"/>
                  </a:lnTo>
                  <a:lnTo>
                    <a:pt x="23" y="23"/>
                  </a:lnTo>
                  <a:lnTo>
                    <a:pt x="21" y="27"/>
                  </a:lnTo>
                  <a:lnTo>
                    <a:pt x="19" y="28"/>
                  </a:lnTo>
                  <a:lnTo>
                    <a:pt x="17" y="31"/>
                  </a:lnTo>
                  <a:lnTo>
                    <a:pt x="16" y="34"/>
                  </a:lnTo>
                  <a:lnTo>
                    <a:pt x="16" y="37"/>
                  </a:lnTo>
                  <a:lnTo>
                    <a:pt x="16" y="40"/>
                  </a:lnTo>
                  <a:lnTo>
                    <a:pt x="17" y="44"/>
                  </a:lnTo>
                  <a:lnTo>
                    <a:pt x="18" y="47"/>
                  </a:lnTo>
                  <a:lnTo>
                    <a:pt x="21" y="51"/>
                  </a:lnTo>
                  <a:lnTo>
                    <a:pt x="22" y="54"/>
                  </a:lnTo>
                  <a:lnTo>
                    <a:pt x="25" y="57"/>
                  </a:lnTo>
                  <a:lnTo>
                    <a:pt x="27" y="60"/>
                  </a:lnTo>
                  <a:lnTo>
                    <a:pt x="30" y="63"/>
                  </a:lnTo>
                  <a:lnTo>
                    <a:pt x="34" y="65"/>
                  </a:lnTo>
                  <a:lnTo>
                    <a:pt x="39" y="67"/>
                  </a:lnTo>
                  <a:lnTo>
                    <a:pt x="41" y="67"/>
                  </a:lnTo>
                  <a:lnTo>
                    <a:pt x="45" y="66"/>
                  </a:lnTo>
                  <a:lnTo>
                    <a:pt x="48" y="65"/>
                  </a:lnTo>
                  <a:lnTo>
                    <a:pt x="51" y="62"/>
                  </a:lnTo>
                  <a:lnTo>
                    <a:pt x="52" y="58"/>
                  </a:lnTo>
                  <a:lnTo>
                    <a:pt x="55" y="54"/>
                  </a:lnTo>
                  <a:lnTo>
                    <a:pt x="55" y="52"/>
                  </a:lnTo>
                  <a:lnTo>
                    <a:pt x="55" y="49"/>
                  </a:lnTo>
                  <a:lnTo>
                    <a:pt x="56" y="47"/>
                  </a:lnTo>
                  <a:lnTo>
                    <a:pt x="56" y="45"/>
                  </a:lnTo>
                  <a:lnTo>
                    <a:pt x="55" y="42"/>
                  </a:lnTo>
                  <a:lnTo>
                    <a:pt x="55" y="39"/>
                  </a:lnTo>
                  <a:lnTo>
                    <a:pt x="54" y="36"/>
                  </a:lnTo>
                  <a:lnTo>
                    <a:pt x="52" y="33"/>
                  </a:lnTo>
                  <a:lnTo>
                    <a:pt x="50" y="30"/>
                  </a:lnTo>
                  <a:lnTo>
                    <a:pt x="47" y="27"/>
                  </a:lnTo>
                  <a:lnTo>
                    <a:pt x="44" y="25"/>
                  </a:lnTo>
                  <a:lnTo>
                    <a:pt x="40" y="22"/>
                  </a:lnTo>
                  <a:lnTo>
                    <a:pt x="34" y="17"/>
                  </a:lnTo>
                  <a:lnTo>
                    <a:pt x="25" y="6"/>
                  </a:lnTo>
                  <a:lnTo>
                    <a:pt x="34" y="0"/>
                  </a:lnTo>
                  <a:lnTo>
                    <a:pt x="37" y="1"/>
                  </a:lnTo>
                  <a:lnTo>
                    <a:pt x="38" y="1"/>
                  </a:lnTo>
                  <a:lnTo>
                    <a:pt x="39" y="2"/>
                  </a:lnTo>
                  <a:lnTo>
                    <a:pt x="41" y="3"/>
                  </a:lnTo>
                  <a:lnTo>
                    <a:pt x="44" y="5"/>
                  </a:lnTo>
                  <a:lnTo>
                    <a:pt x="46" y="6"/>
                  </a:lnTo>
                  <a:lnTo>
                    <a:pt x="49" y="8"/>
                  </a:lnTo>
                  <a:lnTo>
                    <a:pt x="52" y="9"/>
                  </a:lnTo>
                  <a:lnTo>
                    <a:pt x="55" y="11"/>
                  </a:lnTo>
                  <a:lnTo>
                    <a:pt x="57" y="13"/>
                  </a:lnTo>
                  <a:lnTo>
                    <a:pt x="59" y="16"/>
                  </a:lnTo>
                  <a:lnTo>
                    <a:pt x="62" y="20"/>
                  </a:lnTo>
                  <a:lnTo>
                    <a:pt x="65" y="24"/>
                  </a:lnTo>
                  <a:lnTo>
                    <a:pt x="67" y="27"/>
                  </a:lnTo>
                  <a:lnTo>
                    <a:pt x="69" y="30"/>
                  </a:lnTo>
                  <a:lnTo>
                    <a:pt x="70" y="33"/>
                  </a:lnTo>
                  <a:lnTo>
                    <a:pt x="72" y="37"/>
                  </a:lnTo>
                  <a:lnTo>
                    <a:pt x="73" y="40"/>
                  </a:lnTo>
                  <a:lnTo>
                    <a:pt x="74" y="44"/>
                  </a:lnTo>
                  <a:lnTo>
                    <a:pt x="74" y="46"/>
                  </a:lnTo>
                  <a:lnTo>
                    <a:pt x="74" y="50"/>
                  </a:lnTo>
                  <a:lnTo>
                    <a:pt x="74" y="53"/>
                  </a:lnTo>
                  <a:lnTo>
                    <a:pt x="73" y="56"/>
                  </a:lnTo>
                  <a:lnTo>
                    <a:pt x="72" y="59"/>
                  </a:lnTo>
                  <a:lnTo>
                    <a:pt x="70" y="63"/>
                  </a:lnTo>
                  <a:lnTo>
                    <a:pt x="68" y="65"/>
                  </a:lnTo>
                  <a:lnTo>
                    <a:pt x="66" y="68"/>
                  </a:lnTo>
                  <a:lnTo>
                    <a:pt x="63" y="71"/>
                  </a:lnTo>
                  <a:lnTo>
                    <a:pt x="60" y="74"/>
                  </a:lnTo>
                  <a:lnTo>
                    <a:pt x="57" y="76"/>
                  </a:lnTo>
                  <a:lnTo>
                    <a:pt x="54" y="78"/>
                  </a:lnTo>
                  <a:lnTo>
                    <a:pt x="50" y="79"/>
                  </a:lnTo>
                  <a:lnTo>
                    <a:pt x="47" y="80"/>
                  </a:lnTo>
                  <a:lnTo>
                    <a:pt x="43" y="81"/>
                  </a:lnTo>
                  <a:lnTo>
                    <a:pt x="39" y="81"/>
                  </a:lnTo>
                  <a:lnTo>
                    <a:pt x="37" y="81"/>
                  </a:lnTo>
                  <a:lnTo>
                    <a:pt x="34" y="81"/>
                  </a:lnTo>
                  <a:lnTo>
                    <a:pt x="30" y="80"/>
                  </a:lnTo>
                  <a:lnTo>
                    <a:pt x="27" y="79"/>
                  </a:lnTo>
                  <a:lnTo>
                    <a:pt x="25" y="78"/>
                  </a:lnTo>
                  <a:lnTo>
                    <a:pt x="23" y="78"/>
                  </a:lnTo>
                  <a:lnTo>
                    <a:pt x="20" y="76"/>
                  </a:lnTo>
                  <a:lnTo>
                    <a:pt x="19" y="75"/>
                  </a:lnTo>
                  <a:lnTo>
                    <a:pt x="18" y="73"/>
                  </a:lnTo>
                  <a:lnTo>
                    <a:pt x="15" y="71"/>
                  </a:lnTo>
                  <a:lnTo>
                    <a:pt x="14" y="70"/>
                  </a:lnTo>
                  <a:lnTo>
                    <a:pt x="12" y="68"/>
                  </a:lnTo>
                  <a:lnTo>
                    <a:pt x="10" y="66"/>
                  </a:lnTo>
                  <a:lnTo>
                    <a:pt x="9" y="65"/>
                  </a:lnTo>
                  <a:lnTo>
                    <a:pt x="7" y="62"/>
                  </a:lnTo>
                  <a:lnTo>
                    <a:pt x="5" y="59"/>
                  </a:lnTo>
                  <a:lnTo>
                    <a:pt x="3" y="55"/>
                  </a:lnTo>
                  <a:lnTo>
                    <a:pt x="2" y="52"/>
                  </a:lnTo>
                  <a:lnTo>
                    <a:pt x="2" y="48"/>
                  </a:lnTo>
                  <a:lnTo>
                    <a:pt x="1" y="45"/>
                  </a:lnTo>
                  <a:lnTo>
                    <a:pt x="0" y="43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1" y="36"/>
                  </a:lnTo>
                  <a:lnTo>
                    <a:pt x="1" y="33"/>
                  </a:lnTo>
                  <a:lnTo>
                    <a:pt x="1" y="31"/>
                  </a:lnTo>
                  <a:lnTo>
                    <a:pt x="1" y="28"/>
                  </a:lnTo>
                  <a:lnTo>
                    <a:pt x="2" y="27"/>
                  </a:lnTo>
                  <a:lnTo>
                    <a:pt x="2" y="23"/>
                  </a:lnTo>
                  <a:lnTo>
                    <a:pt x="4" y="20"/>
                  </a:lnTo>
                  <a:lnTo>
                    <a:pt x="5" y="17"/>
                  </a:lnTo>
                  <a:lnTo>
                    <a:pt x="7" y="14"/>
                  </a:lnTo>
                  <a:lnTo>
                    <a:pt x="9" y="12"/>
                  </a:lnTo>
                  <a:lnTo>
                    <a:pt x="11" y="10"/>
                  </a:lnTo>
                  <a:lnTo>
                    <a:pt x="15" y="8"/>
                  </a:lnTo>
                  <a:lnTo>
                    <a:pt x="18" y="6"/>
                  </a:lnTo>
                  <a:lnTo>
                    <a:pt x="20" y="5"/>
                  </a:lnTo>
                  <a:lnTo>
                    <a:pt x="21" y="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4" name="Freeform 94"/>
            <p:cNvSpPr/>
            <p:nvPr/>
          </p:nvSpPr>
          <p:spPr>
            <a:xfrm>
              <a:off x="2824" y="1952"/>
              <a:ext cx="17" cy="18"/>
            </a:xfrm>
            <a:custGeom>
              <a:avLst/>
              <a:gdLst/>
              <a:ahLst/>
              <a:cxnLst>
                <a:cxn ang="0">
                  <a:pos x="17" y="14"/>
                </a:cxn>
                <a:cxn ang="0">
                  <a:pos x="5" y="18"/>
                </a:cxn>
                <a:cxn ang="0">
                  <a:pos x="0" y="7"/>
                </a:cxn>
                <a:cxn ang="0">
                  <a:pos x="3" y="0"/>
                </a:cxn>
                <a:cxn ang="0">
                  <a:pos x="11" y="2"/>
                </a:cxn>
                <a:cxn ang="0">
                  <a:pos x="17" y="14"/>
                </a:cxn>
                <a:cxn ang="0">
                  <a:pos x="17" y="14"/>
                </a:cxn>
              </a:cxnLst>
              <a:rect l="0" t="0" r="0" b="0"/>
              <a:pathLst>
                <a:path w="17" h="18">
                  <a:moveTo>
                    <a:pt x="17" y="14"/>
                  </a:moveTo>
                  <a:lnTo>
                    <a:pt x="5" y="18"/>
                  </a:lnTo>
                  <a:lnTo>
                    <a:pt x="0" y="7"/>
                  </a:lnTo>
                  <a:lnTo>
                    <a:pt x="3" y="0"/>
                  </a:lnTo>
                  <a:lnTo>
                    <a:pt x="11" y="2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5" name="Freeform 95"/>
            <p:cNvSpPr/>
            <p:nvPr/>
          </p:nvSpPr>
          <p:spPr>
            <a:xfrm>
              <a:off x="2754" y="1867"/>
              <a:ext cx="48" cy="49"/>
            </a:xfrm>
            <a:custGeom>
              <a:avLst/>
              <a:gdLst/>
              <a:ahLst/>
              <a:cxnLst>
                <a:cxn ang="0">
                  <a:pos x="0" y="39"/>
                </a:cxn>
                <a:cxn ang="0">
                  <a:pos x="38" y="0"/>
                </a:cxn>
                <a:cxn ang="0">
                  <a:pos x="48" y="48"/>
                </a:cxn>
                <a:cxn ang="0">
                  <a:pos x="33" y="49"/>
                </a:cxn>
                <a:cxn ang="0">
                  <a:pos x="30" y="32"/>
                </a:cxn>
                <a:cxn ang="0">
                  <a:pos x="16" y="45"/>
                </a:cxn>
                <a:cxn ang="0">
                  <a:pos x="0" y="39"/>
                </a:cxn>
                <a:cxn ang="0">
                  <a:pos x="0" y="39"/>
                </a:cxn>
              </a:cxnLst>
              <a:rect l="0" t="0" r="0" b="0"/>
              <a:pathLst>
                <a:path w="48" h="49">
                  <a:moveTo>
                    <a:pt x="0" y="39"/>
                  </a:moveTo>
                  <a:lnTo>
                    <a:pt x="38" y="0"/>
                  </a:lnTo>
                  <a:lnTo>
                    <a:pt x="48" y="48"/>
                  </a:lnTo>
                  <a:lnTo>
                    <a:pt x="33" y="49"/>
                  </a:lnTo>
                  <a:lnTo>
                    <a:pt x="30" y="32"/>
                  </a:lnTo>
                  <a:lnTo>
                    <a:pt x="16" y="4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6" name="Freeform 96"/>
            <p:cNvSpPr/>
            <p:nvPr/>
          </p:nvSpPr>
          <p:spPr>
            <a:xfrm>
              <a:off x="2661" y="1943"/>
              <a:ext cx="58" cy="49"/>
            </a:xfrm>
            <a:custGeom>
              <a:avLst/>
              <a:gdLst/>
              <a:ahLst/>
              <a:cxnLst>
                <a:cxn ang="0">
                  <a:pos x="53" y="0"/>
                </a:cxn>
                <a:cxn ang="0">
                  <a:pos x="0" y="19"/>
                </a:cxn>
                <a:cxn ang="0">
                  <a:pos x="38" y="49"/>
                </a:cxn>
                <a:cxn ang="0">
                  <a:pos x="47" y="37"/>
                </a:cxn>
                <a:cxn ang="0">
                  <a:pos x="31" y="23"/>
                </a:cxn>
                <a:cxn ang="0">
                  <a:pos x="58" y="15"/>
                </a:cxn>
                <a:cxn ang="0">
                  <a:pos x="53" y="0"/>
                </a:cxn>
                <a:cxn ang="0">
                  <a:pos x="53" y="0"/>
                </a:cxn>
              </a:cxnLst>
              <a:rect l="0" t="0" r="0" b="0"/>
              <a:pathLst>
                <a:path w="58" h="49">
                  <a:moveTo>
                    <a:pt x="53" y="0"/>
                  </a:moveTo>
                  <a:lnTo>
                    <a:pt x="0" y="19"/>
                  </a:lnTo>
                  <a:lnTo>
                    <a:pt x="38" y="49"/>
                  </a:lnTo>
                  <a:lnTo>
                    <a:pt x="47" y="37"/>
                  </a:lnTo>
                  <a:lnTo>
                    <a:pt x="31" y="23"/>
                  </a:lnTo>
                  <a:lnTo>
                    <a:pt x="58" y="15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7" name="Freeform 97"/>
            <p:cNvSpPr/>
            <p:nvPr/>
          </p:nvSpPr>
          <p:spPr>
            <a:xfrm>
              <a:off x="2609" y="1924"/>
              <a:ext cx="95" cy="52"/>
            </a:xfrm>
            <a:custGeom>
              <a:avLst/>
              <a:gdLst/>
              <a:ahLst/>
              <a:cxnLst>
                <a:cxn ang="0">
                  <a:pos x="95" y="15"/>
                </a:cxn>
                <a:cxn ang="0">
                  <a:pos x="92" y="15"/>
                </a:cxn>
                <a:cxn ang="0">
                  <a:pos x="88" y="15"/>
                </a:cxn>
                <a:cxn ang="0">
                  <a:pos x="85" y="16"/>
                </a:cxn>
                <a:cxn ang="0">
                  <a:pos x="79" y="17"/>
                </a:cxn>
                <a:cxn ang="0">
                  <a:pos x="73" y="19"/>
                </a:cxn>
                <a:cxn ang="0">
                  <a:pos x="67" y="20"/>
                </a:cxn>
                <a:cxn ang="0">
                  <a:pos x="61" y="22"/>
                </a:cxn>
                <a:cxn ang="0">
                  <a:pos x="54" y="25"/>
                </a:cxn>
                <a:cxn ang="0">
                  <a:pos x="47" y="27"/>
                </a:cxn>
                <a:cxn ang="0">
                  <a:pos x="40" y="31"/>
                </a:cxn>
                <a:cxn ang="0">
                  <a:pos x="33" y="34"/>
                </a:cxn>
                <a:cxn ang="0">
                  <a:pos x="27" y="37"/>
                </a:cxn>
                <a:cxn ang="0">
                  <a:pos x="21" y="42"/>
                </a:cxn>
                <a:cxn ang="0">
                  <a:pos x="16" y="47"/>
                </a:cxn>
                <a:cxn ang="0">
                  <a:pos x="12" y="52"/>
                </a:cxn>
                <a:cxn ang="0">
                  <a:pos x="0" y="41"/>
                </a:cxn>
                <a:cxn ang="0">
                  <a:pos x="2" y="38"/>
                </a:cxn>
                <a:cxn ang="0">
                  <a:pos x="8" y="34"/>
                </a:cxn>
                <a:cxn ang="0">
                  <a:pos x="13" y="29"/>
                </a:cxn>
                <a:cxn ang="0">
                  <a:pos x="18" y="26"/>
                </a:cxn>
                <a:cxn ang="0">
                  <a:pos x="23" y="22"/>
                </a:cxn>
                <a:cxn ang="0">
                  <a:pos x="29" y="19"/>
                </a:cxn>
                <a:cxn ang="0">
                  <a:pos x="35" y="15"/>
                </a:cxn>
                <a:cxn ang="0">
                  <a:pos x="42" y="13"/>
                </a:cxn>
                <a:cxn ang="0">
                  <a:pos x="50" y="9"/>
                </a:cxn>
                <a:cxn ang="0">
                  <a:pos x="56" y="7"/>
                </a:cxn>
                <a:cxn ang="0">
                  <a:pos x="61" y="6"/>
                </a:cxn>
                <a:cxn ang="0">
                  <a:pos x="66" y="4"/>
                </a:cxn>
                <a:cxn ang="0">
                  <a:pos x="70" y="3"/>
                </a:cxn>
                <a:cxn ang="0">
                  <a:pos x="75" y="2"/>
                </a:cxn>
                <a:cxn ang="0">
                  <a:pos x="81" y="2"/>
                </a:cxn>
                <a:cxn ang="0">
                  <a:pos x="91" y="0"/>
                </a:cxn>
              </a:cxnLst>
              <a:rect l="0" t="0" r="0" b="0"/>
              <a:pathLst>
                <a:path w="95" h="52">
                  <a:moveTo>
                    <a:pt x="91" y="0"/>
                  </a:moveTo>
                  <a:lnTo>
                    <a:pt x="95" y="15"/>
                  </a:lnTo>
                  <a:lnTo>
                    <a:pt x="94" y="15"/>
                  </a:lnTo>
                  <a:lnTo>
                    <a:pt x="92" y="15"/>
                  </a:lnTo>
                  <a:lnTo>
                    <a:pt x="90" y="15"/>
                  </a:lnTo>
                  <a:lnTo>
                    <a:pt x="88" y="15"/>
                  </a:lnTo>
                  <a:lnTo>
                    <a:pt x="86" y="15"/>
                  </a:lnTo>
                  <a:lnTo>
                    <a:pt x="85" y="16"/>
                  </a:lnTo>
                  <a:lnTo>
                    <a:pt x="82" y="16"/>
                  </a:lnTo>
                  <a:lnTo>
                    <a:pt x="79" y="17"/>
                  </a:lnTo>
                  <a:lnTo>
                    <a:pt x="76" y="17"/>
                  </a:lnTo>
                  <a:lnTo>
                    <a:pt x="73" y="19"/>
                  </a:lnTo>
                  <a:lnTo>
                    <a:pt x="70" y="19"/>
                  </a:lnTo>
                  <a:lnTo>
                    <a:pt x="67" y="20"/>
                  </a:lnTo>
                  <a:lnTo>
                    <a:pt x="64" y="21"/>
                  </a:lnTo>
                  <a:lnTo>
                    <a:pt x="61" y="22"/>
                  </a:lnTo>
                  <a:lnTo>
                    <a:pt x="58" y="23"/>
                  </a:lnTo>
                  <a:lnTo>
                    <a:pt x="54" y="25"/>
                  </a:lnTo>
                  <a:lnTo>
                    <a:pt x="50" y="26"/>
                  </a:lnTo>
                  <a:lnTo>
                    <a:pt x="47" y="27"/>
                  </a:lnTo>
                  <a:lnTo>
                    <a:pt x="44" y="29"/>
                  </a:lnTo>
                  <a:lnTo>
                    <a:pt x="40" y="31"/>
                  </a:lnTo>
                  <a:lnTo>
                    <a:pt x="36" y="33"/>
                  </a:lnTo>
                  <a:lnTo>
                    <a:pt x="33" y="34"/>
                  </a:lnTo>
                  <a:lnTo>
                    <a:pt x="30" y="35"/>
                  </a:lnTo>
                  <a:lnTo>
                    <a:pt x="27" y="37"/>
                  </a:lnTo>
                  <a:lnTo>
                    <a:pt x="24" y="39"/>
                  </a:lnTo>
                  <a:lnTo>
                    <a:pt x="21" y="42"/>
                  </a:lnTo>
                  <a:lnTo>
                    <a:pt x="18" y="44"/>
                  </a:lnTo>
                  <a:lnTo>
                    <a:pt x="16" y="47"/>
                  </a:lnTo>
                  <a:lnTo>
                    <a:pt x="14" y="50"/>
                  </a:lnTo>
                  <a:lnTo>
                    <a:pt x="12" y="52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1" y="40"/>
                  </a:lnTo>
                  <a:lnTo>
                    <a:pt x="2" y="38"/>
                  </a:lnTo>
                  <a:lnTo>
                    <a:pt x="5" y="36"/>
                  </a:lnTo>
                  <a:lnTo>
                    <a:pt x="8" y="34"/>
                  </a:lnTo>
                  <a:lnTo>
                    <a:pt x="11" y="31"/>
                  </a:lnTo>
                  <a:lnTo>
                    <a:pt x="13" y="29"/>
                  </a:lnTo>
                  <a:lnTo>
                    <a:pt x="15" y="28"/>
                  </a:lnTo>
                  <a:lnTo>
                    <a:pt x="18" y="26"/>
                  </a:lnTo>
                  <a:lnTo>
                    <a:pt x="21" y="25"/>
                  </a:lnTo>
                  <a:lnTo>
                    <a:pt x="23" y="22"/>
                  </a:lnTo>
                  <a:lnTo>
                    <a:pt x="26" y="21"/>
                  </a:lnTo>
                  <a:lnTo>
                    <a:pt x="29" y="19"/>
                  </a:lnTo>
                  <a:lnTo>
                    <a:pt x="31" y="17"/>
                  </a:lnTo>
                  <a:lnTo>
                    <a:pt x="35" y="15"/>
                  </a:lnTo>
                  <a:lnTo>
                    <a:pt x="38" y="15"/>
                  </a:lnTo>
                  <a:lnTo>
                    <a:pt x="42" y="13"/>
                  </a:lnTo>
                  <a:lnTo>
                    <a:pt x="47" y="12"/>
                  </a:lnTo>
                  <a:lnTo>
                    <a:pt x="50" y="9"/>
                  </a:lnTo>
                  <a:lnTo>
                    <a:pt x="54" y="8"/>
                  </a:lnTo>
                  <a:lnTo>
                    <a:pt x="56" y="7"/>
                  </a:lnTo>
                  <a:lnTo>
                    <a:pt x="58" y="7"/>
                  </a:lnTo>
                  <a:lnTo>
                    <a:pt x="61" y="6"/>
                  </a:lnTo>
                  <a:lnTo>
                    <a:pt x="64" y="5"/>
                  </a:lnTo>
                  <a:lnTo>
                    <a:pt x="66" y="4"/>
                  </a:lnTo>
                  <a:lnTo>
                    <a:pt x="68" y="4"/>
                  </a:lnTo>
                  <a:lnTo>
                    <a:pt x="70" y="3"/>
                  </a:lnTo>
                  <a:lnTo>
                    <a:pt x="73" y="3"/>
                  </a:lnTo>
                  <a:lnTo>
                    <a:pt x="75" y="2"/>
                  </a:lnTo>
                  <a:lnTo>
                    <a:pt x="78" y="2"/>
                  </a:lnTo>
                  <a:lnTo>
                    <a:pt x="81" y="2"/>
                  </a:lnTo>
                  <a:lnTo>
                    <a:pt x="83" y="2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8" name="Freeform 98"/>
            <p:cNvSpPr/>
            <p:nvPr/>
          </p:nvSpPr>
          <p:spPr>
            <a:xfrm>
              <a:off x="2538" y="2004"/>
              <a:ext cx="36" cy="28"/>
            </a:xfrm>
            <a:custGeom>
              <a:avLst/>
              <a:gdLst/>
              <a:ahLst/>
              <a:cxnLst>
                <a:cxn ang="0">
                  <a:pos x="36" y="28"/>
                </a:cxn>
                <a:cxn ang="0">
                  <a:pos x="35" y="28"/>
                </a:cxn>
                <a:cxn ang="0">
                  <a:pos x="34" y="28"/>
                </a:cxn>
                <a:cxn ang="0">
                  <a:pos x="31" y="28"/>
                </a:cxn>
                <a:cxn ang="0">
                  <a:pos x="29" y="28"/>
                </a:cxn>
                <a:cxn ang="0">
                  <a:pos x="26" y="28"/>
                </a:cxn>
                <a:cxn ang="0">
                  <a:pos x="23" y="28"/>
                </a:cxn>
                <a:cxn ang="0">
                  <a:pos x="20" y="28"/>
                </a:cxn>
                <a:cxn ang="0">
                  <a:pos x="16" y="28"/>
                </a:cxn>
                <a:cxn ang="0">
                  <a:pos x="12" y="27"/>
                </a:cxn>
                <a:cxn ang="0">
                  <a:pos x="9" y="25"/>
                </a:cxn>
                <a:cxn ang="0">
                  <a:pos x="6" y="24"/>
                </a:cxn>
                <a:cxn ang="0">
                  <a:pos x="4" y="22"/>
                </a:cxn>
                <a:cxn ang="0">
                  <a:pos x="1" y="20"/>
                </a:cxn>
                <a:cxn ang="0">
                  <a:pos x="0" y="17"/>
                </a:cxn>
                <a:cxn ang="0">
                  <a:pos x="0" y="13"/>
                </a:cxn>
                <a:cxn ang="0">
                  <a:pos x="0" y="10"/>
                </a:cxn>
                <a:cxn ang="0">
                  <a:pos x="1" y="7"/>
                </a:cxn>
                <a:cxn ang="0">
                  <a:pos x="2" y="4"/>
                </a:cxn>
                <a:cxn ang="0">
                  <a:pos x="3" y="2"/>
                </a:cxn>
                <a:cxn ang="0">
                  <a:pos x="5" y="1"/>
                </a:cxn>
                <a:cxn ang="0">
                  <a:pos x="7" y="0"/>
                </a:cxn>
                <a:cxn ang="0">
                  <a:pos x="10" y="2"/>
                </a:cxn>
                <a:cxn ang="0">
                  <a:pos x="13" y="4"/>
                </a:cxn>
                <a:cxn ang="0">
                  <a:pos x="16" y="6"/>
                </a:cxn>
                <a:cxn ang="0">
                  <a:pos x="18" y="8"/>
                </a:cxn>
                <a:cxn ang="0">
                  <a:pos x="19" y="10"/>
                </a:cxn>
                <a:cxn ang="0">
                  <a:pos x="19" y="17"/>
                </a:cxn>
                <a:cxn ang="0">
                  <a:pos x="30" y="19"/>
                </a:cxn>
                <a:cxn ang="0">
                  <a:pos x="36" y="28"/>
                </a:cxn>
                <a:cxn ang="0">
                  <a:pos x="36" y="28"/>
                </a:cxn>
              </a:cxnLst>
              <a:rect l="0" t="0" r="0" b="0"/>
              <a:pathLst>
                <a:path w="36" h="28">
                  <a:moveTo>
                    <a:pt x="36" y="28"/>
                  </a:moveTo>
                  <a:lnTo>
                    <a:pt x="35" y="28"/>
                  </a:lnTo>
                  <a:lnTo>
                    <a:pt x="34" y="28"/>
                  </a:lnTo>
                  <a:lnTo>
                    <a:pt x="31" y="28"/>
                  </a:lnTo>
                  <a:lnTo>
                    <a:pt x="29" y="28"/>
                  </a:lnTo>
                  <a:lnTo>
                    <a:pt x="26" y="28"/>
                  </a:lnTo>
                  <a:lnTo>
                    <a:pt x="23" y="28"/>
                  </a:lnTo>
                  <a:lnTo>
                    <a:pt x="20" y="28"/>
                  </a:lnTo>
                  <a:lnTo>
                    <a:pt x="16" y="28"/>
                  </a:lnTo>
                  <a:lnTo>
                    <a:pt x="12" y="27"/>
                  </a:lnTo>
                  <a:lnTo>
                    <a:pt x="9" y="25"/>
                  </a:lnTo>
                  <a:lnTo>
                    <a:pt x="6" y="24"/>
                  </a:lnTo>
                  <a:lnTo>
                    <a:pt x="4" y="22"/>
                  </a:lnTo>
                  <a:lnTo>
                    <a:pt x="1" y="20"/>
                  </a:lnTo>
                  <a:lnTo>
                    <a:pt x="0" y="17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1" y="7"/>
                  </a:lnTo>
                  <a:lnTo>
                    <a:pt x="2" y="4"/>
                  </a:lnTo>
                  <a:lnTo>
                    <a:pt x="3" y="2"/>
                  </a:lnTo>
                  <a:lnTo>
                    <a:pt x="5" y="1"/>
                  </a:lnTo>
                  <a:lnTo>
                    <a:pt x="7" y="0"/>
                  </a:lnTo>
                  <a:lnTo>
                    <a:pt x="10" y="2"/>
                  </a:lnTo>
                  <a:lnTo>
                    <a:pt x="13" y="4"/>
                  </a:lnTo>
                  <a:lnTo>
                    <a:pt x="16" y="6"/>
                  </a:lnTo>
                  <a:lnTo>
                    <a:pt x="18" y="8"/>
                  </a:lnTo>
                  <a:lnTo>
                    <a:pt x="19" y="10"/>
                  </a:lnTo>
                  <a:lnTo>
                    <a:pt x="19" y="17"/>
                  </a:lnTo>
                  <a:lnTo>
                    <a:pt x="30" y="19"/>
                  </a:lnTo>
                  <a:lnTo>
                    <a:pt x="36" y="2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59" name="Freeform 99"/>
            <p:cNvSpPr/>
            <p:nvPr/>
          </p:nvSpPr>
          <p:spPr>
            <a:xfrm>
              <a:off x="2846" y="1981"/>
              <a:ext cx="10" cy="10"/>
            </a:xfrm>
            <a:custGeom>
              <a:avLst/>
              <a:gdLst/>
              <a:ahLst/>
              <a:cxnLst>
                <a:cxn ang="0">
                  <a:pos x="8" y="10"/>
                </a:cxn>
                <a:cxn ang="0">
                  <a:pos x="6" y="10"/>
                </a:cxn>
                <a:cxn ang="0">
                  <a:pos x="4" y="10"/>
                </a:cxn>
                <a:cxn ang="0">
                  <a:pos x="2" y="9"/>
                </a:cxn>
                <a:cxn ang="0">
                  <a:pos x="1" y="8"/>
                </a:cxn>
                <a:cxn ang="0">
                  <a:pos x="0" y="6"/>
                </a:cxn>
                <a:cxn ang="0">
                  <a:pos x="0" y="4"/>
                </a:cxn>
                <a:cxn ang="0">
                  <a:pos x="0" y="2"/>
                </a:cxn>
                <a:cxn ang="0">
                  <a:pos x="2" y="1"/>
                </a:cxn>
                <a:cxn ang="0">
                  <a:pos x="6" y="0"/>
                </a:cxn>
                <a:cxn ang="0">
                  <a:pos x="10" y="3"/>
                </a:cxn>
                <a:cxn ang="0">
                  <a:pos x="10" y="6"/>
                </a:cxn>
                <a:cxn ang="0">
                  <a:pos x="8" y="10"/>
                </a:cxn>
                <a:cxn ang="0">
                  <a:pos x="8" y="10"/>
                </a:cxn>
              </a:cxnLst>
              <a:rect l="0" t="0" r="0" b="0"/>
              <a:pathLst>
                <a:path w="10" h="10">
                  <a:moveTo>
                    <a:pt x="8" y="10"/>
                  </a:moveTo>
                  <a:lnTo>
                    <a:pt x="6" y="10"/>
                  </a:lnTo>
                  <a:lnTo>
                    <a:pt x="4" y="10"/>
                  </a:lnTo>
                  <a:lnTo>
                    <a:pt x="2" y="9"/>
                  </a:lnTo>
                  <a:lnTo>
                    <a:pt x="1" y="8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1"/>
                  </a:lnTo>
                  <a:lnTo>
                    <a:pt x="6" y="0"/>
                  </a:lnTo>
                  <a:lnTo>
                    <a:pt x="10" y="3"/>
                  </a:lnTo>
                  <a:lnTo>
                    <a:pt x="10" y="6"/>
                  </a:lnTo>
                  <a:lnTo>
                    <a:pt x="8" y="1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0" name="Freeform 100"/>
            <p:cNvSpPr/>
            <p:nvPr/>
          </p:nvSpPr>
          <p:spPr>
            <a:xfrm>
              <a:off x="2832" y="1989"/>
              <a:ext cx="10" cy="10"/>
            </a:xfrm>
            <a:custGeom>
              <a:avLst/>
              <a:gdLst/>
              <a:ahLst/>
              <a:cxnLst>
                <a:cxn ang="0">
                  <a:pos x="9" y="9"/>
                </a:cxn>
                <a:cxn ang="0">
                  <a:pos x="4" y="10"/>
                </a:cxn>
                <a:cxn ang="0">
                  <a:pos x="1" y="8"/>
                </a:cxn>
                <a:cxn ang="0">
                  <a:pos x="0" y="6"/>
                </a:cxn>
                <a:cxn ang="0">
                  <a:pos x="0" y="5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4" y="0"/>
                </a:cxn>
                <a:cxn ang="0">
                  <a:pos x="6" y="0"/>
                </a:cxn>
                <a:cxn ang="0">
                  <a:pos x="8" y="1"/>
                </a:cxn>
                <a:cxn ang="0">
                  <a:pos x="9" y="3"/>
                </a:cxn>
                <a:cxn ang="0">
                  <a:pos x="10" y="6"/>
                </a:cxn>
                <a:cxn ang="0">
                  <a:pos x="9" y="9"/>
                </a:cxn>
                <a:cxn ang="0">
                  <a:pos x="9" y="9"/>
                </a:cxn>
              </a:cxnLst>
              <a:rect l="0" t="0" r="0" b="0"/>
              <a:pathLst>
                <a:path w="10" h="10">
                  <a:moveTo>
                    <a:pt x="9" y="9"/>
                  </a:moveTo>
                  <a:lnTo>
                    <a:pt x="4" y="10"/>
                  </a:lnTo>
                  <a:lnTo>
                    <a:pt x="1" y="8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3"/>
                  </a:lnTo>
                  <a:lnTo>
                    <a:pt x="2" y="2"/>
                  </a:lnTo>
                  <a:lnTo>
                    <a:pt x="4" y="0"/>
                  </a:lnTo>
                  <a:lnTo>
                    <a:pt x="6" y="0"/>
                  </a:lnTo>
                  <a:lnTo>
                    <a:pt x="8" y="1"/>
                  </a:lnTo>
                  <a:lnTo>
                    <a:pt x="9" y="3"/>
                  </a:lnTo>
                  <a:lnTo>
                    <a:pt x="10" y="6"/>
                  </a:lnTo>
                  <a:lnTo>
                    <a:pt x="9" y="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1" name="Freeform 101"/>
            <p:cNvSpPr/>
            <p:nvPr/>
          </p:nvSpPr>
          <p:spPr>
            <a:xfrm>
              <a:off x="2752" y="1933"/>
              <a:ext cx="10" cy="9"/>
            </a:xfrm>
            <a:custGeom>
              <a:avLst/>
              <a:gdLst/>
              <a:ahLst/>
              <a:cxnLst>
                <a:cxn ang="0">
                  <a:pos x="9" y="8"/>
                </a:cxn>
                <a:cxn ang="0">
                  <a:pos x="5" y="9"/>
                </a:cxn>
                <a:cxn ang="0">
                  <a:pos x="1" y="8"/>
                </a:cxn>
                <a:cxn ang="0">
                  <a:pos x="0" y="6"/>
                </a:cxn>
                <a:cxn ang="0">
                  <a:pos x="0" y="4"/>
                </a:cxn>
                <a:cxn ang="0">
                  <a:pos x="1" y="2"/>
                </a:cxn>
                <a:cxn ang="0">
                  <a:pos x="2" y="1"/>
                </a:cxn>
                <a:cxn ang="0">
                  <a:pos x="4" y="0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10" y="2"/>
                </a:cxn>
                <a:cxn ang="0">
                  <a:pos x="10" y="6"/>
                </a:cxn>
                <a:cxn ang="0">
                  <a:pos x="9" y="8"/>
                </a:cxn>
                <a:cxn ang="0">
                  <a:pos x="9" y="8"/>
                </a:cxn>
              </a:cxnLst>
              <a:rect l="0" t="0" r="0" b="0"/>
              <a:pathLst>
                <a:path w="10" h="9">
                  <a:moveTo>
                    <a:pt x="9" y="8"/>
                  </a:moveTo>
                  <a:lnTo>
                    <a:pt x="5" y="9"/>
                  </a:lnTo>
                  <a:lnTo>
                    <a:pt x="1" y="8"/>
                  </a:lnTo>
                  <a:lnTo>
                    <a:pt x="0" y="6"/>
                  </a:lnTo>
                  <a:lnTo>
                    <a:pt x="0" y="4"/>
                  </a:lnTo>
                  <a:lnTo>
                    <a:pt x="1" y="2"/>
                  </a:lnTo>
                  <a:lnTo>
                    <a:pt x="2" y="1"/>
                  </a:lnTo>
                  <a:lnTo>
                    <a:pt x="4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10" y="2"/>
                  </a:lnTo>
                  <a:lnTo>
                    <a:pt x="10" y="6"/>
                  </a:lnTo>
                  <a:lnTo>
                    <a:pt x="9" y="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2" name="Freeform 102"/>
            <p:cNvSpPr/>
            <p:nvPr/>
          </p:nvSpPr>
          <p:spPr>
            <a:xfrm>
              <a:off x="2733" y="1956"/>
              <a:ext cx="11" cy="9"/>
            </a:xfrm>
            <a:custGeom>
              <a:avLst/>
              <a:gdLst/>
              <a:ahLst/>
              <a:cxnLst>
                <a:cxn ang="0">
                  <a:pos x="9" y="9"/>
                </a:cxn>
                <a:cxn ang="0">
                  <a:pos x="6" y="9"/>
                </a:cxn>
                <a:cxn ang="0">
                  <a:pos x="4" y="9"/>
                </a:cxn>
                <a:cxn ang="0">
                  <a:pos x="2" y="8"/>
                </a:cxn>
                <a:cxn ang="0">
                  <a:pos x="1" y="7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1" y="2"/>
                </a:cxn>
                <a:cxn ang="0">
                  <a:pos x="3" y="1"/>
                </a:cxn>
                <a:cxn ang="0">
                  <a:pos x="6" y="0"/>
                </a:cxn>
                <a:cxn ang="0">
                  <a:pos x="10" y="2"/>
                </a:cxn>
                <a:cxn ang="0">
                  <a:pos x="11" y="5"/>
                </a:cxn>
                <a:cxn ang="0">
                  <a:pos x="9" y="9"/>
                </a:cxn>
                <a:cxn ang="0">
                  <a:pos x="9" y="9"/>
                </a:cxn>
              </a:cxnLst>
              <a:rect l="0" t="0" r="0" b="0"/>
              <a:pathLst>
                <a:path w="11" h="9">
                  <a:moveTo>
                    <a:pt x="9" y="9"/>
                  </a:moveTo>
                  <a:lnTo>
                    <a:pt x="6" y="9"/>
                  </a:lnTo>
                  <a:lnTo>
                    <a:pt x="4" y="9"/>
                  </a:lnTo>
                  <a:lnTo>
                    <a:pt x="2" y="8"/>
                  </a:lnTo>
                  <a:lnTo>
                    <a:pt x="1" y="7"/>
                  </a:lnTo>
                  <a:lnTo>
                    <a:pt x="0" y="5"/>
                  </a:lnTo>
                  <a:lnTo>
                    <a:pt x="1" y="3"/>
                  </a:lnTo>
                  <a:lnTo>
                    <a:pt x="1" y="2"/>
                  </a:lnTo>
                  <a:lnTo>
                    <a:pt x="3" y="1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1" y="5"/>
                  </a:lnTo>
                  <a:lnTo>
                    <a:pt x="9" y="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3" name="Freeform 103"/>
            <p:cNvSpPr/>
            <p:nvPr/>
          </p:nvSpPr>
          <p:spPr>
            <a:xfrm>
              <a:off x="2771" y="2028"/>
              <a:ext cx="40" cy="25"/>
            </a:xfrm>
            <a:custGeom>
              <a:avLst/>
              <a:gdLst/>
              <a:ahLst/>
              <a:cxnLst>
                <a:cxn ang="0">
                  <a:pos x="0" y="25"/>
                </a:cxn>
                <a:cxn ang="0">
                  <a:pos x="4" y="25"/>
                </a:cxn>
                <a:cxn ang="0">
                  <a:pos x="8" y="24"/>
                </a:cxn>
                <a:cxn ang="0">
                  <a:pos x="11" y="24"/>
                </a:cxn>
                <a:cxn ang="0">
                  <a:pos x="15" y="24"/>
                </a:cxn>
                <a:cxn ang="0">
                  <a:pos x="17" y="23"/>
                </a:cxn>
                <a:cxn ang="0">
                  <a:pos x="20" y="23"/>
                </a:cxn>
                <a:cxn ang="0">
                  <a:pos x="23" y="23"/>
                </a:cxn>
                <a:cxn ang="0">
                  <a:pos x="27" y="23"/>
                </a:cxn>
                <a:cxn ang="0">
                  <a:pos x="29" y="20"/>
                </a:cxn>
                <a:cxn ang="0">
                  <a:pos x="32" y="17"/>
                </a:cxn>
                <a:cxn ang="0">
                  <a:pos x="35" y="13"/>
                </a:cxn>
                <a:cxn ang="0">
                  <a:pos x="36" y="11"/>
                </a:cxn>
                <a:cxn ang="0">
                  <a:pos x="38" y="8"/>
                </a:cxn>
                <a:cxn ang="0">
                  <a:pos x="39" y="5"/>
                </a:cxn>
                <a:cxn ang="0">
                  <a:pos x="40" y="4"/>
                </a:cxn>
                <a:cxn ang="0">
                  <a:pos x="40" y="3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2" y="2"/>
                </a:cxn>
                <a:cxn ang="0">
                  <a:pos x="20" y="4"/>
                </a:cxn>
                <a:cxn ang="0">
                  <a:pos x="17" y="7"/>
                </a:cxn>
                <a:cxn ang="0">
                  <a:pos x="16" y="8"/>
                </a:cxn>
                <a:cxn ang="0">
                  <a:pos x="14" y="11"/>
                </a:cxn>
                <a:cxn ang="0">
                  <a:pos x="12" y="13"/>
                </a:cxn>
                <a:cxn ang="0">
                  <a:pos x="11" y="16"/>
                </a:cxn>
                <a:cxn ang="0">
                  <a:pos x="8" y="18"/>
                </a:cxn>
                <a:cxn ang="0">
                  <a:pos x="6" y="21"/>
                </a:cxn>
                <a:cxn ang="0">
                  <a:pos x="3" y="23"/>
                </a:cxn>
                <a:cxn ang="0">
                  <a:pos x="0" y="25"/>
                </a:cxn>
                <a:cxn ang="0">
                  <a:pos x="0" y="25"/>
                </a:cxn>
              </a:cxnLst>
              <a:rect l="0" t="0" r="0" b="0"/>
              <a:pathLst>
                <a:path w="40" h="25">
                  <a:moveTo>
                    <a:pt x="0" y="25"/>
                  </a:moveTo>
                  <a:lnTo>
                    <a:pt x="4" y="25"/>
                  </a:lnTo>
                  <a:lnTo>
                    <a:pt x="8" y="24"/>
                  </a:lnTo>
                  <a:lnTo>
                    <a:pt x="11" y="24"/>
                  </a:lnTo>
                  <a:lnTo>
                    <a:pt x="15" y="24"/>
                  </a:lnTo>
                  <a:lnTo>
                    <a:pt x="17" y="23"/>
                  </a:lnTo>
                  <a:lnTo>
                    <a:pt x="20" y="23"/>
                  </a:lnTo>
                  <a:lnTo>
                    <a:pt x="23" y="23"/>
                  </a:lnTo>
                  <a:lnTo>
                    <a:pt x="27" y="23"/>
                  </a:lnTo>
                  <a:lnTo>
                    <a:pt x="29" y="20"/>
                  </a:lnTo>
                  <a:lnTo>
                    <a:pt x="32" y="17"/>
                  </a:lnTo>
                  <a:lnTo>
                    <a:pt x="35" y="13"/>
                  </a:lnTo>
                  <a:lnTo>
                    <a:pt x="36" y="11"/>
                  </a:lnTo>
                  <a:lnTo>
                    <a:pt x="38" y="8"/>
                  </a:lnTo>
                  <a:lnTo>
                    <a:pt x="39" y="5"/>
                  </a:lnTo>
                  <a:lnTo>
                    <a:pt x="40" y="4"/>
                  </a:lnTo>
                  <a:lnTo>
                    <a:pt x="40" y="3"/>
                  </a:lnTo>
                  <a:lnTo>
                    <a:pt x="23" y="0"/>
                  </a:lnTo>
                  <a:lnTo>
                    <a:pt x="22" y="2"/>
                  </a:lnTo>
                  <a:lnTo>
                    <a:pt x="20" y="4"/>
                  </a:lnTo>
                  <a:lnTo>
                    <a:pt x="17" y="7"/>
                  </a:lnTo>
                  <a:lnTo>
                    <a:pt x="16" y="8"/>
                  </a:lnTo>
                  <a:lnTo>
                    <a:pt x="14" y="11"/>
                  </a:lnTo>
                  <a:lnTo>
                    <a:pt x="12" y="13"/>
                  </a:lnTo>
                  <a:lnTo>
                    <a:pt x="11" y="16"/>
                  </a:lnTo>
                  <a:lnTo>
                    <a:pt x="8" y="18"/>
                  </a:lnTo>
                  <a:lnTo>
                    <a:pt x="6" y="21"/>
                  </a:lnTo>
                  <a:lnTo>
                    <a:pt x="3" y="23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4" name="Freeform 104"/>
            <p:cNvSpPr/>
            <p:nvPr/>
          </p:nvSpPr>
          <p:spPr>
            <a:xfrm>
              <a:off x="2565" y="1901"/>
              <a:ext cx="251" cy="169"/>
            </a:xfrm>
            <a:custGeom>
              <a:avLst/>
              <a:gdLst/>
              <a:ahLst/>
              <a:cxnLst>
                <a:cxn ang="0">
                  <a:pos x="250" y="45"/>
                </a:cxn>
                <a:cxn ang="0">
                  <a:pos x="243" y="33"/>
                </a:cxn>
                <a:cxn ang="0">
                  <a:pos x="234" y="23"/>
                </a:cxn>
                <a:cxn ang="0">
                  <a:pos x="224" y="15"/>
                </a:cxn>
                <a:cxn ang="0">
                  <a:pos x="209" y="8"/>
                </a:cxn>
                <a:cxn ang="0">
                  <a:pos x="199" y="4"/>
                </a:cxn>
                <a:cxn ang="0">
                  <a:pos x="188" y="2"/>
                </a:cxn>
                <a:cxn ang="0">
                  <a:pos x="177" y="1"/>
                </a:cxn>
                <a:cxn ang="0">
                  <a:pos x="167" y="1"/>
                </a:cxn>
                <a:cxn ang="0">
                  <a:pos x="156" y="0"/>
                </a:cxn>
                <a:cxn ang="0">
                  <a:pos x="147" y="1"/>
                </a:cxn>
                <a:cxn ang="0">
                  <a:pos x="137" y="1"/>
                </a:cxn>
                <a:cxn ang="0">
                  <a:pos x="127" y="2"/>
                </a:cxn>
                <a:cxn ang="0">
                  <a:pos x="118" y="4"/>
                </a:cxn>
                <a:cxn ang="0">
                  <a:pos x="103" y="8"/>
                </a:cxn>
                <a:cxn ang="0">
                  <a:pos x="88" y="13"/>
                </a:cxn>
                <a:cxn ang="0">
                  <a:pos x="73" y="20"/>
                </a:cxn>
                <a:cxn ang="0">
                  <a:pos x="59" y="25"/>
                </a:cxn>
                <a:cxn ang="0">
                  <a:pos x="47" y="32"/>
                </a:cxn>
                <a:cxn ang="0">
                  <a:pos x="36" y="40"/>
                </a:cxn>
                <a:cxn ang="0">
                  <a:pos x="25" y="52"/>
                </a:cxn>
                <a:cxn ang="0">
                  <a:pos x="16" y="64"/>
                </a:cxn>
                <a:cxn ang="0">
                  <a:pos x="9" y="78"/>
                </a:cxn>
                <a:cxn ang="0">
                  <a:pos x="3" y="93"/>
                </a:cxn>
                <a:cxn ang="0">
                  <a:pos x="0" y="108"/>
                </a:cxn>
                <a:cxn ang="0">
                  <a:pos x="0" y="121"/>
                </a:cxn>
                <a:cxn ang="0">
                  <a:pos x="2" y="134"/>
                </a:cxn>
                <a:cxn ang="0">
                  <a:pos x="6" y="146"/>
                </a:cxn>
                <a:cxn ang="0">
                  <a:pos x="11" y="155"/>
                </a:cxn>
                <a:cxn ang="0">
                  <a:pos x="18" y="166"/>
                </a:cxn>
                <a:cxn ang="0">
                  <a:pos x="28" y="168"/>
                </a:cxn>
                <a:cxn ang="0">
                  <a:pos x="38" y="168"/>
                </a:cxn>
                <a:cxn ang="0">
                  <a:pos x="34" y="162"/>
                </a:cxn>
                <a:cxn ang="0">
                  <a:pos x="24" y="150"/>
                </a:cxn>
                <a:cxn ang="0">
                  <a:pos x="18" y="137"/>
                </a:cxn>
                <a:cxn ang="0">
                  <a:pos x="17" y="128"/>
                </a:cxn>
                <a:cxn ang="0">
                  <a:pos x="17" y="116"/>
                </a:cxn>
                <a:cxn ang="0">
                  <a:pos x="18" y="104"/>
                </a:cxn>
                <a:cxn ang="0">
                  <a:pos x="22" y="91"/>
                </a:cxn>
                <a:cxn ang="0">
                  <a:pos x="27" y="79"/>
                </a:cxn>
                <a:cxn ang="0">
                  <a:pos x="32" y="70"/>
                </a:cxn>
                <a:cxn ang="0">
                  <a:pos x="38" y="60"/>
                </a:cxn>
                <a:cxn ang="0">
                  <a:pos x="46" y="53"/>
                </a:cxn>
                <a:cxn ang="0">
                  <a:pos x="55" y="45"/>
                </a:cxn>
                <a:cxn ang="0">
                  <a:pos x="66" y="38"/>
                </a:cxn>
                <a:cxn ang="0">
                  <a:pos x="79" y="32"/>
                </a:cxn>
                <a:cxn ang="0">
                  <a:pos x="92" y="26"/>
                </a:cxn>
                <a:cxn ang="0">
                  <a:pos x="108" y="22"/>
                </a:cxn>
                <a:cxn ang="0">
                  <a:pos x="123" y="20"/>
                </a:cxn>
                <a:cxn ang="0">
                  <a:pos x="138" y="19"/>
                </a:cxn>
                <a:cxn ang="0">
                  <a:pos x="152" y="18"/>
                </a:cxn>
                <a:cxn ang="0">
                  <a:pos x="166" y="18"/>
                </a:cxn>
                <a:cxn ang="0">
                  <a:pos x="178" y="19"/>
                </a:cxn>
                <a:cxn ang="0">
                  <a:pos x="189" y="20"/>
                </a:cxn>
                <a:cxn ang="0">
                  <a:pos x="200" y="21"/>
                </a:cxn>
                <a:cxn ang="0">
                  <a:pos x="215" y="27"/>
                </a:cxn>
                <a:cxn ang="0">
                  <a:pos x="223" y="34"/>
                </a:cxn>
                <a:cxn ang="0">
                  <a:pos x="231" y="42"/>
                </a:cxn>
                <a:cxn ang="0">
                  <a:pos x="251" y="50"/>
                </a:cxn>
              </a:cxnLst>
              <a:rect l="0" t="0" r="0" b="0"/>
              <a:pathLst>
                <a:path w="251" h="169">
                  <a:moveTo>
                    <a:pt x="251" y="50"/>
                  </a:moveTo>
                  <a:lnTo>
                    <a:pt x="250" y="49"/>
                  </a:lnTo>
                  <a:lnTo>
                    <a:pt x="250" y="48"/>
                  </a:lnTo>
                  <a:lnTo>
                    <a:pt x="250" y="45"/>
                  </a:lnTo>
                  <a:lnTo>
                    <a:pt x="249" y="43"/>
                  </a:lnTo>
                  <a:lnTo>
                    <a:pt x="247" y="40"/>
                  </a:lnTo>
                  <a:lnTo>
                    <a:pt x="246" y="37"/>
                  </a:lnTo>
                  <a:lnTo>
                    <a:pt x="243" y="33"/>
                  </a:lnTo>
                  <a:lnTo>
                    <a:pt x="241" y="30"/>
                  </a:lnTo>
                  <a:lnTo>
                    <a:pt x="239" y="27"/>
                  </a:lnTo>
                  <a:lnTo>
                    <a:pt x="237" y="25"/>
                  </a:lnTo>
                  <a:lnTo>
                    <a:pt x="234" y="23"/>
                  </a:lnTo>
                  <a:lnTo>
                    <a:pt x="232" y="21"/>
                  </a:lnTo>
                  <a:lnTo>
                    <a:pt x="229" y="19"/>
                  </a:lnTo>
                  <a:lnTo>
                    <a:pt x="227" y="18"/>
                  </a:lnTo>
                  <a:lnTo>
                    <a:pt x="224" y="15"/>
                  </a:lnTo>
                  <a:lnTo>
                    <a:pt x="222" y="14"/>
                  </a:lnTo>
                  <a:lnTo>
                    <a:pt x="218" y="12"/>
                  </a:lnTo>
                  <a:lnTo>
                    <a:pt x="214" y="10"/>
                  </a:lnTo>
                  <a:lnTo>
                    <a:pt x="209" y="8"/>
                  </a:lnTo>
                  <a:lnTo>
                    <a:pt x="205" y="7"/>
                  </a:lnTo>
                  <a:lnTo>
                    <a:pt x="204" y="6"/>
                  </a:lnTo>
                  <a:lnTo>
                    <a:pt x="201" y="5"/>
                  </a:lnTo>
                  <a:lnTo>
                    <a:pt x="199" y="4"/>
                  </a:lnTo>
                  <a:lnTo>
                    <a:pt x="197" y="4"/>
                  </a:lnTo>
                  <a:lnTo>
                    <a:pt x="194" y="3"/>
                  </a:lnTo>
                  <a:lnTo>
                    <a:pt x="191" y="3"/>
                  </a:lnTo>
                  <a:lnTo>
                    <a:pt x="188" y="2"/>
                  </a:lnTo>
                  <a:lnTo>
                    <a:pt x="186" y="2"/>
                  </a:lnTo>
                  <a:lnTo>
                    <a:pt x="183" y="2"/>
                  </a:lnTo>
                  <a:lnTo>
                    <a:pt x="180" y="1"/>
                  </a:lnTo>
                  <a:lnTo>
                    <a:pt x="177" y="1"/>
                  </a:lnTo>
                  <a:lnTo>
                    <a:pt x="174" y="1"/>
                  </a:lnTo>
                  <a:lnTo>
                    <a:pt x="172" y="1"/>
                  </a:lnTo>
                  <a:lnTo>
                    <a:pt x="169" y="1"/>
                  </a:lnTo>
                  <a:lnTo>
                    <a:pt x="167" y="1"/>
                  </a:lnTo>
                  <a:lnTo>
                    <a:pt x="165" y="1"/>
                  </a:lnTo>
                  <a:lnTo>
                    <a:pt x="162" y="0"/>
                  </a:lnTo>
                  <a:lnTo>
                    <a:pt x="159" y="0"/>
                  </a:lnTo>
                  <a:lnTo>
                    <a:pt x="156" y="0"/>
                  </a:lnTo>
                  <a:lnTo>
                    <a:pt x="153" y="0"/>
                  </a:lnTo>
                  <a:lnTo>
                    <a:pt x="151" y="0"/>
                  </a:lnTo>
                  <a:lnTo>
                    <a:pt x="149" y="1"/>
                  </a:lnTo>
                  <a:lnTo>
                    <a:pt x="147" y="1"/>
                  </a:lnTo>
                  <a:lnTo>
                    <a:pt x="144" y="1"/>
                  </a:lnTo>
                  <a:lnTo>
                    <a:pt x="142" y="1"/>
                  </a:lnTo>
                  <a:lnTo>
                    <a:pt x="139" y="1"/>
                  </a:lnTo>
                  <a:lnTo>
                    <a:pt x="137" y="1"/>
                  </a:lnTo>
                  <a:lnTo>
                    <a:pt x="134" y="1"/>
                  </a:lnTo>
                  <a:lnTo>
                    <a:pt x="132" y="1"/>
                  </a:lnTo>
                  <a:lnTo>
                    <a:pt x="130" y="2"/>
                  </a:lnTo>
                  <a:lnTo>
                    <a:pt x="127" y="2"/>
                  </a:lnTo>
                  <a:lnTo>
                    <a:pt x="125" y="3"/>
                  </a:lnTo>
                  <a:lnTo>
                    <a:pt x="123" y="3"/>
                  </a:lnTo>
                  <a:lnTo>
                    <a:pt x="120" y="3"/>
                  </a:lnTo>
                  <a:lnTo>
                    <a:pt x="118" y="4"/>
                  </a:lnTo>
                  <a:lnTo>
                    <a:pt x="116" y="4"/>
                  </a:lnTo>
                  <a:lnTo>
                    <a:pt x="111" y="6"/>
                  </a:lnTo>
                  <a:lnTo>
                    <a:pt x="108" y="7"/>
                  </a:lnTo>
                  <a:lnTo>
                    <a:pt x="103" y="8"/>
                  </a:lnTo>
                  <a:lnTo>
                    <a:pt x="99" y="9"/>
                  </a:lnTo>
                  <a:lnTo>
                    <a:pt x="94" y="10"/>
                  </a:lnTo>
                  <a:lnTo>
                    <a:pt x="92" y="12"/>
                  </a:lnTo>
                  <a:lnTo>
                    <a:pt x="88" y="13"/>
                  </a:lnTo>
                  <a:lnTo>
                    <a:pt x="84" y="15"/>
                  </a:lnTo>
                  <a:lnTo>
                    <a:pt x="80" y="17"/>
                  </a:lnTo>
                  <a:lnTo>
                    <a:pt x="76" y="18"/>
                  </a:lnTo>
                  <a:lnTo>
                    <a:pt x="73" y="20"/>
                  </a:lnTo>
                  <a:lnTo>
                    <a:pt x="70" y="20"/>
                  </a:lnTo>
                  <a:lnTo>
                    <a:pt x="66" y="22"/>
                  </a:lnTo>
                  <a:lnTo>
                    <a:pt x="62" y="24"/>
                  </a:lnTo>
                  <a:lnTo>
                    <a:pt x="59" y="25"/>
                  </a:lnTo>
                  <a:lnTo>
                    <a:pt x="56" y="27"/>
                  </a:lnTo>
                  <a:lnTo>
                    <a:pt x="53" y="29"/>
                  </a:lnTo>
                  <a:lnTo>
                    <a:pt x="51" y="31"/>
                  </a:lnTo>
                  <a:lnTo>
                    <a:pt x="47" y="32"/>
                  </a:lnTo>
                  <a:lnTo>
                    <a:pt x="44" y="35"/>
                  </a:lnTo>
                  <a:lnTo>
                    <a:pt x="41" y="37"/>
                  </a:lnTo>
                  <a:lnTo>
                    <a:pt x="38" y="38"/>
                  </a:lnTo>
                  <a:lnTo>
                    <a:pt x="36" y="40"/>
                  </a:lnTo>
                  <a:lnTo>
                    <a:pt x="33" y="43"/>
                  </a:lnTo>
                  <a:lnTo>
                    <a:pt x="30" y="46"/>
                  </a:lnTo>
                  <a:lnTo>
                    <a:pt x="28" y="49"/>
                  </a:lnTo>
                  <a:lnTo>
                    <a:pt x="25" y="52"/>
                  </a:lnTo>
                  <a:lnTo>
                    <a:pt x="22" y="55"/>
                  </a:lnTo>
                  <a:lnTo>
                    <a:pt x="20" y="57"/>
                  </a:lnTo>
                  <a:lnTo>
                    <a:pt x="18" y="61"/>
                  </a:lnTo>
                  <a:lnTo>
                    <a:pt x="16" y="64"/>
                  </a:lnTo>
                  <a:lnTo>
                    <a:pt x="14" y="68"/>
                  </a:lnTo>
                  <a:lnTo>
                    <a:pt x="12" y="72"/>
                  </a:lnTo>
                  <a:lnTo>
                    <a:pt x="11" y="75"/>
                  </a:lnTo>
                  <a:lnTo>
                    <a:pt x="9" y="78"/>
                  </a:lnTo>
                  <a:lnTo>
                    <a:pt x="7" y="82"/>
                  </a:lnTo>
                  <a:lnTo>
                    <a:pt x="6" y="86"/>
                  </a:lnTo>
                  <a:lnTo>
                    <a:pt x="5" y="89"/>
                  </a:lnTo>
                  <a:lnTo>
                    <a:pt x="3" y="93"/>
                  </a:lnTo>
                  <a:lnTo>
                    <a:pt x="2" y="96"/>
                  </a:lnTo>
                  <a:lnTo>
                    <a:pt x="1" y="100"/>
                  </a:lnTo>
                  <a:lnTo>
                    <a:pt x="1" y="104"/>
                  </a:lnTo>
                  <a:lnTo>
                    <a:pt x="0" y="108"/>
                  </a:lnTo>
                  <a:lnTo>
                    <a:pt x="0" y="111"/>
                  </a:lnTo>
                  <a:lnTo>
                    <a:pt x="0" y="114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5"/>
                  </a:lnTo>
                  <a:lnTo>
                    <a:pt x="0" y="128"/>
                  </a:lnTo>
                  <a:lnTo>
                    <a:pt x="2" y="131"/>
                  </a:lnTo>
                  <a:lnTo>
                    <a:pt x="2" y="134"/>
                  </a:lnTo>
                  <a:lnTo>
                    <a:pt x="3" y="137"/>
                  </a:lnTo>
                  <a:lnTo>
                    <a:pt x="4" y="140"/>
                  </a:lnTo>
                  <a:lnTo>
                    <a:pt x="5" y="143"/>
                  </a:lnTo>
                  <a:lnTo>
                    <a:pt x="6" y="146"/>
                  </a:lnTo>
                  <a:lnTo>
                    <a:pt x="7" y="149"/>
                  </a:lnTo>
                  <a:lnTo>
                    <a:pt x="8" y="150"/>
                  </a:lnTo>
                  <a:lnTo>
                    <a:pt x="10" y="153"/>
                  </a:lnTo>
                  <a:lnTo>
                    <a:pt x="11" y="155"/>
                  </a:lnTo>
                  <a:lnTo>
                    <a:pt x="12" y="158"/>
                  </a:lnTo>
                  <a:lnTo>
                    <a:pt x="13" y="160"/>
                  </a:lnTo>
                  <a:lnTo>
                    <a:pt x="15" y="162"/>
                  </a:lnTo>
                  <a:lnTo>
                    <a:pt x="18" y="166"/>
                  </a:lnTo>
                  <a:lnTo>
                    <a:pt x="21" y="169"/>
                  </a:lnTo>
                  <a:lnTo>
                    <a:pt x="23" y="169"/>
                  </a:lnTo>
                  <a:lnTo>
                    <a:pt x="26" y="169"/>
                  </a:lnTo>
                  <a:lnTo>
                    <a:pt x="28" y="168"/>
                  </a:lnTo>
                  <a:lnTo>
                    <a:pt x="31" y="168"/>
                  </a:lnTo>
                  <a:lnTo>
                    <a:pt x="33" y="168"/>
                  </a:lnTo>
                  <a:lnTo>
                    <a:pt x="36" y="168"/>
                  </a:lnTo>
                  <a:lnTo>
                    <a:pt x="38" y="168"/>
                  </a:lnTo>
                  <a:lnTo>
                    <a:pt x="42" y="168"/>
                  </a:lnTo>
                  <a:lnTo>
                    <a:pt x="39" y="166"/>
                  </a:lnTo>
                  <a:lnTo>
                    <a:pt x="36" y="164"/>
                  </a:lnTo>
                  <a:lnTo>
                    <a:pt x="34" y="162"/>
                  </a:lnTo>
                  <a:lnTo>
                    <a:pt x="32" y="159"/>
                  </a:lnTo>
                  <a:lnTo>
                    <a:pt x="29" y="156"/>
                  </a:lnTo>
                  <a:lnTo>
                    <a:pt x="26" y="153"/>
                  </a:lnTo>
                  <a:lnTo>
                    <a:pt x="24" y="150"/>
                  </a:lnTo>
                  <a:lnTo>
                    <a:pt x="22" y="148"/>
                  </a:lnTo>
                  <a:lnTo>
                    <a:pt x="19" y="143"/>
                  </a:lnTo>
                  <a:lnTo>
                    <a:pt x="18" y="139"/>
                  </a:lnTo>
                  <a:lnTo>
                    <a:pt x="18" y="137"/>
                  </a:lnTo>
                  <a:lnTo>
                    <a:pt x="18" y="135"/>
                  </a:lnTo>
                  <a:lnTo>
                    <a:pt x="17" y="132"/>
                  </a:lnTo>
                  <a:lnTo>
                    <a:pt x="17" y="131"/>
                  </a:lnTo>
                  <a:lnTo>
                    <a:pt x="17" y="128"/>
                  </a:lnTo>
                  <a:lnTo>
                    <a:pt x="16" y="125"/>
                  </a:lnTo>
                  <a:lnTo>
                    <a:pt x="16" y="122"/>
                  </a:lnTo>
                  <a:lnTo>
                    <a:pt x="17" y="120"/>
                  </a:lnTo>
                  <a:lnTo>
                    <a:pt x="17" y="116"/>
                  </a:lnTo>
                  <a:lnTo>
                    <a:pt x="17" y="113"/>
                  </a:lnTo>
                  <a:lnTo>
                    <a:pt x="18" y="111"/>
                  </a:lnTo>
                  <a:lnTo>
                    <a:pt x="18" y="108"/>
                  </a:lnTo>
                  <a:lnTo>
                    <a:pt x="18" y="104"/>
                  </a:lnTo>
                  <a:lnTo>
                    <a:pt x="19" y="100"/>
                  </a:lnTo>
                  <a:lnTo>
                    <a:pt x="20" y="97"/>
                  </a:lnTo>
                  <a:lnTo>
                    <a:pt x="21" y="94"/>
                  </a:lnTo>
                  <a:lnTo>
                    <a:pt x="22" y="91"/>
                  </a:lnTo>
                  <a:lnTo>
                    <a:pt x="23" y="88"/>
                  </a:lnTo>
                  <a:lnTo>
                    <a:pt x="24" y="85"/>
                  </a:lnTo>
                  <a:lnTo>
                    <a:pt x="25" y="82"/>
                  </a:lnTo>
                  <a:lnTo>
                    <a:pt x="27" y="79"/>
                  </a:lnTo>
                  <a:lnTo>
                    <a:pt x="28" y="76"/>
                  </a:lnTo>
                  <a:lnTo>
                    <a:pt x="29" y="75"/>
                  </a:lnTo>
                  <a:lnTo>
                    <a:pt x="31" y="72"/>
                  </a:lnTo>
                  <a:lnTo>
                    <a:pt x="32" y="70"/>
                  </a:lnTo>
                  <a:lnTo>
                    <a:pt x="34" y="67"/>
                  </a:lnTo>
                  <a:lnTo>
                    <a:pt x="36" y="65"/>
                  </a:lnTo>
                  <a:lnTo>
                    <a:pt x="37" y="63"/>
                  </a:lnTo>
                  <a:lnTo>
                    <a:pt x="38" y="60"/>
                  </a:lnTo>
                  <a:lnTo>
                    <a:pt x="40" y="58"/>
                  </a:lnTo>
                  <a:lnTo>
                    <a:pt x="42" y="57"/>
                  </a:lnTo>
                  <a:lnTo>
                    <a:pt x="44" y="55"/>
                  </a:lnTo>
                  <a:lnTo>
                    <a:pt x="46" y="53"/>
                  </a:lnTo>
                  <a:lnTo>
                    <a:pt x="49" y="51"/>
                  </a:lnTo>
                  <a:lnTo>
                    <a:pt x="51" y="49"/>
                  </a:lnTo>
                  <a:lnTo>
                    <a:pt x="54" y="47"/>
                  </a:lnTo>
                  <a:lnTo>
                    <a:pt x="55" y="45"/>
                  </a:lnTo>
                  <a:lnTo>
                    <a:pt x="58" y="43"/>
                  </a:lnTo>
                  <a:lnTo>
                    <a:pt x="60" y="42"/>
                  </a:lnTo>
                  <a:lnTo>
                    <a:pt x="64" y="40"/>
                  </a:lnTo>
                  <a:lnTo>
                    <a:pt x="66" y="38"/>
                  </a:lnTo>
                  <a:lnTo>
                    <a:pt x="70" y="38"/>
                  </a:lnTo>
                  <a:lnTo>
                    <a:pt x="73" y="35"/>
                  </a:lnTo>
                  <a:lnTo>
                    <a:pt x="76" y="34"/>
                  </a:lnTo>
                  <a:lnTo>
                    <a:pt x="79" y="32"/>
                  </a:lnTo>
                  <a:lnTo>
                    <a:pt x="82" y="30"/>
                  </a:lnTo>
                  <a:lnTo>
                    <a:pt x="86" y="29"/>
                  </a:lnTo>
                  <a:lnTo>
                    <a:pt x="90" y="27"/>
                  </a:lnTo>
                  <a:lnTo>
                    <a:pt x="92" y="26"/>
                  </a:lnTo>
                  <a:lnTo>
                    <a:pt x="96" y="25"/>
                  </a:lnTo>
                  <a:lnTo>
                    <a:pt x="100" y="24"/>
                  </a:lnTo>
                  <a:lnTo>
                    <a:pt x="104" y="23"/>
                  </a:lnTo>
                  <a:lnTo>
                    <a:pt x="108" y="22"/>
                  </a:lnTo>
                  <a:lnTo>
                    <a:pt x="111" y="21"/>
                  </a:lnTo>
                  <a:lnTo>
                    <a:pt x="115" y="20"/>
                  </a:lnTo>
                  <a:lnTo>
                    <a:pt x="119" y="20"/>
                  </a:lnTo>
                  <a:lnTo>
                    <a:pt x="123" y="20"/>
                  </a:lnTo>
                  <a:lnTo>
                    <a:pt x="127" y="20"/>
                  </a:lnTo>
                  <a:lnTo>
                    <a:pt x="130" y="19"/>
                  </a:lnTo>
                  <a:lnTo>
                    <a:pt x="134" y="19"/>
                  </a:lnTo>
                  <a:lnTo>
                    <a:pt x="138" y="19"/>
                  </a:lnTo>
                  <a:lnTo>
                    <a:pt x="142" y="18"/>
                  </a:lnTo>
                  <a:lnTo>
                    <a:pt x="145" y="18"/>
                  </a:lnTo>
                  <a:lnTo>
                    <a:pt x="149" y="18"/>
                  </a:lnTo>
                  <a:lnTo>
                    <a:pt x="152" y="18"/>
                  </a:lnTo>
                  <a:lnTo>
                    <a:pt x="156" y="18"/>
                  </a:lnTo>
                  <a:lnTo>
                    <a:pt x="160" y="18"/>
                  </a:lnTo>
                  <a:lnTo>
                    <a:pt x="163" y="18"/>
                  </a:lnTo>
                  <a:lnTo>
                    <a:pt x="166" y="18"/>
                  </a:lnTo>
                  <a:lnTo>
                    <a:pt x="169" y="18"/>
                  </a:lnTo>
                  <a:lnTo>
                    <a:pt x="172" y="18"/>
                  </a:lnTo>
                  <a:lnTo>
                    <a:pt x="175" y="19"/>
                  </a:lnTo>
                  <a:lnTo>
                    <a:pt x="178" y="19"/>
                  </a:lnTo>
                  <a:lnTo>
                    <a:pt x="182" y="19"/>
                  </a:lnTo>
                  <a:lnTo>
                    <a:pt x="185" y="20"/>
                  </a:lnTo>
                  <a:lnTo>
                    <a:pt x="187" y="20"/>
                  </a:lnTo>
                  <a:lnTo>
                    <a:pt x="189" y="20"/>
                  </a:lnTo>
                  <a:lnTo>
                    <a:pt x="191" y="20"/>
                  </a:lnTo>
                  <a:lnTo>
                    <a:pt x="194" y="20"/>
                  </a:lnTo>
                  <a:lnTo>
                    <a:pt x="196" y="20"/>
                  </a:lnTo>
                  <a:lnTo>
                    <a:pt x="200" y="21"/>
                  </a:lnTo>
                  <a:lnTo>
                    <a:pt x="205" y="22"/>
                  </a:lnTo>
                  <a:lnTo>
                    <a:pt x="208" y="24"/>
                  </a:lnTo>
                  <a:lnTo>
                    <a:pt x="212" y="25"/>
                  </a:lnTo>
                  <a:lnTo>
                    <a:pt x="215" y="27"/>
                  </a:lnTo>
                  <a:lnTo>
                    <a:pt x="218" y="29"/>
                  </a:lnTo>
                  <a:lnTo>
                    <a:pt x="220" y="31"/>
                  </a:lnTo>
                  <a:lnTo>
                    <a:pt x="223" y="32"/>
                  </a:lnTo>
                  <a:lnTo>
                    <a:pt x="223" y="34"/>
                  </a:lnTo>
                  <a:lnTo>
                    <a:pt x="225" y="36"/>
                  </a:lnTo>
                  <a:lnTo>
                    <a:pt x="228" y="38"/>
                  </a:lnTo>
                  <a:lnTo>
                    <a:pt x="229" y="40"/>
                  </a:lnTo>
                  <a:lnTo>
                    <a:pt x="231" y="42"/>
                  </a:lnTo>
                  <a:lnTo>
                    <a:pt x="233" y="45"/>
                  </a:lnTo>
                  <a:lnTo>
                    <a:pt x="235" y="49"/>
                  </a:lnTo>
                  <a:lnTo>
                    <a:pt x="236" y="50"/>
                  </a:lnTo>
                  <a:lnTo>
                    <a:pt x="251" y="5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5" name="Freeform 105"/>
            <p:cNvSpPr/>
            <p:nvPr/>
          </p:nvSpPr>
          <p:spPr>
            <a:xfrm>
              <a:off x="2510" y="2039"/>
              <a:ext cx="338" cy="323"/>
            </a:xfrm>
            <a:custGeom>
              <a:avLst/>
              <a:gdLst/>
              <a:ahLst/>
              <a:cxnLst>
                <a:cxn ang="0">
                  <a:pos x="338" y="0"/>
                </a:cxn>
                <a:cxn ang="0">
                  <a:pos x="0" y="0"/>
                </a:cxn>
                <a:cxn ang="0">
                  <a:pos x="0" y="317"/>
                </a:cxn>
                <a:cxn ang="0">
                  <a:pos x="53" y="317"/>
                </a:cxn>
                <a:cxn ang="0">
                  <a:pos x="329" y="323"/>
                </a:cxn>
                <a:cxn ang="0">
                  <a:pos x="338" y="0"/>
                </a:cxn>
                <a:cxn ang="0">
                  <a:pos x="338" y="0"/>
                </a:cxn>
              </a:cxnLst>
              <a:rect l="0" t="0" r="0" b="0"/>
              <a:pathLst>
                <a:path w="338" h="323">
                  <a:moveTo>
                    <a:pt x="338" y="0"/>
                  </a:moveTo>
                  <a:lnTo>
                    <a:pt x="0" y="0"/>
                  </a:lnTo>
                  <a:lnTo>
                    <a:pt x="0" y="317"/>
                  </a:lnTo>
                  <a:lnTo>
                    <a:pt x="53" y="317"/>
                  </a:lnTo>
                  <a:lnTo>
                    <a:pt x="329" y="323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6" name="Freeform 107"/>
            <p:cNvSpPr/>
            <p:nvPr/>
          </p:nvSpPr>
          <p:spPr>
            <a:xfrm>
              <a:off x="2527" y="2039"/>
              <a:ext cx="18" cy="328"/>
            </a:xfrm>
            <a:custGeom>
              <a:avLst/>
              <a:gdLst/>
              <a:ahLst/>
              <a:cxnLst>
                <a:cxn ang="0">
                  <a:pos x="0" y="328"/>
                </a:cxn>
                <a:cxn ang="0">
                  <a:pos x="18" y="328"/>
                </a:cxn>
                <a:cxn ang="0">
                  <a:pos x="18" y="0"/>
                </a:cxn>
                <a:cxn ang="0">
                  <a:pos x="0" y="0"/>
                </a:cxn>
                <a:cxn ang="0">
                  <a:pos x="0" y="328"/>
                </a:cxn>
                <a:cxn ang="0">
                  <a:pos x="0" y="328"/>
                </a:cxn>
              </a:cxnLst>
              <a:rect l="0" t="0" r="0" b="0"/>
              <a:pathLst>
                <a:path w="18" h="328">
                  <a:moveTo>
                    <a:pt x="0" y="328"/>
                  </a:moveTo>
                  <a:lnTo>
                    <a:pt x="18" y="328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32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7" name="Freeform 108"/>
            <p:cNvSpPr/>
            <p:nvPr/>
          </p:nvSpPr>
          <p:spPr>
            <a:xfrm>
              <a:off x="2554" y="2039"/>
              <a:ext cx="9" cy="317"/>
            </a:xfrm>
            <a:custGeom>
              <a:avLst/>
              <a:gdLst/>
              <a:ahLst/>
              <a:cxnLst>
                <a:cxn ang="0">
                  <a:pos x="0" y="317"/>
                </a:cxn>
                <a:cxn ang="0">
                  <a:pos x="9" y="317"/>
                </a:cxn>
                <a:cxn ang="0">
                  <a:pos x="9" y="0"/>
                </a:cxn>
                <a:cxn ang="0">
                  <a:pos x="0" y="0"/>
                </a:cxn>
                <a:cxn ang="0">
                  <a:pos x="0" y="317"/>
                </a:cxn>
                <a:cxn ang="0">
                  <a:pos x="0" y="317"/>
                </a:cxn>
              </a:cxnLst>
              <a:rect l="0" t="0" r="0" b="0"/>
              <a:pathLst>
                <a:path w="9" h="317">
                  <a:moveTo>
                    <a:pt x="0" y="317"/>
                  </a:moveTo>
                  <a:lnTo>
                    <a:pt x="9" y="317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8" name="Freeform 109"/>
            <p:cNvSpPr/>
            <p:nvPr/>
          </p:nvSpPr>
          <p:spPr>
            <a:xfrm>
              <a:off x="2572" y="2039"/>
              <a:ext cx="21" cy="236"/>
            </a:xfrm>
            <a:custGeom>
              <a:avLst/>
              <a:gdLst/>
              <a:ahLst/>
              <a:cxnLst>
                <a:cxn ang="0">
                  <a:pos x="0" y="236"/>
                </a:cxn>
                <a:cxn ang="0">
                  <a:pos x="21" y="236"/>
                </a:cxn>
                <a:cxn ang="0">
                  <a:pos x="21" y="0"/>
                </a:cxn>
                <a:cxn ang="0">
                  <a:pos x="0" y="0"/>
                </a:cxn>
                <a:cxn ang="0">
                  <a:pos x="0" y="236"/>
                </a:cxn>
                <a:cxn ang="0">
                  <a:pos x="0" y="236"/>
                </a:cxn>
              </a:cxnLst>
              <a:rect l="0" t="0" r="0" b="0"/>
              <a:pathLst>
                <a:path w="21" h="236">
                  <a:moveTo>
                    <a:pt x="0" y="236"/>
                  </a:moveTo>
                  <a:lnTo>
                    <a:pt x="21" y="236"/>
                  </a:lnTo>
                  <a:lnTo>
                    <a:pt x="21" y="0"/>
                  </a:lnTo>
                  <a:lnTo>
                    <a:pt x="0" y="0"/>
                  </a:lnTo>
                  <a:lnTo>
                    <a:pt x="0" y="23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69" name="Freeform 110"/>
            <p:cNvSpPr/>
            <p:nvPr/>
          </p:nvSpPr>
          <p:spPr>
            <a:xfrm>
              <a:off x="2604" y="2039"/>
              <a:ext cx="7" cy="238"/>
            </a:xfrm>
            <a:custGeom>
              <a:avLst/>
              <a:gdLst/>
              <a:ahLst/>
              <a:cxnLst>
                <a:cxn ang="0">
                  <a:pos x="0" y="238"/>
                </a:cxn>
                <a:cxn ang="0">
                  <a:pos x="7" y="238"/>
                </a:cxn>
                <a:cxn ang="0">
                  <a:pos x="7" y="0"/>
                </a:cxn>
                <a:cxn ang="0">
                  <a:pos x="0" y="0"/>
                </a:cxn>
                <a:cxn ang="0">
                  <a:pos x="0" y="238"/>
                </a:cxn>
                <a:cxn ang="0">
                  <a:pos x="0" y="238"/>
                </a:cxn>
              </a:cxnLst>
              <a:rect l="0" t="0" r="0" b="0"/>
              <a:pathLst>
                <a:path w="7" h="238">
                  <a:moveTo>
                    <a:pt x="0" y="238"/>
                  </a:moveTo>
                  <a:lnTo>
                    <a:pt x="7" y="238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2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0" name="Freeform 111"/>
            <p:cNvSpPr/>
            <p:nvPr/>
          </p:nvSpPr>
          <p:spPr>
            <a:xfrm>
              <a:off x="2634" y="2039"/>
              <a:ext cx="6" cy="236"/>
            </a:xfrm>
            <a:custGeom>
              <a:avLst/>
              <a:gdLst/>
              <a:ahLst/>
              <a:cxnLst>
                <a:cxn ang="0">
                  <a:pos x="0" y="236"/>
                </a:cxn>
                <a:cxn ang="0">
                  <a:pos x="6" y="236"/>
                </a:cxn>
                <a:cxn ang="0">
                  <a:pos x="6" y="0"/>
                </a:cxn>
                <a:cxn ang="0">
                  <a:pos x="0" y="0"/>
                </a:cxn>
                <a:cxn ang="0">
                  <a:pos x="0" y="236"/>
                </a:cxn>
                <a:cxn ang="0">
                  <a:pos x="0" y="236"/>
                </a:cxn>
              </a:cxnLst>
              <a:rect l="0" t="0" r="0" b="0"/>
              <a:pathLst>
                <a:path w="6" h="236">
                  <a:moveTo>
                    <a:pt x="0" y="236"/>
                  </a:moveTo>
                  <a:lnTo>
                    <a:pt x="6" y="236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23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1" name="Freeform 112"/>
            <p:cNvSpPr/>
            <p:nvPr/>
          </p:nvSpPr>
          <p:spPr>
            <a:xfrm>
              <a:off x="2651" y="2039"/>
              <a:ext cx="18" cy="237"/>
            </a:xfrm>
            <a:custGeom>
              <a:avLst/>
              <a:gdLst/>
              <a:ahLst/>
              <a:cxnLst>
                <a:cxn ang="0">
                  <a:pos x="0" y="237"/>
                </a:cxn>
                <a:cxn ang="0">
                  <a:pos x="18" y="237"/>
                </a:cxn>
                <a:cxn ang="0">
                  <a:pos x="18" y="0"/>
                </a:cxn>
                <a:cxn ang="0">
                  <a:pos x="0" y="0"/>
                </a:cxn>
                <a:cxn ang="0">
                  <a:pos x="0" y="237"/>
                </a:cxn>
                <a:cxn ang="0">
                  <a:pos x="0" y="237"/>
                </a:cxn>
              </a:cxnLst>
              <a:rect l="0" t="0" r="0" b="0"/>
              <a:pathLst>
                <a:path w="18" h="237">
                  <a:moveTo>
                    <a:pt x="0" y="237"/>
                  </a:moveTo>
                  <a:lnTo>
                    <a:pt x="18" y="237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23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2" name="Freeform 113"/>
            <p:cNvSpPr/>
            <p:nvPr/>
          </p:nvSpPr>
          <p:spPr>
            <a:xfrm>
              <a:off x="2680" y="2039"/>
              <a:ext cx="10" cy="237"/>
            </a:xfrm>
            <a:custGeom>
              <a:avLst/>
              <a:gdLst/>
              <a:ahLst/>
              <a:cxnLst>
                <a:cxn ang="0">
                  <a:pos x="0" y="237"/>
                </a:cxn>
                <a:cxn ang="0">
                  <a:pos x="10" y="237"/>
                </a:cxn>
                <a:cxn ang="0">
                  <a:pos x="10" y="0"/>
                </a:cxn>
                <a:cxn ang="0">
                  <a:pos x="0" y="0"/>
                </a:cxn>
                <a:cxn ang="0">
                  <a:pos x="0" y="237"/>
                </a:cxn>
                <a:cxn ang="0">
                  <a:pos x="0" y="237"/>
                </a:cxn>
              </a:cxnLst>
              <a:rect l="0" t="0" r="0" b="0"/>
              <a:pathLst>
                <a:path w="10" h="237">
                  <a:moveTo>
                    <a:pt x="0" y="237"/>
                  </a:moveTo>
                  <a:lnTo>
                    <a:pt x="10" y="237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23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3" name="Freeform 114"/>
            <p:cNvSpPr/>
            <p:nvPr/>
          </p:nvSpPr>
          <p:spPr>
            <a:xfrm>
              <a:off x="2709" y="2039"/>
              <a:ext cx="17" cy="319"/>
            </a:xfrm>
            <a:custGeom>
              <a:avLst/>
              <a:gdLst/>
              <a:ahLst/>
              <a:cxnLst>
                <a:cxn ang="0">
                  <a:pos x="0" y="319"/>
                </a:cxn>
                <a:cxn ang="0">
                  <a:pos x="17" y="319"/>
                </a:cxn>
                <a:cxn ang="0">
                  <a:pos x="17" y="0"/>
                </a:cxn>
                <a:cxn ang="0">
                  <a:pos x="0" y="0"/>
                </a:cxn>
                <a:cxn ang="0">
                  <a:pos x="0" y="319"/>
                </a:cxn>
                <a:cxn ang="0">
                  <a:pos x="0" y="319"/>
                </a:cxn>
              </a:cxnLst>
              <a:rect l="0" t="0" r="0" b="0"/>
              <a:pathLst>
                <a:path w="17" h="319">
                  <a:moveTo>
                    <a:pt x="0" y="319"/>
                  </a:moveTo>
                  <a:lnTo>
                    <a:pt x="17" y="319"/>
                  </a:lnTo>
                  <a:lnTo>
                    <a:pt x="17" y="0"/>
                  </a:lnTo>
                  <a:lnTo>
                    <a:pt x="0" y="0"/>
                  </a:lnTo>
                  <a:lnTo>
                    <a:pt x="0" y="3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4" name="Freeform 115"/>
            <p:cNvSpPr/>
            <p:nvPr/>
          </p:nvSpPr>
          <p:spPr>
            <a:xfrm>
              <a:off x="2734" y="2039"/>
              <a:ext cx="8" cy="320"/>
            </a:xfrm>
            <a:custGeom>
              <a:avLst/>
              <a:gdLst/>
              <a:ahLst/>
              <a:cxnLst>
                <a:cxn ang="0">
                  <a:pos x="0" y="320"/>
                </a:cxn>
                <a:cxn ang="0">
                  <a:pos x="8" y="320"/>
                </a:cxn>
                <a:cxn ang="0">
                  <a:pos x="8" y="0"/>
                </a:cxn>
                <a:cxn ang="0">
                  <a:pos x="0" y="0"/>
                </a:cxn>
                <a:cxn ang="0">
                  <a:pos x="0" y="320"/>
                </a:cxn>
                <a:cxn ang="0">
                  <a:pos x="0" y="320"/>
                </a:cxn>
              </a:cxnLst>
              <a:rect l="0" t="0" r="0" b="0"/>
              <a:pathLst>
                <a:path w="8" h="320">
                  <a:moveTo>
                    <a:pt x="0" y="320"/>
                  </a:moveTo>
                  <a:lnTo>
                    <a:pt x="8" y="32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32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5" name="Freeform 116"/>
            <p:cNvSpPr/>
            <p:nvPr/>
          </p:nvSpPr>
          <p:spPr>
            <a:xfrm>
              <a:off x="2754" y="2039"/>
              <a:ext cx="8" cy="236"/>
            </a:xfrm>
            <a:custGeom>
              <a:avLst/>
              <a:gdLst/>
              <a:ahLst/>
              <a:cxnLst>
                <a:cxn ang="0">
                  <a:pos x="0" y="236"/>
                </a:cxn>
                <a:cxn ang="0">
                  <a:pos x="8" y="236"/>
                </a:cxn>
                <a:cxn ang="0">
                  <a:pos x="8" y="0"/>
                </a:cxn>
                <a:cxn ang="0">
                  <a:pos x="0" y="0"/>
                </a:cxn>
                <a:cxn ang="0">
                  <a:pos x="0" y="236"/>
                </a:cxn>
                <a:cxn ang="0">
                  <a:pos x="0" y="236"/>
                </a:cxn>
              </a:cxnLst>
              <a:rect l="0" t="0" r="0" b="0"/>
              <a:pathLst>
                <a:path w="8" h="236">
                  <a:moveTo>
                    <a:pt x="0" y="236"/>
                  </a:moveTo>
                  <a:lnTo>
                    <a:pt x="8" y="236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23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6" name="Freeform 117"/>
            <p:cNvSpPr/>
            <p:nvPr/>
          </p:nvSpPr>
          <p:spPr>
            <a:xfrm>
              <a:off x="2773" y="2039"/>
              <a:ext cx="27" cy="235"/>
            </a:xfrm>
            <a:custGeom>
              <a:avLst/>
              <a:gdLst/>
              <a:ahLst/>
              <a:cxnLst>
                <a:cxn ang="0">
                  <a:pos x="0" y="235"/>
                </a:cxn>
                <a:cxn ang="0">
                  <a:pos x="27" y="235"/>
                </a:cxn>
                <a:cxn ang="0">
                  <a:pos x="27" y="0"/>
                </a:cxn>
                <a:cxn ang="0">
                  <a:pos x="0" y="0"/>
                </a:cxn>
                <a:cxn ang="0">
                  <a:pos x="0" y="235"/>
                </a:cxn>
                <a:cxn ang="0">
                  <a:pos x="0" y="235"/>
                </a:cxn>
              </a:cxnLst>
              <a:rect l="0" t="0" r="0" b="0"/>
              <a:pathLst>
                <a:path w="27" h="235">
                  <a:moveTo>
                    <a:pt x="0" y="235"/>
                  </a:moveTo>
                  <a:lnTo>
                    <a:pt x="27" y="235"/>
                  </a:lnTo>
                  <a:lnTo>
                    <a:pt x="27" y="0"/>
                  </a:lnTo>
                  <a:lnTo>
                    <a:pt x="0" y="0"/>
                  </a:lnTo>
                  <a:lnTo>
                    <a:pt x="0" y="23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7" name="Freeform 118"/>
            <p:cNvSpPr/>
            <p:nvPr/>
          </p:nvSpPr>
          <p:spPr>
            <a:xfrm>
              <a:off x="2822" y="2039"/>
              <a:ext cx="12" cy="324"/>
            </a:xfrm>
            <a:custGeom>
              <a:avLst/>
              <a:gdLst/>
              <a:ahLst/>
              <a:cxnLst>
                <a:cxn ang="0">
                  <a:pos x="0" y="324"/>
                </a:cxn>
                <a:cxn ang="0">
                  <a:pos x="12" y="324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0" y="324"/>
                </a:cxn>
                <a:cxn ang="0">
                  <a:pos x="0" y="324"/>
                </a:cxn>
              </a:cxnLst>
              <a:rect l="0" t="0" r="0" b="0"/>
              <a:pathLst>
                <a:path w="12" h="324">
                  <a:moveTo>
                    <a:pt x="0" y="324"/>
                  </a:moveTo>
                  <a:lnTo>
                    <a:pt x="12" y="324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32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8" name="Freeform 119"/>
            <p:cNvSpPr/>
            <p:nvPr/>
          </p:nvSpPr>
          <p:spPr>
            <a:xfrm>
              <a:off x="2841" y="2039"/>
              <a:ext cx="7" cy="311"/>
            </a:xfrm>
            <a:custGeom>
              <a:avLst/>
              <a:gdLst/>
              <a:ahLst/>
              <a:cxnLst>
                <a:cxn ang="0">
                  <a:pos x="0" y="311"/>
                </a:cxn>
                <a:cxn ang="0">
                  <a:pos x="7" y="311"/>
                </a:cxn>
                <a:cxn ang="0">
                  <a:pos x="7" y="0"/>
                </a:cxn>
                <a:cxn ang="0">
                  <a:pos x="0" y="0"/>
                </a:cxn>
                <a:cxn ang="0">
                  <a:pos x="0" y="311"/>
                </a:cxn>
                <a:cxn ang="0">
                  <a:pos x="0" y="311"/>
                </a:cxn>
              </a:cxnLst>
              <a:rect l="0" t="0" r="0" b="0"/>
              <a:pathLst>
                <a:path w="7" h="311">
                  <a:moveTo>
                    <a:pt x="0" y="311"/>
                  </a:moveTo>
                  <a:lnTo>
                    <a:pt x="7" y="311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31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79" name="Freeform 120"/>
            <p:cNvSpPr/>
            <p:nvPr/>
          </p:nvSpPr>
          <p:spPr>
            <a:xfrm>
              <a:off x="2786" y="2288"/>
              <a:ext cx="35" cy="51"/>
            </a:xfrm>
            <a:custGeom>
              <a:avLst/>
              <a:gdLst/>
              <a:ahLst/>
              <a:cxnLst>
                <a:cxn ang="0">
                  <a:pos x="12" y="50"/>
                </a:cxn>
                <a:cxn ang="0">
                  <a:pos x="8" y="50"/>
                </a:cxn>
                <a:cxn ang="0">
                  <a:pos x="2" y="47"/>
                </a:cxn>
                <a:cxn ang="0">
                  <a:pos x="0" y="42"/>
                </a:cxn>
                <a:cxn ang="0">
                  <a:pos x="0" y="41"/>
                </a:cxn>
                <a:cxn ang="0">
                  <a:pos x="2" y="38"/>
                </a:cxn>
                <a:cxn ang="0">
                  <a:pos x="5" y="38"/>
                </a:cxn>
                <a:cxn ang="0">
                  <a:pos x="8" y="41"/>
                </a:cxn>
                <a:cxn ang="0">
                  <a:pos x="11" y="42"/>
                </a:cxn>
                <a:cxn ang="0">
                  <a:pos x="17" y="42"/>
                </a:cxn>
                <a:cxn ang="0">
                  <a:pos x="21" y="41"/>
                </a:cxn>
                <a:cxn ang="0">
                  <a:pos x="25" y="35"/>
                </a:cxn>
                <a:cxn ang="0">
                  <a:pos x="25" y="28"/>
                </a:cxn>
                <a:cxn ang="0">
                  <a:pos x="24" y="24"/>
                </a:cxn>
                <a:cxn ang="0">
                  <a:pos x="21" y="22"/>
                </a:cxn>
                <a:cxn ang="0">
                  <a:pos x="16" y="22"/>
                </a:cxn>
                <a:cxn ang="0">
                  <a:pos x="12" y="23"/>
                </a:cxn>
                <a:cxn ang="0">
                  <a:pos x="8" y="26"/>
                </a:cxn>
                <a:cxn ang="0">
                  <a:pos x="5" y="29"/>
                </a:cxn>
                <a:cxn ang="0">
                  <a:pos x="2" y="29"/>
                </a:cxn>
                <a:cxn ang="0">
                  <a:pos x="0" y="27"/>
                </a:cxn>
                <a:cxn ang="0">
                  <a:pos x="0" y="24"/>
                </a:cxn>
                <a:cxn ang="0">
                  <a:pos x="0" y="23"/>
                </a:cxn>
                <a:cxn ang="0">
                  <a:pos x="1" y="18"/>
                </a:cxn>
                <a:cxn ang="0">
                  <a:pos x="1" y="13"/>
                </a:cxn>
                <a:cxn ang="0">
                  <a:pos x="1" y="9"/>
                </a:cxn>
                <a:cxn ang="0">
                  <a:pos x="1" y="6"/>
                </a:cxn>
                <a:cxn ang="0">
                  <a:pos x="0" y="5"/>
                </a:cxn>
                <a:cxn ang="0">
                  <a:pos x="0" y="3"/>
                </a:cxn>
                <a:cxn ang="0">
                  <a:pos x="2" y="1"/>
                </a:cxn>
                <a:cxn ang="0">
                  <a:pos x="5" y="1"/>
                </a:cxn>
                <a:cxn ang="0">
                  <a:pos x="7" y="1"/>
                </a:cxn>
                <a:cxn ang="0">
                  <a:pos x="23" y="0"/>
                </a:cxn>
                <a:cxn ang="0">
                  <a:pos x="26" y="0"/>
                </a:cxn>
                <a:cxn ang="0">
                  <a:pos x="28" y="0"/>
                </a:cxn>
                <a:cxn ang="0">
                  <a:pos x="31" y="1"/>
                </a:cxn>
                <a:cxn ang="0">
                  <a:pos x="33" y="4"/>
                </a:cxn>
                <a:cxn ang="0">
                  <a:pos x="30" y="7"/>
                </a:cxn>
                <a:cxn ang="0">
                  <a:pos x="23" y="9"/>
                </a:cxn>
                <a:cxn ang="0">
                  <a:pos x="21" y="9"/>
                </a:cxn>
                <a:cxn ang="0">
                  <a:pos x="20" y="8"/>
                </a:cxn>
                <a:cxn ang="0">
                  <a:pos x="9" y="11"/>
                </a:cxn>
                <a:cxn ang="0">
                  <a:pos x="11" y="14"/>
                </a:cxn>
                <a:cxn ang="0">
                  <a:pos x="16" y="13"/>
                </a:cxn>
                <a:cxn ang="0">
                  <a:pos x="22" y="13"/>
                </a:cxn>
                <a:cxn ang="0">
                  <a:pos x="28" y="16"/>
                </a:cxn>
                <a:cxn ang="0">
                  <a:pos x="32" y="21"/>
                </a:cxn>
                <a:cxn ang="0">
                  <a:pos x="34" y="26"/>
                </a:cxn>
                <a:cxn ang="0">
                  <a:pos x="34" y="32"/>
                </a:cxn>
                <a:cxn ang="0">
                  <a:pos x="34" y="37"/>
                </a:cxn>
                <a:cxn ang="0">
                  <a:pos x="32" y="42"/>
                </a:cxn>
                <a:cxn ang="0">
                  <a:pos x="26" y="47"/>
                </a:cxn>
                <a:cxn ang="0">
                  <a:pos x="19" y="50"/>
                </a:cxn>
                <a:cxn ang="0">
                  <a:pos x="15" y="51"/>
                </a:cxn>
              </a:cxnLst>
              <a:rect l="0" t="0" r="0" b="0"/>
              <a:pathLst>
                <a:path w="35" h="51">
                  <a:moveTo>
                    <a:pt x="15" y="51"/>
                  </a:moveTo>
                  <a:lnTo>
                    <a:pt x="12" y="50"/>
                  </a:lnTo>
                  <a:lnTo>
                    <a:pt x="10" y="50"/>
                  </a:lnTo>
                  <a:lnTo>
                    <a:pt x="8" y="50"/>
                  </a:lnTo>
                  <a:lnTo>
                    <a:pt x="6" y="49"/>
                  </a:lnTo>
                  <a:lnTo>
                    <a:pt x="2" y="47"/>
                  </a:lnTo>
                  <a:lnTo>
                    <a:pt x="1" y="44"/>
                  </a:lnTo>
                  <a:lnTo>
                    <a:pt x="0" y="42"/>
                  </a:lnTo>
                  <a:lnTo>
                    <a:pt x="0" y="41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3" y="38"/>
                  </a:lnTo>
                  <a:lnTo>
                    <a:pt x="5" y="38"/>
                  </a:lnTo>
                  <a:lnTo>
                    <a:pt x="7" y="40"/>
                  </a:lnTo>
                  <a:lnTo>
                    <a:pt x="8" y="41"/>
                  </a:lnTo>
                  <a:lnTo>
                    <a:pt x="9" y="42"/>
                  </a:lnTo>
                  <a:lnTo>
                    <a:pt x="11" y="42"/>
                  </a:lnTo>
                  <a:lnTo>
                    <a:pt x="15" y="42"/>
                  </a:lnTo>
                  <a:lnTo>
                    <a:pt x="17" y="42"/>
                  </a:lnTo>
                  <a:lnTo>
                    <a:pt x="19" y="42"/>
                  </a:lnTo>
                  <a:lnTo>
                    <a:pt x="21" y="41"/>
                  </a:lnTo>
                  <a:lnTo>
                    <a:pt x="23" y="40"/>
                  </a:lnTo>
                  <a:lnTo>
                    <a:pt x="25" y="35"/>
                  </a:lnTo>
                  <a:lnTo>
                    <a:pt x="26" y="31"/>
                  </a:lnTo>
                  <a:lnTo>
                    <a:pt x="25" y="28"/>
                  </a:lnTo>
                  <a:lnTo>
                    <a:pt x="25" y="26"/>
                  </a:lnTo>
                  <a:lnTo>
                    <a:pt x="24" y="24"/>
                  </a:lnTo>
                  <a:lnTo>
                    <a:pt x="24" y="23"/>
                  </a:lnTo>
                  <a:lnTo>
                    <a:pt x="21" y="22"/>
                  </a:lnTo>
                  <a:lnTo>
                    <a:pt x="20" y="22"/>
                  </a:lnTo>
                  <a:lnTo>
                    <a:pt x="16" y="22"/>
                  </a:lnTo>
                  <a:lnTo>
                    <a:pt x="14" y="23"/>
                  </a:lnTo>
                  <a:lnTo>
                    <a:pt x="12" y="23"/>
                  </a:lnTo>
                  <a:lnTo>
                    <a:pt x="11" y="24"/>
                  </a:lnTo>
                  <a:lnTo>
                    <a:pt x="8" y="26"/>
                  </a:lnTo>
                  <a:lnTo>
                    <a:pt x="8" y="28"/>
                  </a:lnTo>
                  <a:lnTo>
                    <a:pt x="5" y="29"/>
                  </a:lnTo>
                  <a:lnTo>
                    <a:pt x="4" y="30"/>
                  </a:lnTo>
                  <a:lnTo>
                    <a:pt x="2" y="29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0" y="23"/>
                  </a:lnTo>
                  <a:lnTo>
                    <a:pt x="1" y="20"/>
                  </a:lnTo>
                  <a:lnTo>
                    <a:pt x="1" y="18"/>
                  </a:lnTo>
                  <a:lnTo>
                    <a:pt x="1" y="15"/>
                  </a:lnTo>
                  <a:lnTo>
                    <a:pt x="1" y="13"/>
                  </a:lnTo>
                  <a:lnTo>
                    <a:pt x="1" y="12"/>
                  </a:lnTo>
                  <a:lnTo>
                    <a:pt x="1" y="9"/>
                  </a:lnTo>
                  <a:lnTo>
                    <a:pt x="2" y="7"/>
                  </a:lnTo>
                  <a:lnTo>
                    <a:pt x="1" y="6"/>
                  </a:lnTo>
                  <a:lnTo>
                    <a:pt x="1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3"/>
                  </a:lnTo>
                  <a:lnTo>
                    <a:pt x="2" y="2"/>
                  </a:lnTo>
                  <a:lnTo>
                    <a:pt x="2" y="1"/>
                  </a:lnTo>
                  <a:lnTo>
                    <a:pt x="4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7" y="1"/>
                  </a:lnTo>
                  <a:lnTo>
                    <a:pt x="8" y="1"/>
                  </a:lnTo>
                  <a:lnTo>
                    <a:pt x="2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30" y="0"/>
                  </a:lnTo>
                  <a:lnTo>
                    <a:pt x="31" y="1"/>
                  </a:lnTo>
                  <a:lnTo>
                    <a:pt x="32" y="3"/>
                  </a:lnTo>
                  <a:lnTo>
                    <a:pt x="33" y="4"/>
                  </a:lnTo>
                  <a:lnTo>
                    <a:pt x="32" y="5"/>
                  </a:lnTo>
                  <a:lnTo>
                    <a:pt x="30" y="7"/>
                  </a:lnTo>
                  <a:lnTo>
                    <a:pt x="26" y="7"/>
                  </a:lnTo>
                  <a:lnTo>
                    <a:pt x="23" y="9"/>
                  </a:lnTo>
                  <a:lnTo>
                    <a:pt x="21" y="9"/>
                  </a:lnTo>
                  <a:lnTo>
                    <a:pt x="20" y="8"/>
                  </a:lnTo>
                  <a:lnTo>
                    <a:pt x="10" y="9"/>
                  </a:lnTo>
                  <a:lnTo>
                    <a:pt x="9" y="11"/>
                  </a:lnTo>
                  <a:lnTo>
                    <a:pt x="9" y="15"/>
                  </a:lnTo>
                  <a:lnTo>
                    <a:pt x="11" y="14"/>
                  </a:lnTo>
                  <a:lnTo>
                    <a:pt x="13" y="13"/>
                  </a:lnTo>
                  <a:lnTo>
                    <a:pt x="16" y="13"/>
                  </a:lnTo>
                  <a:lnTo>
                    <a:pt x="20" y="13"/>
                  </a:lnTo>
                  <a:lnTo>
                    <a:pt x="22" y="13"/>
                  </a:lnTo>
                  <a:lnTo>
                    <a:pt x="26" y="14"/>
                  </a:lnTo>
                  <a:lnTo>
                    <a:pt x="28" y="16"/>
                  </a:lnTo>
                  <a:lnTo>
                    <a:pt x="31" y="19"/>
                  </a:lnTo>
                  <a:lnTo>
                    <a:pt x="32" y="21"/>
                  </a:lnTo>
                  <a:lnTo>
                    <a:pt x="34" y="23"/>
                  </a:lnTo>
                  <a:lnTo>
                    <a:pt x="34" y="26"/>
                  </a:lnTo>
                  <a:lnTo>
                    <a:pt x="35" y="30"/>
                  </a:lnTo>
                  <a:lnTo>
                    <a:pt x="34" y="32"/>
                  </a:lnTo>
                  <a:lnTo>
                    <a:pt x="34" y="35"/>
                  </a:lnTo>
                  <a:lnTo>
                    <a:pt x="34" y="37"/>
                  </a:lnTo>
                  <a:lnTo>
                    <a:pt x="34" y="39"/>
                  </a:lnTo>
                  <a:lnTo>
                    <a:pt x="32" y="42"/>
                  </a:lnTo>
                  <a:lnTo>
                    <a:pt x="30" y="45"/>
                  </a:lnTo>
                  <a:lnTo>
                    <a:pt x="26" y="47"/>
                  </a:lnTo>
                  <a:lnTo>
                    <a:pt x="22" y="49"/>
                  </a:lnTo>
                  <a:lnTo>
                    <a:pt x="19" y="50"/>
                  </a:lnTo>
                  <a:lnTo>
                    <a:pt x="15" y="5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0" name="Freeform 121"/>
            <p:cNvSpPr/>
            <p:nvPr/>
          </p:nvSpPr>
          <p:spPr>
            <a:xfrm>
              <a:off x="2647" y="2289"/>
              <a:ext cx="39" cy="52"/>
            </a:xfrm>
            <a:custGeom>
              <a:avLst/>
              <a:gdLst/>
              <a:ahLst/>
              <a:cxnLst>
                <a:cxn ang="0">
                  <a:pos x="20" y="52"/>
                </a:cxn>
                <a:cxn ang="0">
                  <a:pos x="17" y="51"/>
                </a:cxn>
                <a:cxn ang="0">
                  <a:pos x="14" y="51"/>
                </a:cxn>
                <a:cxn ang="0">
                  <a:pos x="12" y="50"/>
                </a:cxn>
                <a:cxn ang="0">
                  <a:pos x="10" y="49"/>
                </a:cxn>
                <a:cxn ang="0">
                  <a:pos x="7" y="46"/>
                </a:cxn>
                <a:cxn ang="0">
                  <a:pos x="4" y="43"/>
                </a:cxn>
                <a:cxn ang="0">
                  <a:pos x="2" y="40"/>
                </a:cxn>
                <a:cxn ang="0">
                  <a:pos x="1" y="35"/>
                </a:cxn>
                <a:cxn ang="0">
                  <a:pos x="0" y="32"/>
                </a:cxn>
                <a:cxn ang="0">
                  <a:pos x="0" y="30"/>
                </a:cxn>
                <a:cxn ang="0">
                  <a:pos x="0" y="27"/>
                </a:cxn>
                <a:cxn ang="0">
                  <a:pos x="0" y="25"/>
                </a:cxn>
                <a:cxn ang="0">
                  <a:pos x="0" y="22"/>
                </a:cxn>
                <a:cxn ang="0">
                  <a:pos x="0" y="21"/>
                </a:cxn>
                <a:cxn ang="0">
                  <a:pos x="0" y="19"/>
                </a:cxn>
                <a:cxn ang="0">
                  <a:pos x="1" y="16"/>
                </a:cxn>
                <a:cxn ang="0">
                  <a:pos x="2" y="12"/>
                </a:cxn>
                <a:cxn ang="0">
                  <a:pos x="4" y="9"/>
                </a:cxn>
                <a:cxn ang="0">
                  <a:pos x="8" y="4"/>
                </a:cxn>
                <a:cxn ang="0">
                  <a:pos x="10" y="2"/>
                </a:cxn>
                <a:cxn ang="0">
                  <a:pos x="12" y="1"/>
                </a:cxn>
                <a:cxn ang="0">
                  <a:pos x="15" y="1"/>
                </a:cxn>
                <a:cxn ang="0">
                  <a:pos x="17" y="0"/>
                </a:cxn>
                <a:cxn ang="0">
                  <a:pos x="20" y="0"/>
                </a:cxn>
                <a:cxn ang="0">
                  <a:pos x="24" y="0"/>
                </a:cxn>
                <a:cxn ang="0">
                  <a:pos x="28" y="2"/>
                </a:cxn>
                <a:cxn ang="0">
                  <a:pos x="31" y="4"/>
                </a:cxn>
                <a:cxn ang="0">
                  <a:pos x="34" y="7"/>
                </a:cxn>
                <a:cxn ang="0">
                  <a:pos x="36" y="10"/>
                </a:cxn>
                <a:cxn ang="0">
                  <a:pos x="38" y="14"/>
                </a:cxn>
                <a:cxn ang="0">
                  <a:pos x="38" y="16"/>
                </a:cxn>
                <a:cxn ang="0">
                  <a:pos x="39" y="18"/>
                </a:cxn>
                <a:cxn ang="0">
                  <a:pos x="39" y="20"/>
                </a:cxn>
                <a:cxn ang="0">
                  <a:pos x="39" y="22"/>
                </a:cxn>
                <a:cxn ang="0">
                  <a:pos x="39" y="25"/>
                </a:cxn>
                <a:cxn ang="0">
                  <a:pos x="39" y="29"/>
                </a:cxn>
                <a:cxn ang="0">
                  <a:pos x="38" y="32"/>
                </a:cxn>
                <a:cxn ang="0">
                  <a:pos x="38" y="35"/>
                </a:cxn>
                <a:cxn ang="0">
                  <a:pos x="37" y="38"/>
                </a:cxn>
                <a:cxn ang="0">
                  <a:pos x="36" y="40"/>
                </a:cxn>
                <a:cxn ang="0">
                  <a:pos x="35" y="41"/>
                </a:cxn>
                <a:cxn ang="0">
                  <a:pos x="34" y="44"/>
                </a:cxn>
                <a:cxn ang="0">
                  <a:pos x="31" y="47"/>
                </a:cxn>
                <a:cxn ang="0">
                  <a:pos x="28" y="50"/>
                </a:cxn>
                <a:cxn ang="0">
                  <a:pos x="24" y="51"/>
                </a:cxn>
                <a:cxn ang="0">
                  <a:pos x="20" y="52"/>
                </a:cxn>
                <a:cxn ang="0">
                  <a:pos x="20" y="52"/>
                </a:cxn>
              </a:cxnLst>
              <a:rect l="0" t="0" r="0" b="0"/>
              <a:pathLst>
                <a:path w="39" h="52">
                  <a:moveTo>
                    <a:pt x="20" y="52"/>
                  </a:moveTo>
                  <a:lnTo>
                    <a:pt x="17" y="51"/>
                  </a:lnTo>
                  <a:lnTo>
                    <a:pt x="14" y="51"/>
                  </a:lnTo>
                  <a:lnTo>
                    <a:pt x="12" y="50"/>
                  </a:lnTo>
                  <a:lnTo>
                    <a:pt x="10" y="49"/>
                  </a:lnTo>
                  <a:lnTo>
                    <a:pt x="7" y="46"/>
                  </a:lnTo>
                  <a:lnTo>
                    <a:pt x="4" y="43"/>
                  </a:lnTo>
                  <a:lnTo>
                    <a:pt x="2" y="40"/>
                  </a:lnTo>
                  <a:lnTo>
                    <a:pt x="1" y="35"/>
                  </a:lnTo>
                  <a:lnTo>
                    <a:pt x="0" y="32"/>
                  </a:lnTo>
                  <a:lnTo>
                    <a:pt x="0" y="30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0" y="19"/>
                  </a:lnTo>
                  <a:lnTo>
                    <a:pt x="1" y="16"/>
                  </a:lnTo>
                  <a:lnTo>
                    <a:pt x="2" y="12"/>
                  </a:lnTo>
                  <a:lnTo>
                    <a:pt x="4" y="9"/>
                  </a:lnTo>
                  <a:lnTo>
                    <a:pt x="8" y="4"/>
                  </a:lnTo>
                  <a:lnTo>
                    <a:pt x="10" y="2"/>
                  </a:lnTo>
                  <a:lnTo>
                    <a:pt x="12" y="1"/>
                  </a:lnTo>
                  <a:lnTo>
                    <a:pt x="15" y="1"/>
                  </a:lnTo>
                  <a:lnTo>
                    <a:pt x="17" y="0"/>
                  </a:lnTo>
                  <a:lnTo>
                    <a:pt x="20" y="0"/>
                  </a:lnTo>
                  <a:lnTo>
                    <a:pt x="24" y="0"/>
                  </a:lnTo>
                  <a:lnTo>
                    <a:pt x="28" y="2"/>
                  </a:lnTo>
                  <a:lnTo>
                    <a:pt x="31" y="4"/>
                  </a:lnTo>
                  <a:lnTo>
                    <a:pt x="34" y="7"/>
                  </a:lnTo>
                  <a:lnTo>
                    <a:pt x="36" y="10"/>
                  </a:lnTo>
                  <a:lnTo>
                    <a:pt x="38" y="14"/>
                  </a:lnTo>
                  <a:lnTo>
                    <a:pt x="38" y="16"/>
                  </a:lnTo>
                  <a:lnTo>
                    <a:pt x="39" y="18"/>
                  </a:lnTo>
                  <a:lnTo>
                    <a:pt x="39" y="20"/>
                  </a:lnTo>
                  <a:lnTo>
                    <a:pt x="39" y="22"/>
                  </a:lnTo>
                  <a:lnTo>
                    <a:pt x="39" y="25"/>
                  </a:lnTo>
                  <a:lnTo>
                    <a:pt x="39" y="29"/>
                  </a:lnTo>
                  <a:lnTo>
                    <a:pt x="38" y="32"/>
                  </a:lnTo>
                  <a:lnTo>
                    <a:pt x="38" y="35"/>
                  </a:lnTo>
                  <a:lnTo>
                    <a:pt x="37" y="38"/>
                  </a:lnTo>
                  <a:lnTo>
                    <a:pt x="36" y="40"/>
                  </a:lnTo>
                  <a:lnTo>
                    <a:pt x="35" y="41"/>
                  </a:lnTo>
                  <a:lnTo>
                    <a:pt x="34" y="44"/>
                  </a:lnTo>
                  <a:lnTo>
                    <a:pt x="31" y="47"/>
                  </a:lnTo>
                  <a:lnTo>
                    <a:pt x="28" y="50"/>
                  </a:lnTo>
                  <a:lnTo>
                    <a:pt x="24" y="51"/>
                  </a:lnTo>
                  <a:lnTo>
                    <a:pt x="20" y="5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1" name="Freeform 122"/>
            <p:cNvSpPr/>
            <p:nvPr/>
          </p:nvSpPr>
          <p:spPr>
            <a:xfrm>
              <a:off x="2656" y="2298"/>
              <a:ext cx="21" cy="3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3" y="2"/>
                </a:cxn>
                <a:cxn ang="0">
                  <a:pos x="2" y="5"/>
                </a:cxn>
                <a:cxn ang="0">
                  <a:pos x="1" y="7"/>
                </a:cxn>
                <a:cxn ang="0">
                  <a:pos x="1" y="10"/>
                </a:cxn>
                <a:cxn ang="0">
                  <a:pos x="0" y="13"/>
                </a:cxn>
                <a:cxn ang="0">
                  <a:pos x="0" y="15"/>
                </a:cxn>
                <a:cxn ang="0">
                  <a:pos x="0" y="19"/>
                </a:cxn>
                <a:cxn ang="0">
                  <a:pos x="1" y="23"/>
                </a:cxn>
                <a:cxn ang="0">
                  <a:pos x="1" y="25"/>
                </a:cxn>
                <a:cxn ang="0">
                  <a:pos x="1" y="28"/>
                </a:cxn>
                <a:cxn ang="0">
                  <a:pos x="2" y="31"/>
                </a:cxn>
                <a:cxn ang="0">
                  <a:pos x="5" y="32"/>
                </a:cxn>
                <a:cxn ang="0">
                  <a:pos x="7" y="34"/>
                </a:cxn>
                <a:cxn ang="0">
                  <a:pos x="10" y="35"/>
                </a:cxn>
                <a:cxn ang="0">
                  <a:pos x="13" y="34"/>
                </a:cxn>
                <a:cxn ang="0">
                  <a:pos x="15" y="33"/>
                </a:cxn>
                <a:cxn ang="0">
                  <a:pos x="17" y="32"/>
                </a:cxn>
                <a:cxn ang="0">
                  <a:pos x="19" y="31"/>
                </a:cxn>
                <a:cxn ang="0">
                  <a:pos x="20" y="27"/>
                </a:cxn>
                <a:cxn ang="0">
                  <a:pos x="20" y="24"/>
                </a:cxn>
                <a:cxn ang="0">
                  <a:pos x="20" y="21"/>
                </a:cxn>
                <a:cxn ang="0">
                  <a:pos x="21" y="19"/>
                </a:cxn>
                <a:cxn ang="0">
                  <a:pos x="21" y="17"/>
                </a:cxn>
                <a:cxn ang="0">
                  <a:pos x="21" y="14"/>
                </a:cxn>
                <a:cxn ang="0">
                  <a:pos x="20" y="12"/>
                </a:cxn>
                <a:cxn ang="0">
                  <a:pos x="20" y="8"/>
                </a:cxn>
                <a:cxn ang="0">
                  <a:pos x="19" y="5"/>
                </a:cxn>
                <a:cxn ang="0">
                  <a:pos x="19" y="3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0" b="0"/>
              <a:pathLst>
                <a:path w="21" h="35">
                  <a:moveTo>
                    <a:pt x="11" y="0"/>
                  </a:moveTo>
                  <a:lnTo>
                    <a:pt x="8" y="0"/>
                  </a:lnTo>
                  <a:lnTo>
                    <a:pt x="6" y="0"/>
                  </a:lnTo>
                  <a:lnTo>
                    <a:pt x="3" y="2"/>
                  </a:lnTo>
                  <a:lnTo>
                    <a:pt x="2" y="5"/>
                  </a:lnTo>
                  <a:lnTo>
                    <a:pt x="1" y="7"/>
                  </a:lnTo>
                  <a:lnTo>
                    <a:pt x="1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1" y="23"/>
                  </a:lnTo>
                  <a:lnTo>
                    <a:pt x="1" y="25"/>
                  </a:lnTo>
                  <a:lnTo>
                    <a:pt x="1" y="28"/>
                  </a:lnTo>
                  <a:lnTo>
                    <a:pt x="2" y="31"/>
                  </a:lnTo>
                  <a:lnTo>
                    <a:pt x="5" y="32"/>
                  </a:lnTo>
                  <a:lnTo>
                    <a:pt x="7" y="34"/>
                  </a:lnTo>
                  <a:lnTo>
                    <a:pt x="10" y="35"/>
                  </a:lnTo>
                  <a:lnTo>
                    <a:pt x="13" y="34"/>
                  </a:lnTo>
                  <a:lnTo>
                    <a:pt x="15" y="33"/>
                  </a:lnTo>
                  <a:lnTo>
                    <a:pt x="17" y="32"/>
                  </a:lnTo>
                  <a:lnTo>
                    <a:pt x="19" y="31"/>
                  </a:lnTo>
                  <a:lnTo>
                    <a:pt x="20" y="27"/>
                  </a:lnTo>
                  <a:lnTo>
                    <a:pt x="20" y="24"/>
                  </a:lnTo>
                  <a:lnTo>
                    <a:pt x="20" y="21"/>
                  </a:lnTo>
                  <a:lnTo>
                    <a:pt x="21" y="19"/>
                  </a:lnTo>
                  <a:lnTo>
                    <a:pt x="21" y="17"/>
                  </a:lnTo>
                  <a:lnTo>
                    <a:pt x="21" y="14"/>
                  </a:lnTo>
                  <a:lnTo>
                    <a:pt x="20" y="12"/>
                  </a:lnTo>
                  <a:lnTo>
                    <a:pt x="20" y="8"/>
                  </a:lnTo>
                  <a:lnTo>
                    <a:pt x="19" y="5"/>
                  </a:lnTo>
                  <a:lnTo>
                    <a:pt x="19" y="3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F690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2" name="Freeform 123"/>
            <p:cNvSpPr/>
            <p:nvPr/>
          </p:nvSpPr>
          <p:spPr>
            <a:xfrm>
              <a:off x="2566" y="2289"/>
              <a:ext cx="34" cy="51"/>
            </a:xfrm>
            <a:custGeom>
              <a:avLst/>
              <a:gdLst/>
              <a:ahLst/>
              <a:cxnLst>
                <a:cxn ang="0">
                  <a:pos x="29" y="24"/>
                </a:cxn>
                <a:cxn ang="0">
                  <a:pos x="33" y="31"/>
                </a:cxn>
                <a:cxn ang="0">
                  <a:pos x="33" y="38"/>
                </a:cxn>
                <a:cxn ang="0">
                  <a:pos x="31" y="43"/>
                </a:cxn>
                <a:cxn ang="0">
                  <a:pos x="26" y="48"/>
                </a:cxn>
                <a:cxn ang="0">
                  <a:pos x="19" y="50"/>
                </a:cxn>
                <a:cxn ang="0">
                  <a:pos x="14" y="50"/>
                </a:cxn>
                <a:cxn ang="0">
                  <a:pos x="9" y="50"/>
                </a:cxn>
                <a:cxn ang="0">
                  <a:pos x="4" y="47"/>
                </a:cxn>
                <a:cxn ang="0">
                  <a:pos x="1" y="43"/>
                </a:cxn>
                <a:cxn ang="0">
                  <a:pos x="0" y="41"/>
                </a:cxn>
                <a:cxn ang="0">
                  <a:pos x="0" y="39"/>
                </a:cxn>
                <a:cxn ang="0">
                  <a:pos x="3" y="37"/>
                </a:cxn>
                <a:cxn ang="0">
                  <a:pos x="6" y="37"/>
                </a:cxn>
                <a:cxn ang="0">
                  <a:pos x="10" y="40"/>
                </a:cxn>
                <a:cxn ang="0">
                  <a:pos x="13" y="41"/>
                </a:cxn>
                <a:cxn ang="0">
                  <a:pos x="19" y="41"/>
                </a:cxn>
                <a:cxn ang="0">
                  <a:pos x="24" y="39"/>
                </a:cxn>
                <a:cxn ang="0">
                  <a:pos x="23" y="32"/>
                </a:cxn>
                <a:cxn ang="0">
                  <a:pos x="19" y="28"/>
                </a:cxn>
                <a:cxn ang="0">
                  <a:pos x="16" y="27"/>
                </a:cxn>
                <a:cxn ang="0">
                  <a:pos x="11" y="26"/>
                </a:cxn>
                <a:cxn ang="0">
                  <a:pos x="9" y="24"/>
                </a:cxn>
                <a:cxn ang="0">
                  <a:pos x="9" y="21"/>
                </a:cxn>
                <a:cxn ang="0">
                  <a:pos x="16" y="18"/>
                </a:cxn>
                <a:cxn ang="0">
                  <a:pos x="20" y="16"/>
                </a:cxn>
                <a:cxn ang="0">
                  <a:pos x="23" y="14"/>
                </a:cxn>
                <a:cxn ang="0">
                  <a:pos x="23" y="10"/>
                </a:cxn>
                <a:cxn ang="0">
                  <a:pos x="18" y="8"/>
                </a:cxn>
                <a:cxn ang="0">
                  <a:pos x="13" y="8"/>
                </a:cxn>
                <a:cxn ang="0">
                  <a:pos x="7" y="11"/>
                </a:cxn>
                <a:cxn ang="0">
                  <a:pos x="4" y="11"/>
                </a:cxn>
                <a:cxn ang="0">
                  <a:pos x="1" y="9"/>
                </a:cxn>
                <a:cxn ang="0">
                  <a:pos x="1" y="6"/>
                </a:cxn>
                <a:cxn ang="0">
                  <a:pos x="4" y="4"/>
                </a:cxn>
                <a:cxn ang="0">
                  <a:pos x="9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24" y="1"/>
                </a:cxn>
                <a:cxn ang="0">
                  <a:pos x="29" y="4"/>
                </a:cxn>
                <a:cxn ang="0">
                  <a:pos x="31" y="9"/>
                </a:cxn>
                <a:cxn ang="0">
                  <a:pos x="32" y="16"/>
                </a:cxn>
                <a:cxn ang="0">
                  <a:pos x="29" y="21"/>
                </a:cxn>
                <a:cxn ang="0">
                  <a:pos x="27" y="22"/>
                </a:cxn>
              </a:cxnLst>
              <a:rect l="0" t="0" r="0" b="0"/>
              <a:pathLst>
                <a:path w="34" h="51">
                  <a:moveTo>
                    <a:pt x="27" y="22"/>
                  </a:moveTo>
                  <a:lnTo>
                    <a:pt x="29" y="24"/>
                  </a:lnTo>
                  <a:lnTo>
                    <a:pt x="32" y="27"/>
                  </a:lnTo>
                  <a:lnTo>
                    <a:pt x="33" y="31"/>
                  </a:lnTo>
                  <a:lnTo>
                    <a:pt x="34" y="35"/>
                  </a:lnTo>
                  <a:lnTo>
                    <a:pt x="33" y="38"/>
                  </a:lnTo>
                  <a:lnTo>
                    <a:pt x="32" y="41"/>
                  </a:lnTo>
                  <a:lnTo>
                    <a:pt x="31" y="43"/>
                  </a:lnTo>
                  <a:lnTo>
                    <a:pt x="29" y="46"/>
                  </a:lnTo>
                  <a:lnTo>
                    <a:pt x="26" y="48"/>
                  </a:lnTo>
                  <a:lnTo>
                    <a:pt x="23" y="49"/>
                  </a:lnTo>
                  <a:lnTo>
                    <a:pt x="19" y="50"/>
                  </a:lnTo>
                  <a:lnTo>
                    <a:pt x="17" y="51"/>
                  </a:lnTo>
                  <a:lnTo>
                    <a:pt x="14" y="50"/>
                  </a:lnTo>
                  <a:lnTo>
                    <a:pt x="12" y="50"/>
                  </a:lnTo>
                  <a:lnTo>
                    <a:pt x="9" y="50"/>
                  </a:lnTo>
                  <a:lnTo>
                    <a:pt x="7" y="49"/>
                  </a:lnTo>
                  <a:lnTo>
                    <a:pt x="4" y="47"/>
                  </a:lnTo>
                  <a:lnTo>
                    <a:pt x="3" y="46"/>
                  </a:lnTo>
                  <a:lnTo>
                    <a:pt x="1" y="43"/>
                  </a:lnTo>
                  <a:lnTo>
                    <a:pt x="0" y="41"/>
                  </a:lnTo>
                  <a:lnTo>
                    <a:pt x="0" y="39"/>
                  </a:lnTo>
                  <a:lnTo>
                    <a:pt x="1" y="38"/>
                  </a:lnTo>
                  <a:lnTo>
                    <a:pt x="3" y="37"/>
                  </a:lnTo>
                  <a:lnTo>
                    <a:pt x="4" y="37"/>
                  </a:lnTo>
                  <a:lnTo>
                    <a:pt x="6" y="37"/>
                  </a:lnTo>
                  <a:lnTo>
                    <a:pt x="8" y="38"/>
                  </a:lnTo>
                  <a:lnTo>
                    <a:pt x="10" y="40"/>
                  </a:lnTo>
                  <a:lnTo>
                    <a:pt x="11" y="41"/>
                  </a:lnTo>
                  <a:lnTo>
                    <a:pt x="13" y="41"/>
                  </a:lnTo>
                  <a:lnTo>
                    <a:pt x="17" y="42"/>
                  </a:lnTo>
                  <a:lnTo>
                    <a:pt x="19" y="41"/>
                  </a:lnTo>
                  <a:lnTo>
                    <a:pt x="22" y="41"/>
                  </a:lnTo>
                  <a:lnTo>
                    <a:pt x="24" y="39"/>
                  </a:lnTo>
                  <a:lnTo>
                    <a:pt x="24" y="37"/>
                  </a:lnTo>
                  <a:lnTo>
                    <a:pt x="23" y="32"/>
                  </a:lnTo>
                  <a:lnTo>
                    <a:pt x="21" y="29"/>
                  </a:lnTo>
                  <a:lnTo>
                    <a:pt x="19" y="28"/>
                  </a:lnTo>
                  <a:lnTo>
                    <a:pt x="17" y="27"/>
                  </a:lnTo>
                  <a:lnTo>
                    <a:pt x="16" y="27"/>
                  </a:lnTo>
                  <a:lnTo>
                    <a:pt x="14" y="27"/>
                  </a:lnTo>
                  <a:lnTo>
                    <a:pt x="11" y="26"/>
                  </a:lnTo>
                  <a:lnTo>
                    <a:pt x="9" y="25"/>
                  </a:lnTo>
                  <a:lnTo>
                    <a:pt x="9" y="24"/>
                  </a:lnTo>
                  <a:lnTo>
                    <a:pt x="9" y="23"/>
                  </a:lnTo>
                  <a:lnTo>
                    <a:pt x="9" y="21"/>
                  </a:lnTo>
                  <a:lnTo>
                    <a:pt x="12" y="19"/>
                  </a:lnTo>
                  <a:lnTo>
                    <a:pt x="16" y="18"/>
                  </a:lnTo>
                  <a:lnTo>
                    <a:pt x="18" y="17"/>
                  </a:lnTo>
                  <a:lnTo>
                    <a:pt x="20" y="16"/>
                  </a:lnTo>
                  <a:lnTo>
                    <a:pt x="22" y="16"/>
                  </a:lnTo>
                  <a:lnTo>
                    <a:pt x="23" y="14"/>
                  </a:lnTo>
                  <a:lnTo>
                    <a:pt x="24" y="13"/>
                  </a:lnTo>
                  <a:lnTo>
                    <a:pt x="23" y="10"/>
                  </a:lnTo>
                  <a:lnTo>
                    <a:pt x="21" y="9"/>
                  </a:lnTo>
                  <a:lnTo>
                    <a:pt x="18" y="8"/>
                  </a:lnTo>
                  <a:lnTo>
                    <a:pt x="16" y="8"/>
                  </a:lnTo>
                  <a:lnTo>
                    <a:pt x="13" y="8"/>
                  </a:lnTo>
                  <a:lnTo>
                    <a:pt x="10" y="10"/>
                  </a:lnTo>
                  <a:lnTo>
                    <a:pt x="7" y="11"/>
                  </a:lnTo>
                  <a:lnTo>
                    <a:pt x="6" y="12"/>
                  </a:lnTo>
                  <a:lnTo>
                    <a:pt x="4" y="11"/>
                  </a:lnTo>
                  <a:lnTo>
                    <a:pt x="3" y="11"/>
                  </a:lnTo>
                  <a:lnTo>
                    <a:pt x="1" y="9"/>
                  </a:lnTo>
                  <a:lnTo>
                    <a:pt x="1" y="8"/>
                  </a:lnTo>
                  <a:lnTo>
                    <a:pt x="1" y="6"/>
                  </a:lnTo>
                  <a:lnTo>
                    <a:pt x="2" y="4"/>
                  </a:lnTo>
                  <a:lnTo>
                    <a:pt x="4" y="4"/>
                  </a:lnTo>
                  <a:lnTo>
                    <a:pt x="7" y="2"/>
                  </a:lnTo>
                  <a:lnTo>
                    <a:pt x="9" y="1"/>
                  </a:lnTo>
                  <a:lnTo>
                    <a:pt x="11" y="1"/>
                  </a:lnTo>
                  <a:lnTo>
                    <a:pt x="13" y="0"/>
                  </a:lnTo>
                  <a:lnTo>
                    <a:pt x="15" y="0"/>
                  </a:lnTo>
                  <a:lnTo>
                    <a:pt x="17" y="0"/>
                  </a:lnTo>
                  <a:lnTo>
                    <a:pt x="21" y="0"/>
                  </a:lnTo>
                  <a:lnTo>
                    <a:pt x="24" y="1"/>
                  </a:lnTo>
                  <a:lnTo>
                    <a:pt x="27" y="3"/>
                  </a:lnTo>
                  <a:lnTo>
                    <a:pt x="29" y="4"/>
                  </a:lnTo>
                  <a:lnTo>
                    <a:pt x="30" y="6"/>
                  </a:lnTo>
                  <a:lnTo>
                    <a:pt x="31" y="9"/>
                  </a:lnTo>
                  <a:lnTo>
                    <a:pt x="32" y="13"/>
                  </a:lnTo>
                  <a:lnTo>
                    <a:pt x="32" y="16"/>
                  </a:lnTo>
                  <a:lnTo>
                    <a:pt x="31" y="19"/>
                  </a:lnTo>
                  <a:lnTo>
                    <a:pt x="29" y="21"/>
                  </a:lnTo>
                  <a:lnTo>
                    <a:pt x="27" y="2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3" name="Freeform 124"/>
            <p:cNvSpPr/>
            <p:nvPr/>
          </p:nvSpPr>
          <p:spPr>
            <a:xfrm>
              <a:off x="2745" y="2289"/>
              <a:ext cx="36" cy="51"/>
            </a:xfrm>
            <a:custGeom>
              <a:avLst/>
              <a:gdLst/>
              <a:ahLst/>
              <a:cxnLst>
                <a:cxn ang="0">
                  <a:pos x="18" y="51"/>
                </a:cxn>
                <a:cxn ang="0">
                  <a:pos x="14" y="51"/>
                </a:cxn>
                <a:cxn ang="0">
                  <a:pos x="11" y="50"/>
                </a:cxn>
                <a:cxn ang="0">
                  <a:pos x="8" y="49"/>
                </a:cxn>
                <a:cxn ang="0">
                  <a:pos x="6" y="49"/>
                </a:cxn>
                <a:cxn ang="0">
                  <a:pos x="4" y="46"/>
                </a:cxn>
                <a:cxn ang="0">
                  <a:pos x="2" y="44"/>
                </a:cxn>
                <a:cxn ang="0">
                  <a:pos x="1" y="41"/>
                </a:cxn>
                <a:cxn ang="0">
                  <a:pos x="0" y="39"/>
                </a:cxn>
                <a:cxn ang="0">
                  <a:pos x="0" y="36"/>
                </a:cxn>
                <a:cxn ang="0">
                  <a:pos x="0" y="33"/>
                </a:cxn>
                <a:cxn ang="0">
                  <a:pos x="1" y="31"/>
                </a:cxn>
                <a:cxn ang="0">
                  <a:pos x="2" y="29"/>
                </a:cxn>
                <a:cxn ang="0">
                  <a:pos x="4" y="26"/>
                </a:cxn>
                <a:cxn ang="0">
                  <a:pos x="6" y="23"/>
                </a:cxn>
                <a:cxn ang="0">
                  <a:pos x="4" y="22"/>
                </a:cxn>
                <a:cxn ang="0">
                  <a:pos x="3" y="20"/>
                </a:cxn>
                <a:cxn ang="0">
                  <a:pos x="2" y="17"/>
                </a:cxn>
                <a:cxn ang="0">
                  <a:pos x="2" y="15"/>
                </a:cxn>
                <a:cxn ang="0">
                  <a:pos x="2" y="11"/>
                </a:cxn>
                <a:cxn ang="0">
                  <a:pos x="3" y="8"/>
                </a:cxn>
                <a:cxn ang="0">
                  <a:pos x="4" y="6"/>
                </a:cxn>
                <a:cxn ang="0">
                  <a:pos x="6" y="4"/>
                </a:cxn>
                <a:cxn ang="0">
                  <a:pos x="8" y="2"/>
                </a:cxn>
                <a:cxn ang="0">
                  <a:pos x="11" y="1"/>
                </a:cxn>
                <a:cxn ang="0">
                  <a:pos x="14" y="0"/>
                </a:cxn>
                <a:cxn ang="0">
                  <a:pos x="17" y="0"/>
                </a:cxn>
                <a:cxn ang="0">
                  <a:pos x="21" y="0"/>
                </a:cxn>
                <a:cxn ang="0">
                  <a:pos x="25" y="0"/>
                </a:cxn>
                <a:cxn ang="0">
                  <a:pos x="26" y="2"/>
                </a:cxn>
                <a:cxn ang="0">
                  <a:pos x="29" y="4"/>
                </a:cxn>
                <a:cxn ang="0">
                  <a:pos x="30" y="5"/>
                </a:cxn>
                <a:cxn ang="0">
                  <a:pos x="32" y="7"/>
                </a:cxn>
                <a:cxn ang="0">
                  <a:pos x="32" y="10"/>
                </a:cxn>
                <a:cxn ang="0">
                  <a:pos x="33" y="14"/>
                </a:cxn>
                <a:cxn ang="0">
                  <a:pos x="32" y="16"/>
                </a:cxn>
                <a:cxn ang="0">
                  <a:pos x="32" y="19"/>
                </a:cxn>
                <a:cxn ang="0">
                  <a:pos x="30" y="22"/>
                </a:cxn>
                <a:cxn ang="0">
                  <a:pos x="28" y="23"/>
                </a:cxn>
                <a:cxn ang="0">
                  <a:pos x="31" y="25"/>
                </a:cxn>
                <a:cxn ang="0">
                  <a:pos x="34" y="28"/>
                </a:cxn>
                <a:cxn ang="0">
                  <a:pos x="34" y="29"/>
                </a:cxn>
                <a:cxn ang="0">
                  <a:pos x="35" y="32"/>
                </a:cxn>
                <a:cxn ang="0">
                  <a:pos x="35" y="34"/>
                </a:cxn>
                <a:cxn ang="0">
                  <a:pos x="36" y="37"/>
                </a:cxn>
                <a:cxn ang="0">
                  <a:pos x="35" y="40"/>
                </a:cxn>
                <a:cxn ang="0">
                  <a:pos x="35" y="42"/>
                </a:cxn>
                <a:cxn ang="0">
                  <a:pos x="32" y="45"/>
                </a:cxn>
                <a:cxn ang="0">
                  <a:pos x="30" y="48"/>
                </a:cxn>
                <a:cxn ang="0">
                  <a:pos x="27" y="49"/>
                </a:cxn>
                <a:cxn ang="0">
                  <a:pos x="25" y="50"/>
                </a:cxn>
                <a:cxn ang="0">
                  <a:pos x="22" y="51"/>
                </a:cxn>
                <a:cxn ang="0">
                  <a:pos x="18" y="51"/>
                </a:cxn>
                <a:cxn ang="0">
                  <a:pos x="18" y="51"/>
                </a:cxn>
              </a:cxnLst>
              <a:rect l="0" t="0" r="0" b="0"/>
              <a:pathLst>
                <a:path w="36" h="51">
                  <a:moveTo>
                    <a:pt x="18" y="51"/>
                  </a:moveTo>
                  <a:lnTo>
                    <a:pt x="14" y="51"/>
                  </a:lnTo>
                  <a:lnTo>
                    <a:pt x="11" y="50"/>
                  </a:lnTo>
                  <a:lnTo>
                    <a:pt x="8" y="49"/>
                  </a:lnTo>
                  <a:lnTo>
                    <a:pt x="6" y="49"/>
                  </a:lnTo>
                  <a:lnTo>
                    <a:pt x="4" y="46"/>
                  </a:lnTo>
                  <a:lnTo>
                    <a:pt x="2" y="44"/>
                  </a:lnTo>
                  <a:lnTo>
                    <a:pt x="1" y="41"/>
                  </a:lnTo>
                  <a:lnTo>
                    <a:pt x="0" y="39"/>
                  </a:lnTo>
                  <a:lnTo>
                    <a:pt x="0" y="36"/>
                  </a:lnTo>
                  <a:lnTo>
                    <a:pt x="0" y="33"/>
                  </a:lnTo>
                  <a:lnTo>
                    <a:pt x="1" y="31"/>
                  </a:lnTo>
                  <a:lnTo>
                    <a:pt x="2" y="29"/>
                  </a:lnTo>
                  <a:lnTo>
                    <a:pt x="4" y="26"/>
                  </a:lnTo>
                  <a:lnTo>
                    <a:pt x="6" y="23"/>
                  </a:lnTo>
                  <a:lnTo>
                    <a:pt x="4" y="22"/>
                  </a:lnTo>
                  <a:lnTo>
                    <a:pt x="3" y="20"/>
                  </a:lnTo>
                  <a:lnTo>
                    <a:pt x="2" y="17"/>
                  </a:lnTo>
                  <a:lnTo>
                    <a:pt x="2" y="15"/>
                  </a:lnTo>
                  <a:lnTo>
                    <a:pt x="2" y="11"/>
                  </a:lnTo>
                  <a:lnTo>
                    <a:pt x="3" y="8"/>
                  </a:lnTo>
                  <a:lnTo>
                    <a:pt x="4" y="6"/>
                  </a:lnTo>
                  <a:lnTo>
                    <a:pt x="6" y="4"/>
                  </a:lnTo>
                  <a:lnTo>
                    <a:pt x="8" y="2"/>
                  </a:lnTo>
                  <a:lnTo>
                    <a:pt x="11" y="1"/>
                  </a:lnTo>
                  <a:lnTo>
                    <a:pt x="14" y="0"/>
                  </a:lnTo>
                  <a:lnTo>
                    <a:pt x="17" y="0"/>
                  </a:lnTo>
                  <a:lnTo>
                    <a:pt x="21" y="0"/>
                  </a:lnTo>
                  <a:lnTo>
                    <a:pt x="25" y="0"/>
                  </a:lnTo>
                  <a:lnTo>
                    <a:pt x="26" y="2"/>
                  </a:lnTo>
                  <a:lnTo>
                    <a:pt x="29" y="4"/>
                  </a:lnTo>
                  <a:lnTo>
                    <a:pt x="30" y="5"/>
                  </a:lnTo>
                  <a:lnTo>
                    <a:pt x="32" y="7"/>
                  </a:lnTo>
                  <a:lnTo>
                    <a:pt x="32" y="10"/>
                  </a:lnTo>
                  <a:lnTo>
                    <a:pt x="33" y="14"/>
                  </a:lnTo>
                  <a:lnTo>
                    <a:pt x="32" y="16"/>
                  </a:lnTo>
                  <a:lnTo>
                    <a:pt x="32" y="19"/>
                  </a:lnTo>
                  <a:lnTo>
                    <a:pt x="30" y="22"/>
                  </a:lnTo>
                  <a:lnTo>
                    <a:pt x="28" y="23"/>
                  </a:lnTo>
                  <a:lnTo>
                    <a:pt x="31" y="25"/>
                  </a:lnTo>
                  <a:lnTo>
                    <a:pt x="34" y="28"/>
                  </a:lnTo>
                  <a:lnTo>
                    <a:pt x="34" y="29"/>
                  </a:lnTo>
                  <a:lnTo>
                    <a:pt x="35" y="32"/>
                  </a:lnTo>
                  <a:lnTo>
                    <a:pt x="35" y="34"/>
                  </a:lnTo>
                  <a:lnTo>
                    <a:pt x="36" y="37"/>
                  </a:lnTo>
                  <a:lnTo>
                    <a:pt x="35" y="40"/>
                  </a:lnTo>
                  <a:lnTo>
                    <a:pt x="35" y="42"/>
                  </a:lnTo>
                  <a:lnTo>
                    <a:pt x="32" y="45"/>
                  </a:lnTo>
                  <a:lnTo>
                    <a:pt x="30" y="48"/>
                  </a:lnTo>
                  <a:lnTo>
                    <a:pt x="27" y="49"/>
                  </a:lnTo>
                  <a:lnTo>
                    <a:pt x="25" y="50"/>
                  </a:lnTo>
                  <a:lnTo>
                    <a:pt x="22" y="51"/>
                  </a:lnTo>
                  <a:lnTo>
                    <a:pt x="18" y="5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4" name="Freeform 125"/>
            <p:cNvSpPr/>
            <p:nvPr/>
          </p:nvSpPr>
          <p:spPr>
            <a:xfrm>
              <a:off x="2755" y="2296"/>
              <a:ext cx="15" cy="12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4" y="0"/>
                </a:cxn>
                <a:cxn ang="0">
                  <a:pos x="2" y="2"/>
                </a:cxn>
                <a:cxn ang="0">
                  <a:pos x="0" y="4"/>
                </a:cxn>
                <a:cxn ang="0">
                  <a:pos x="0" y="7"/>
                </a:cxn>
                <a:cxn ang="0">
                  <a:pos x="0" y="9"/>
                </a:cxn>
                <a:cxn ang="0">
                  <a:pos x="2" y="10"/>
                </a:cxn>
                <a:cxn ang="0">
                  <a:pos x="4" y="11"/>
                </a:cxn>
                <a:cxn ang="0">
                  <a:pos x="7" y="12"/>
                </a:cxn>
                <a:cxn ang="0">
                  <a:pos x="10" y="12"/>
                </a:cxn>
                <a:cxn ang="0">
                  <a:pos x="12" y="11"/>
                </a:cxn>
                <a:cxn ang="0">
                  <a:pos x="14" y="9"/>
                </a:cxn>
                <a:cxn ang="0">
                  <a:pos x="15" y="7"/>
                </a:cxn>
                <a:cxn ang="0">
                  <a:pos x="14" y="3"/>
                </a:cxn>
                <a:cxn ang="0">
                  <a:pos x="12" y="2"/>
                </a:cxn>
                <a:cxn ang="0">
                  <a:pos x="11" y="0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0" b="0"/>
              <a:pathLst>
                <a:path w="15" h="12">
                  <a:moveTo>
                    <a:pt x="8" y="0"/>
                  </a:moveTo>
                  <a:lnTo>
                    <a:pt x="4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10"/>
                  </a:lnTo>
                  <a:lnTo>
                    <a:pt x="4" y="11"/>
                  </a:lnTo>
                  <a:lnTo>
                    <a:pt x="7" y="12"/>
                  </a:lnTo>
                  <a:lnTo>
                    <a:pt x="10" y="12"/>
                  </a:lnTo>
                  <a:lnTo>
                    <a:pt x="12" y="11"/>
                  </a:lnTo>
                  <a:lnTo>
                    <a:pt x="14" y="9"/>
                  </a:lnTo>
                  <a:lnTo>
                    <a:pt x="15" y="7"/>
                  </a:lnTo>
                  <a:lnTo>
                    <a:pt x="14" y="3"/>
                  </a:lnTo>
                  <a:lnTo>
                    <a:pt x="12" y="2"/>
                  </a:lnTo>
                  <a:lnTo>
                    <a:pt x="11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5E75FC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5" name="Freeform 126"/>
            <p:cNvSpPr/>
            <p:nvPr/>
          </p:nvSpPr>
          <p:spPr>
            <a:xfrm>
              <a:off x="2754" y="2316"/>
              <a:ext cx="17" cy="1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4" y="2"/>
                </a:cxn>
                <a:cxn ang="0">
                  <a:pos x="2" y="5"/>
                </a:cxn>
                <a:cxn ang="0">
                  <a:pos x="0" y="7"/>
                </a:cxn>
                <a:cxn ang="0">
                  <a:pos x="0" y="11"/>
                </a:cxn>
                <a:cxn ang="0">
                  <a:pos x="1" y="13"/>
                </a:cxn>
                <a:cxn ang="0">
                  <a:pos x="3" y="15"/>
                </a:cxn>
                <a:cxn ang="0">
                  <a:pos x="6" y="16"/>
                </a:cxn>
                <a:cxn ang="0">
                  <a:pos x="9" y="16"/>
                </a:cxn>
                <a:cxn ang="0">
                  <a:pos x="11" y="15"/>
                </a:cxn>
                <a:cxn ang="0">
                  <a:pos x="13" y="15"/>
                </a:cxn>
                <a:cxn ang="0">
                  <a:pos x="15" y="14"/>
                </a:cxn>
                <a:cxn ang="0">
                  <a:pos x="16" y="14"/>
                </a:cxn>
                <a:cxn ang="0">
                  <a:pos x="16" y="12"/>
                </a:cxn>
                <a:cxn ang="0">
                  <a:pos x="17" y="9"/>
                </a:cxn>
                <a:cxn ang="0">
                  <a:pos x="16" y="5"/>
                </a:cxn>
                <a:cxn ang="0">
                  <a:pos x="15" y="3"/>
                </a:cxn>
                <a:cxn ang="0">
                  <a:pos x="12" y="1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0" b="0"/>
              <a:pathLst>
                <a:path w="17" h="16">
                  <a:moveTo>
                    <a:pt x="8" y="0"/>
                  </a:moveTo>
                  <a:lnTo>
                    <a:pt x="4" y="2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11"/>
                  </a:lnTo>
                  <a:lnTo>
                    <a:pt x="1" y="13"/>
                  </a:lnTo>
                  <a:lnTo>
                    <a:pt x="3" y="15"/>
                  </a:lnTo>
                  <a:lnTo>
                    <a:pt x="6" y="16"/>
                  </a:lnTo>
                  <a:lnTo>
                    <a:pt x="9" y="16"/>
                  </a:lnTo>
                  <a:lnTo>
                    <a:pt x="11" y="15"/>
                  </a:lnTo>
                  <a:lnTo>
                    <a:pt x="13" y="15"/>
                  </a:lnTo>
                  <a:lnTo>
                    <a:pt x="15" y="14"/>
                  </a:lnTo>
                  <a:lnTo>
                    <a:pt x="16" y="14"/>
                  </a:lnTo>
                  <a:lnTo>
                    <a:pt x="16" y="12"/>
                  </a:lnTo>
                  <a:lnTo>
                    <a:pt x="17" y="9"/>
                  </a:lnTo>
                  <a:lnTo>
                    <a:pt x="16" y="5"/>
                  </a:lnTo>
                  <a:lnTo>
                    <a:pt x="15" y="3"/>
                  </a:lnTo>
                  <a:lnTo>
                    <a:pt x="12" y="1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5E75FC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6" name="Freeform 127"/>
            <p:cNvSpPr/>
            <p:nvPr/>
          </p:nvSpPr>
          <p:spPr>
            <a:xfrm>
              <a:off x="2604" y="2288"/>
              <a:ext cx="36" cy="53"/>
            </a:xfrm>
            <a:custGeom>
              <a:avLst/>
              <a:gdLst/>
              <a:ahLst/>
              <a:cxnLst>
                <a:cxn ang="0">
                  <a:pos x="18" y="53"/>
                </a:cxn>
                <a:cxn ang="0">
                  <a:pos x="16" y="52"/>
                </a:cxn>
                <a:cxn ang="0">
                  <a:pos x="14" y="52"/>
                </a:cxn>
                <a:cxn ang="0">
                  <a:pos x="12" y="52"/>
                </a:cxn>
                <a:cxn ang="0">
                  <a:pos x="11" y="51"/>
                </a:cxn>
                <a:cxn ang="0">
                  <a:pos x="7" y="49"/>
                </a:cxn>
                <a:cxn ang="0">
                  <a:pos x="5" y="47"/>
                </a:cxn>
                <a:cxn ang="0">
                  <a:pos x="2" y="43"/>
                </a:cxn>
                <a:cxn ang="0">
                  <a:pos x="1" y="41"/>
                </a:cxn>
                <a:cxn ang="0">
                  <a:pos x="0" y="37"/>
                </a:cxn>
                <a:cxn ang="0">
                  <a:pos x="0" y="33"/>
                </a:cxn>
                <a:cxn ang="0">
                  <a:pos x="0" y="28"/>
                </a:cxn>
                <a:cxn ang="0">
                  <a:pos x="1" y="24"/>
                </a:cxn>
                <a:cxn ang="0">
                  <a:pos x="2" y="22"/>
                </a:cxn>
                <a:cxn ang="0">
                  <a:pos x="3" y="18"/>
                </a:cxn>
                <a:cxn ang="0">
                  <a:pos x="5" y="14"/>
                </a:cxn>
                <a:cxn ang="0">
                  <a:pos x="8" y="11"/>
                </a:cxn>
                <a:cxn ang="0">
                  <a:pos x="10" y="7"/>
                </a:cxn>
                <a:cxn ang="0">
                  <a:pos x="14" y="5"/>
                </a:cxn>
                <a:cxn ang="0">
                  <a:pos x="16" y="4"/>
                </a:cxn>
                <a:cxn ang="0">
                  <a:pos x="17" y="3"/>
                </a:cxn>
                <a:cxn ang="0">
                  <a:pos x="19" y="0"/>
                </a:cxn>
                <a:cxn ang="0">
                  <a:pos x="21" y="0"/>
                </a:cxn>
                <a:cxn ang="0">
                  <a:pos x="23" y="0"/>
                </a:cxn>
                <a:cxn ang="0">
                  <a:pos x="25" y="1"/>
                </a:cxn>
                <a:cxn ang="0">
                  <a:pos x="25" y="3"/>
                </a:cxn>
                <a:cxn ang="0">
                  <a:pos x="26" y="4"/>
                </a:cxn>
                <a:cxn ang="0">
                  <a:pos x="25" y="5"/>
                </a:cxn>
                <a:cxn ang="0">
                  <a:pos x="22" y="9"/>
                </a:cxn>
                <a:cxn ang="0">
                  <a:pos x="19" y="11"/>
                </a:cxn>
                <a:cxn ang="0">
                  <a:pos x="17" y="14"/>
                </a:cxn>
                <a:cxn ang="0">
                  <a:pos x="15" y="17"/>
                </a:cxn>
                <a:cxn ang="0">
                  <a:pos x="13" y="20"/>
                </a:cxn>
                <a:cxn ang="0">
                  <a:pos x="14" y="20"/>
                </a:cxn>
                <a:cxn ang="0">
                  <a:pos x="16" y="19"/>
                </a:cxn>
                <a:cxn ang="0">
                  <a:pos x="17" y="19"/>
                </a:cxn>
                <a:cxn ang="0">
                  <a:pos x="18" y="19"/>
                </a:cxn>
                <a:cxn ang="0">
                  <a:pos x="22" y="19"/>
                </a:cxn>
                <a:cxn ang="0">
                  <a:pos x="26" y="20"/>
                </a:cxn>
                <a:cxn ang="0">
                  <a:pos x="28" y="21"/>
                </a:cxn>
                <a:cxn ang="0">
                  <a:pos x="32" y="23"/>
                </a:cxn>
                <a:cxn ang="0">
                  <a:pos x="34" y="24"/>
                </a:cxn>
                <a:cxn ang="0">
                  <a:pos x="35" y="27"/>
                </a:cxn>
                <a:cxn ang="0">
                  <a:pos x="35" y="31"/>
                </a:cxn>
                <a:cxn ang="0">
                  <a:pos x="36" y="35"/>
                </a:cxn>
                <a:cxn ang="0">
                  <a:pos x="35" y="38"/>
                </a:cxn>
                <a:cxn ang="0">
                  <a:pos x="35" y="42"/>
                </a:cxn>
                <a:cxn ang="0">
                  <a:pos x="34" y="44"/>
                </a:cxn>
                <a:cxn ang="0">
                  <a:pos x="32" y="47"/>
                </a:cxn>
                <a:cxn ang="0">
                  <a:pos x="28" y="49"/>
                </a:cxn>
                <a:cxn ang="0">
                  <a:pos x="26" y="51"/>
                </a:cxn>
                <a:cxn ang="0">
                  <a:pos x="22" y="52"/>
                </a:cxn>
                <a:cxn ang="0">
                  <a:pos x="18" y="53"/>
                </a:cxn>
                <a:cxn ang="0">
                  <a:pos x="18" y="53"/>
                </a:cxn>
              </a:cxnLst>
              <a:rect l="0" t="0" r="0" b="0"/>
              <a:pathLst>
                <a:path w="36" h="53">
                  <a:moveTo>
                    <a:pt x="18" y="53"/>
                  </a:moveTo>
                  <a:lnTo>
                    <a:pt x="16" y="52"/>
                  </a:lnTo>
                  <a:lnTo>
                    <a:pt x="14" y="52"/>
                  </a:lnTo>
                  <a:lnTo>
                    <a:pt x="12" y="52"/>
                  </a:lnTo>
                  <a:lnTo>
                    <a:pt x="11" y="51"/>
                  </a:lnTo>
                  <a:lnTo>
                    <a:pt x="7" y="49"/>
                  </a:lnTo>
                  <a:lnTo>
                    <a:pt x="5" y="47"/>
                  </a:lnTo>
                  <a:lnTo>
                    <a:pt x="2" y="43"/>
                  </a:lnTo>
                  <a:lnTo>
                    <a:pt x="1" y="41"/>
                  </a:lnTo>
                  <a:lnTo>
                    <a:pt x="0" y="37"/>
                  </a:lnTo>
                  <a:lnTo>
                    <a:pt x="0" y="33"/>
                  </a:lnTo>
                  <a:lnTo>
                    <a:pt x="0" y="28"/>
                  </a:lnTo>
                  <a:lnTo>
                    <a:pt x="1" y="24"/>
                  </a:lnTo>
                  <a:lnTo>
                    <a:pt x="2" y="22"/>
                  </a:lnTo>
                  <a:lnTo>
                    <a:pt x="3" y="18"/>
                  </a:lnTo>
                  <a:lnTo>
                    <a:pt x="5" y="14"/>
                  </a:lnTo>
                  <a:lnTo>
                    <a:pt x="8" y="11"/>
                  </a:lnTo>
                  <a:lnTo>
                    <a:pt x="10" y="7"/>
                  </a:lnTo>
                  <a:lnTo>
                    <a:pt x="14" y="5"/>
                  </a:lnTo>
                  <a:lnTo>
                    <a:pt x="16" y="4"/>
                  </a:lnTo>
                  <a:lnTo>
                    <a:pt x="17" y="3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5" y="1"/>
                  </a:lnTo>
                  <a:lnTo>
                    <a:pt x="25" y="3"/>
                  </a:lnTo>
                  <a:lnTo>
                    <a:pt x="26" y="4"/>
                  </a:lnTo>
                  <a:lnTo>
                    <a:pt x="25" y="5"/>
                  </a:lnTo>
                  <a:lnTo>
                    <a:pt x="22" y="9"/>
                  </a:lnTo>
                  <a:lnTo>
                    <a:pt x="19" y="11"/>
                  </a:lnTo>
                  <a:lnTo>
                    <a:pt x="17" y="14"/>
                  </a:lnTo>
                  <a:lnTo>
                    <a:pt x="15" y="17"/>
                  </a:lnTo>
                  <a:lnTo>
                    <a:pt x="13" y="20"/>
                  </a:lnTo>
                  <a:lnTo>
                    <a:pt x="14" y="20"/>
                  </a:lnTo>
                  <a:lnTo>
                    <a:pt x="16" y="19"/>
                  </a:lnTo>
                  <a:lnTo>
                    <a:pt x="17" y="19"/>
                  </a:lnTo>
                  <a:lnTo>
                    <a:pt x="18" y="19"/>
                  </a:lnTo>
                  <a:lnTo>
                    <a:pt x="22" y="19"/>
                  </a:lnTo>
                  <a:lnTo>
                    <a:pt x="26" y="20"/>
                  </a:lnTo>
                  <a:lnTo>
                    <a:pt x="28" y="21"/>
                  </a:lnTo>
                  <a:lnTo>
                    <a:pt x="32" y="23"/>
                  </a:lnTo>
                  <a:lnTo>
                    <a:pt x="34" y="24"/>
                  </a:lnTo>
                  <a:lnTo>
                    <a:pt x="35" y="27"/>
                  </a:lnTo>
                  <a:lnTo>
                    <a:pt x="35" y="31"/>
                  </a:lnTo>
                  <a:lnTo>
                    <a:pt x="36" y="35"/>
                  </a:lnTo>
                  <a:lnTo>
                    <a:pt x="35" y="38"/>
                  </a:lnTo>
                  <a:lnTo>
                    <a:pt x="35" y="42"/>
                  </a:lnTo>
                  <a:lnTo>
                    <a:pt x="34" y="44"/>
                  </a:lnTo>
                  <a:lnTo>
                    <a:pt x="32" y="47"/>
                  </a:lnTo>
                  <a:lnTo>
                    <a:pt x="28" y="49"/>
                  </a:lnTo>
                  <a:lnTo>
                    <a:pt x="26" y="51"/>
                  </a:lnTo>
                  <a:lnTo>
                    <a:pt x="22" y="52"/>
                  </a:lnTo>
                  <a:lnTo>
                    <a:pt x="18" y="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7" name="Freeform 128"/>
            <p:cNvSpPr/>
            <p:nvPr/>
          </p:nvSpPr>
          <p:spPr>
            <a:xfrm>
              <a:off x="2614" y="2315"/>
              <a:ext cx="17" cy="18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0" y="9"/>
                </a:cxn>
                <a:cxn ang="0">
                  <a:pos x="1" y="11"/>
                </a:cxn>
                <a:cxn ang="0">
                  <a:pos x="1" y="14"/>
                </a:cxn>
                <a:cxn ang="0">
                  <a:pos x="3" y="15"/>
                </a:cxn>
                <a:cxn ang="0">
                  <a:pos x="5" y="17"/>
                </a:cxn>
                <a:cxn ang="0">
                  <a:pos x="8" y="18"/>
                </a:cxn>
                <a:cxn ang="0">
                  <a:pos x="12" y="17"/>
                </a:cxn>
                <a:cxn ang="0">
                  <a:pos x="15" y="15"/>
                </a:cxn>
                <a:cxn ang="0">
                  <a:pos x="16" y="14"/>
                </a:cxn>
                <a:cxn ang="0">
                  <a:pos x="16" y="12"/>
                </a:cxn>
                <a:cxn ang="0">
                  <a:pos x="17" y="10"/>
                </a:cxn>
                <a:cxn ang="0">
                  <a:pos x="17" y="8"/>
                </a:cxn>
                <a:cxn ang="0">
                  <a:pos x="16" y="4"/>
                </a:cxn>
                <a:cxn ang="0">
                  <a:pos x="15" y="2"/>
                </a:cxn>
                <a:cxn ang="0">
                  <a:pos x="13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0" b="0"/>
              <a:pathLst>
                <a:path w="17" h="18">
                  <a:moveTo>
                    <a:pt x="7" y="0"/>
                  </a:moveTo>
                  <a:lnTo>
                    <a:pt x="6" y="0"/>
                  </a:lnTo>
                  <a:lnTo>
                    <a:pt x="4" y="1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9"/>
                  </a:lnTo>
                  <a:lnTo>
                    <a:pt x="1" y="11"/>
                  </a:lnTo>
                  <a:lnTo>
                    <a:pt x="1" y="14"/>
                  </a:lnTo>
                  <a:lnTo>
                    <a:pt x="3" y="15"/>
                  </a:lnTo>
                  <a:lnTo>
                    <a:pt x="5" y="17"/>
                  </a:lnTo>
                  <a:lnTo>
                    <a:pt x="8" y="18"/>
                  </a:lnTo>
                  <a:lnTo>
                    <a:pt x="12" y="17"/>
                  </a:lnTo>
                  <a:lnTo>
                    <a:pt x="15" y="15"/>
                  </a:lnTo>
                  <a:lnTo>
                    <a:pt x="16" y="14"/>
                  </a:lnTo>
                  <a:lnTo>
                    <a:pt x="16" y="12"/>
                  </a:lnTo>
                  <a:lnTo>
                    <a:pt x="17" y="10"/>
                  </a:lnTo>
                  <a:lnTo>
                    <a:pt x="17" y="8"/>
                  </a:lnTo>
                  <a:lnTo>
                    <a:pt x="16" y="4"/>
                  </a:lnTo>
                  <a:lnTo>
                    <a:pt x="15" y="2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7000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8" name="Freeform 129"/>
            <p:cNvSpPr/>
            <p:nvPr/>
          </p:nvSpPr>
          <p:spPr>
            <a:xfrm>
              <a:off x="2469" y="2283"/>
              <a:ext cx="39" cy="52"/>
            </a:xfrm>
            <a:custGeom>
              <a:avLst/>
              <a:gdLst/>
              <a:ahLst/>
              <a:cxnLst>
                <a:cxn ang="0">
                  <a:pos x="20" y="52"/>
                </a:cxn>
                <a:cxn ang="0">
                  <a:pos x="17" y="52"/>
                </a:cxn>
                <a:cxn ang="0">
                  <a:pos x="15" y="51"/>
                </a:cxn>
                <a:cxn ang="0">
                  <a:pos x="12" y="50"/>
                </a:cxn>
                <a:cxn ang="0">
                  <a:pos x="11" y="50"/>
                </a:cxn>
                <a:cxn ang="0">
                  <a:pos x="8" y="48"/>
                </a:cxn>
                <a:cxn ang="0">
                  <a:pos x="6" y="47"/>
                </a:cxn>
                <a:cxn ang="0">
                  <a:pos x="5" y="46"/>
                </a:cxn>
                <a:cxn ang="0">
                  <a:pos x="3" y="44"/>
                </a:cxn>
                <a:cxn ang="0">
                  <a:pos x="2" y="42"/>
                </a:cxn>
                <a:cxn ang="0">
                  <a:pos x="1" y="40"/>
                </a:cxn>
                <a:cxn ang="0">
                  <a:pos x="1" y="37"/>
                </a:cxn>
                <a:cxn ang="0">
                  <a:pos x="1" y="35"/>
                </a:cxn>
                <a:cxn ang="0">
                  <a:pos x="1" y="32"/>
                </a:cxn>
                <a:cxn ang="0">
                  <a:pos x="0" y="30"/>
                </a:cxn>
                <a:cxn ang="0">
                  <a:pos x="0" y="28"/>
                </a:cxn>
                <a:cxn ang="0">
                  <a:pos x="0" y="26"/>
                </a:cxn>
                <a:cxn ang="0">
                  <a:pos x="0" y="23"/>
                </a:cxn>
                <a:cxn ang="0">
                  <a:pos x="0" y="21"/>
                </a:cxn>
                <a:cxn ang="0">
                  <a:pos x="1" y="19"/>
                </a:cxn>
                <a:cxn ang="0">
                  <a:pos x="1" y="17"/>
                </a:cxn>
                <a:cxn ang="0">
                  <a:pos x="2" y="12"/>
                </a:cxn>
                <a:cxn ang="0">
                  <a:pos x="4" y="10"/>
                </a:cxn>
                <a:cxn ang="0">
                  <a:pos x="6" y="7"/>
                </a:cxn>
                <a:cxn ang="0">
                  <a:pos x="7" y="5"/>
                </a:cxn>
                <a:cxn ang="0">
                  <a:pos x="9" y="4"/>
                </a:cxn>
                <a:cxn ang="0">
                  <a:pos x="11" y="2"/>
                </a:cxn>
                <a:cxn ang="0">
                  <a:pos x="13" y="1"/>
                </a:cxn>
                <a:cxn ang="0">
                  <a:pos x="15" y="1"/>
                </a:cxn>
                <a:cxn ang="0">
                  <a:pos x="18" y="0"/>
                </a:cxn>
                <a:cxn ang="0">
                  <a:pos x="20" y="0"/>
                </a:cxn>
                <a:cxn ang="0">
                  <a:pos x="24" y="0"/>
                </a:cxn>
                <a:cxn ang="0">
                  <a:pos x="28" y="2"/>
                </a:cxn>
                <a:cxn ang="0">
                  <a:pos x="31" y="5"/>
                </a:cxn>
                <a:cxn ang="0">
                  <a:pos x="35" y="8"/>
                </a:cxn>
                <a:cxn ang="0">
                  <a:pos x="37" y="10"/>
                </a:cxn>
                <a:cxn ang="0">
                  <a:pos x="38" y="14"/>
                </a:cxn>
                <a:cxn ang="0">
                  <a:pos x="39" y="16"/>
                </a:cxn>
                <a:cxn ang="0">
                  <a:pos x="39" y="18"/>
                </a:cxn>
                <a:cxn ang="0">
                  <a:pos x="39" y="21"/>
                </a:cxn>
                <a:cxn ang="0">
                  <a:pos x="39" y="23"/>
                </a:cxn>
                <a:cxn ang="0">
                  <a:pos x="39" y="27"/>
                </a:cxn>
                <a:cxn ang="0">
                  <a:pos x="39" y="29"/>
                </a:cxn>
                <a:cxn ang="0">
                  <a:pos x="39" y="32"/>
                </a:cxn>
                <a:cxn ang="0">
                  <a:pos x="39" y="35"/>
                </a:cxn>
                <a:cxn ang="0">
                  <a:pos x="38" y="38"/>
                </a:cxn>
                <a:cxn ang="0">
                  <a:pos x="37" y="40"/>
                </a:cxn>
                <a:cxn ang="0">
                  <a:pos x="36" y="43"/>
                </a:cxn>
                <a:cxn ang="0">
                  <a:pos x="35" y="46"/>
                </a:cxn>
                <a:cxn ang="0">
                  <a:pos x="32" y="47"/>
                </a:cxn>
                <a:cxn ang="0">
                  <a:pos x="29" y="50"/>
                </a:cxn>
                <a:cxn ang="0">
                  <a:pos x="26" y="50"/>
                </a:cxn>
                <a:cxn ang="0">
                  <a:pos x="24" y="51"/>
                </a:cxn>
                <a:cxn ang="0">
                  <a:pos x="21" y="52"/>
                </a:cxn>
                <a:cxn ang="0">
                  <a:pos x="20" y="52"/>
                </a:cxn>
                <a:cxn ang="0">
                  <a:pos x="20" y="52"/>
                </a:cxn>
              </a:cxnLst>
              <a:rect l="0" t="0" r="0" b="0"/>
              <a:pathLst>
                <a:path w="39" h="52">
                  <a:moveTo>
                    <a:pt x="20" y="52"/>
                  </a:moveTo>
                  <a:lnTo>
                    <a:pt x="17" y="52"/>
                  </a:lnTo>
                  <a:lnTo>
                    <a:pt x="15" y="51"/>
                  </a:lnTo>
                  <a:lnTo>
                    <a:pt x="12" y="50"/>
                  </a:lnTo>
                  <a:lnTo>
                    <a:pt x="11" y="50"/>
                  </a:lnTo>
                  <a:lnTo>
                    <a:pt x="8" y="48"/>
                  </a:lnTo>
                  <a:lnTo>
                    <a:pt x="6" y="47"/>
                  </a:lnTo>
                  <a:lnTo>
                    <a:pt x="5" y="46"/>
                  </a:lnTo>
                  <a:lnTo>
                    <a:pt x="3" y="44"/>
                  </a:lnTo>
                  <a:lnTo>
                    <a:pt x="2" y="42"/>
                  </a:lnTo>
                  <a:lnTo>
                    <a:pt x="1" y="40"/>
                  </a:lnTo>
                  <a:lnTo>
                    <a:pt x="1" y="37"/>
                  </a:lnTo>
                  <a:lnTo>
                    <a:pt x="1" y="35"/>
                  </a:lnTo>
                  <a:lnTo>
                    <a:pt x="1" y="32"/>
                  </a:lnTo>
                  <a:lnTo>
                    <a:pt x="0" y="30"/>
                  </a:lnTo>
                  <a:lnTo>
                    <a:pt x="0" y="28"/>
                  </a:lnTo>
                  <a:lnTo>
                    <a:pt x="0" y="26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1" y="19"/>
                  </a:lnTo>
                  <a:lnTo>
                    <a:pt x="1" y="17"/>
                  </a:lnTo>
                  <a:lnTo>
                    <a:pt x="2" y="12"/>
                  </a:lnTo>
                  <a:lnTo>
                    <a:pt x="4" y="10"/>
                  </a:lnTo>
                  <a:lnTo>
                    <a:pt x="6" y="7"/>
                  </a:lnTo>
                  <a:lnTo>
                    <a:pt x="7" y="5"/>
                  </a:lnTo>
                  <a:lnTo>
                    <a:pt x="9" y="4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5" y="1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4" y="0"/>
                  </a:lnTo>
                  <a:lnTo>
                    <a:pt x="28" y="2"/>
                  </a:lnTo>
                  <a:lnTo>
                    <a:pt x="31" y="5"/>
                  </a:lnTo>
                  <a:lnTo>
                    <a:pt x="35" y="8"/>
                  </a:lnTo>
                  <a:lnTo>
                    <a:pt x="37" y="10"/>
                  </a:lnTo>
                  <a:lnTo>
                    <a:pt x="38" y="14"/>
                  </a:lnTo>
                  <a:lnTo>
                    <a:pt x="39" y="16"/>
                  </a:lnTo>
                  <a:lnTo>
                    <a:pt x="39" y="18"/>
                  </a:lnTo>
                  <a:lnTo>
                    <a:pt x="39" y="21"/>
                  </a:lnTo>
                  <a:lnTo>
                    <a:pt x="39" y="23"/>
                  </a:lnTo>
                  <a:lnTo>
                    <a:pt x="39" y="27"/>
                  </a:lnTo>
                  <a:lnTo>
                    <a:pt x="39" y="29"/>
                  </a:lnTo>
                  <a:lnTo>
                    <a:pt x="39" y="32"/>
                  </a:lnTo>
                  <a:lnTo>
                    <a:pt x="39" y="35"/>
                  </a:lnTo>
                  <a:lnTo>
                    <a:pt x="38" y="38"/>
                  </a:lnTo>
                  <a:lnTo>
                    <a:pt x="37" y="40"/>
                  </a:lnTo>
                  <a:lnTo>
                    <a:pt x="36" y="43"/>
                  </a:lnTo>
                  <a:lnTo>
                    <a:pt x="35" y="46"/>
                  </a:lnTo>
                  <a:lnTo>
                    <a:pt x="32" y="47"/>
                  </a:lnTo>
                  <a:lnTo>
                    <a:pt x="29" y="50"/>
                  </a:lnTo>
                  <a:lnTo>
                    <a:pt x="26" y="50"/>
                  </a:lnTo>
                  <a:lnTo>
                    <a:pt x="24" y="51"/>
                  </a:lnTo>
                  <a:lnTo>
                    <a:pt x="21" y="52"/>
                  </a:lnTo>
                  <a:lnTo>
                    <a:pt x="20" y="5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89" name="Freeform 130"/>
            <p:cNvSpPr/>
            <p:nvPr/>
          </p:nvSpPr>
          <p:spPr>
            <a:xfrm>
              <a:off x="2478" y="2292"/>
              <a:ext cx="21" cy="3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8" y="0"/>
                </a:cxn>
                <a:cxn ang="0">
                  <a:pos x="6" y="1"/>
                </a:cxn>
                <a:cxn ang="0">
                  <a:pos x="4" y="2"/>
                </a:cxn>
                <a:cxn ang="0">
                  <a:pos x="2" y="5"/>
                </a:cxn>
                <a:cxn ang="0">
                  <a:pos x="1" y="7"/>
                </a:cxn>
                <a:cxn ang="0">
                  <a:pos x="0" y="10"/>
                </a:cxn>
                <a:cxn ang="0">
                  <a:pos x="0" y="13"/>
                </a:cxn>
                <a:cxn ang="0">
                  <a:pos x="0" y="16"/>
                </a:cxn>
                <a:cxn ang="0">
                  <a:pos x="0" y="19"/>
                </a:cxn>
                <a:cxn ang="0">
                  <a:pos x="0" y="23"/>
                </a:cxn>
                <a:cxn ang="0">
                  <a:pos x="1" y="26"/>
                </a:cxn>
                <a:cxn ang="0">
                  <a:pos x="2" y="29"/>
                </a:cxn>
                <a:cxn ang="0">
                  <a:pos x="3" y="31"/>
                </a:cxn>
                <a:cxn ang="0">
                  <a:pos x="5" y="34"/>
                </a:cxn>
                <a:cxn ang="0">
                  <a:pos x="8" y="35"/>
                </a:cxn>
                <a:cxn ang="0">
                  <a:pos x="11" y="36"/>
                </a:cxn>
                <a:cxn ang="0">
                  <a:pos x="12" y="35"/>
                </a:cxn>
                <a:cxn ang="0">
                  <a:pos x="15" y="34"/>
                </a:cxn>
                <a:cxn ang="0">
                  <a:pos x="17" y="32"/>
                </a:cxn>
                <a:cxn ang="0">
                  <a:pos x="19" y="30"/>
                </a:cxn>
                <a:cxn ang="0">
                  <a:pos x="20" y="27"/>
                </a:cxn>
                <a:cxn ang="0">
                  <a:pos x="20" y="23"/>
                </a:cxn>
                <a:cxn ang="0">
                  <a:pos x="21" y="19"/>
                </a:cxn>
                <a:cxn ang="0">
                  <a:pos x="21" y="16"/>
                </a:cxn>
                <a:cxn ang="0">
                  <a:pos x="21" y="11"/>
                </a:cxn>
                <a:cxn ang="0">
                  <a:pos x="20" y="8"/>
                </a:cxn>
                <a:cxn ang="0">
                  <a:pos x="19" y="6"/>
                </a:cxn>
                <a:cxn ang="0">
                  <a:pos x="18" y="3"/>
                </a:cxn>
                <a:cxn ang="0">
                  <a:pos x="17" y="1"/>
                </a:cxn>
                <a:cxn ang="0">
                  <a:pos x="15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0" b="0"/>
              <a:pathLst>
                <a:path w="21" h="36">
                  <a:moveTo>
                    <a:pt x="11" y="0"/>
                  </a:moveTo>
                  <a:lnTo>
                    <a:pt x="8" y="0"/>
                  </a:lnTo>
                  <a:lnTo>
                    <a:pt x="6" y="1"/>
                  </a:lnTo>
                  <a:lnTo>
                    <a:pt x="4" y="2"/>
                  </a:lnTo>
                  <a:lnTo>
                    <a:pt x="2" y="5"/>
                  </a:lnTo>
                  <a:lnTo>
                    <a:pt x="1" y="7"/>
                  </a:lnTo>
                  <a:lnTo>
                    <a:pt x="0" y="10"/>
                  </a:lnTo>
                  <a:lnTo>
                    <a:pt x="0" y="13"/>
                  </a:lnTo>
                  <a:lnTo>
                    <a:pt x="0" y="16"/>
                  </a:lnTo>
                  <a:lnTo>
                    <a:pt x="0" y="19"/>
                  </a:lnTo>
                  <a:lnTo>
                    <a:pt x="0" y="23"/>
                  </a:lnTo>
                  <a:lnTo>
                    <a:pt x="1" y="26"/>
                  </a:lnTo>
                  <a:lnTo>
                    <a:pt x="2" y="29"/>
                  </a:lnTo>
                  <a:lnTo>
                    <a:pt x="3" y="31"/>
                  </a:lnTo>
                  <a:lnTo>
                    <a:pt x="5" y="34"/>
                  </a:lnTo>
                  <a:lnTo>
                    <a:pt x="8" y="35"/>
                  </a:lnTo>
                  <a:lnTo>
                    <a:pt x="11" y="36"/>
                  </a:lnTo>
                  <a:lnTo>
                    <a:pt x="12" y="35"/>
                  </a:lnTo>
                  <a:lnTo>
                    <a:pt x="15" y="34"/>
                  </a:lnTo>
                  <a:lnTo>
                    <a:pt x="17" y="32"/>
                  </a:lnTo>
                  <a:lnTo>
                    <a:pt x="19" y="30"/>
                  </a:lnTo>
                  <a:lnTo>
                    <a:pt x="20" y="27"/>
                  </a:lnTo>
                  <a:lnTo>
                    <a:pt x="20" y="23"/>
                  </a:lnTo>
                  <a:lnTo>
                    <a:pt x="21" y="19"/>
                  </a:lnTo>
                  <a:lnTo>
                    <a:pt x="21" y="16"/>
                  </a:lnTo>
                  <a:lnTo>
                    <a:pt x="21" y="11"/>
                  </a:lnTo>
                  <a:lnTo>
                    <a:pt x="20" y="8"/>
                  </a:lnTo>
                  <a:lnTo>
                    <a:pt x="19" y="6"/>
                  </a:lnTo>
                  <a:lnTo>
                    <a:pt x="18" y="3"/>
                  </a:lnTo>
                  <a:lnTo>
                    <a:pt x="17" y="1"/>
                  </a:lnTo>
                  <a:lnTo>
                    <a:pt x="15" y="1"/>
                  </a:lnTo>
                  <a:lnTo>
                    <a:pt x="12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C245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0" name="Freeform 131"/>
            <p:cNvSpPr/>
            <p:nvPr/>
          </p:nvSpPr>
          <p:spPr>
            <a:xfrm>
              <a:off x="2510" y="2039"/>
              <a:ext cx="9" cy="317"/>
            </a:xfrm>
            <a:custGeom>
              <a:avLst/>
              <a:gdLst/>
              <a:ahLst/>
              <a:cxnLst>
                <a:cxn ang="0">
                  <a:pos x="0" y="317"/>
                </a:cxn>
                <a:cxn ang="0">
                  <a:pos x="9" y="317"/>
                </a:cxn>
                <a:cxn ang="0">
                  <a:pos x="9" y="0"/>
                </a:cxn>
                <a:cxn ang="0">
                  <a:pos x="0" y="0"/>
                </a:cxn>
                <a:cxn ang="0">
                  <a:pos x="0" y="317"/>
                </a:cxn>
                <a:cxn ang="0">
                  <a:pos x="0" y="317"/>
                </a:cxn>
              </a:cxnLst>
              <a:rect l="0" t="0" r="0" b="0"/>
              <a:pathLst>
                <a:path w="9" h="317">
                  <a:moveTo>
                    <a:pt x="0" y="317"/>
                  </a:moveTo>
                  <a:lnTo>
                    <a:pt x="9" y="317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3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1" name="Freeform 138"/>
            <p:cNvSpPr/>
            <p:nvPr/>
          </p:nvSpPr>
          <p:spPr>
            <a:xfrm>
              <a:off x="3340" y="1975"/>
              <a:ext cx="19" cy="19"/>
            </a:xfrm>
            <a:custGeom>
              <a:avLst/>
              <a:gdLst/>
              <a:ahLst/>
              <a:cxnLst>
                <a:cxn ang="0">
                  <a:pos x="18" y="5"/>
                </a:cxn>
                <a:cxn ang="0">
                  <a:pos x="16" y="1"/>
                </a:cxn>
                <a:cxn ang="0">
                  <a:pos x="13" y="1"/>
                </a:cxn>
                <a:cxn ang="0">
                  <a:pos x="9" y="0"/>
                </a:cxn>
                <a:cxn ang="0">
                  <a:pos x="6" y="1"/>
                </a:cxn>
                <a:cxn ang="0">
                  <a:pos x="3" y="3"/>
                </a:cxn>
                <a:cxn ang="0">
                  <a:pos x="1" y="6"/>
                </a:cxn>
                <a:cxn ang="0">
                  <a:pos x="0" y="10"/>
                </a:cxn>
                <a:cxn ang="0">
                  <a:pos x="1" y="14"/>
                </a:cxn>
                <a:cxn ang="0">
                  <a:pos x="3" y="17"/>
                </a:cxn>
                <a:cxn ang="0">
                  <a:pos x="7" y="19"/>
                </a:cxn>
                <a:cxn ang="0">
                  <a:pos x="10" y="19"/>
                </a:cxn>
                <a:cxn ang="0">
                  <a:pos x="14" y="19"/>
                </a:cxn>
                <a:cxn ang="0">
                  <a:pos x="17" y="16"/>
                </a:cxn>
                <a:cxn ang="0">
                  <a:pos x="19" y="12"/>
                </a:cxn>
                <a:cxn ang="0">
                  <a:pos x="19" y="9"/>
                </a:cxn>
                <a:cxn ang="0">
                  <a:pos x="18" y="5"/>
                </a:cxn>
                <a:cxn ang="0">
                  <a:pos x="18" y="5"/>
                </a:cxn>
              </a:cxnLst>
              <a:rect l="0" t="0" r="0" b="0"/>
              <a:pathLst>
                <a:path w="19" h="19">
                  <a:moveTo>
                    <a:pt x="18" y="5"/>
                  </a:moveTo>
                  <a:lnTo>
                    <a:pt x="16" y="1"/>
                  </a:lnTo>
                  <a:lnTo>
                    <a:pt x="13" y="1"/>
                  </a:lnTo>
                  <a:lnTo>
                    <a:pt x="9" y="0"/>
                  </a:lnTo>
                  <a:lnTo>
                    <a:pt x="6" y="1"/>
                  </a:lnTo>
                  <a:lnTo>
                    <a:pt x="3" y="3"/>
                  </a:lnTo>
                  <a:lnTo>
                    <a:pt x="1" y="6"/>
                  </a:lnTo>
                  <a:lnTo>
                    <a:pt x="0" y="10"/>
                  </a:lnTo>
                  <a:lnTo>
                    <a:pt x="1" y="14"/>
                  </a:lnTo>
                  <a:lnTo>
                    <a:pt x="3" y="17"/>
                  </a:lnTo>
                  <a:lnTo>
                    <a:pt x="7" y="19"/>
                  </a:lnTo>
                  <a:lnTo>
                    <a:pt x="10" y="19"/>
                  </a:lnTo>
                  <a:lnTo>
                    <a:pt x="14" y="19"/>
                  </a:lnTo>
                  <a:lnTo>
                    <a:pt x="17" y="16"/>
                  </a:lnTo>
                  <a:lnTo>
                    <a:pt x="19" y="12"/>
                  </a:lnTo>
                  <a:lnTo>
                    <a:pt x="19" y="9"/>
                  </a:lnTo>
                  <a:lnTo>
                    <a:pt x="18" y="5"/>
                  </a:lnTo>
                  <a:close/>
                </a:path>
              </a:pathLst>
            </a:custGeom>
            <a:solidFill>
              <a:srgbClr val="FF690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2" name="Freeform 139"/>
            <p:cNvSpPr/>
            <p:nvPr/>
          </p:nvSpPr>
          <p:spPr>
            <a:xfrm>
              <a:off x="2793" y="2489"/>
              <a:ext cx="63" cy="64"/>
            </a:xfrm>
            <a:custGeom>
              <a:avLst/>
              <a:gdLst/>
              <a:ahLst/>
              <a:cxnLst>
                <a:cxn ang="0">
                  <a:pos x="34" y="63"/>
                </a:cxn>
                <a:cxn ang="0">
                  <a:pos x="40" y="62"/>
                </a:cxn>
                <a:cxn ang="0">
                  <a:pos x="46" y="59"/>
                </a:cxn>
                <a:cxn ang="0">
                  <a:pos x="51" y="55"/>
                </a:cxn>
                <a:cxn ang="0">
                  <a:pos x="55" y="51"/>
                </a:cxn>
                <a:cxn ang="0">
                  <a:pos x="59" y="46"/>
                </a:cxn>
                <a:cxn ang="0">
                  <a:pos x="61" y="40"/>
                </a:cxn>
                <a:cxn ang="0">
                  <a:pos x="63" y="34"/>
                </a:cxn>
                <a:cxn ang="0">
                  <a:pos x="63" y="27"/>
                </a:cxn>
                <a:cxn ang="0">
                  <a:pos x="61" y="22"/>
                </a:cxn>
                <a:cxn ang="0">
                  <a:pos x="59" y="16"/>
                </a:cxn>
                <a:cxn ang="0">
                  <a:pos x="55" y="11"/>
                </a:cxn>
                <a:cxn ang="0">
                  <a:pos x="51" y="7"/>
                </a:cxn>
                <a:cxn ang="0">
                  <a:pos x="46" y="3"/>
                </a:cxn>
                <a:cxn ang="0">
                  <a:pos x="40" y="1"/>
                </a:cxn>
                <a:cxn ang="0">
                  <a:pos x="34" y="0"/>
                </a:cxn>
                <a:cxn ang="0">
                  <a:pos x="28" y="0"/>
                </a:cxn>
                <a:cxn ang="0">
                  <a:pos x="22" y="1"/>
                </a:cxn>
                <a:cxn ang="0">
                  <a:pos x="16" y="3"/>
                </a:cxn>
                <a:cxn ang="0">
                  <a:pos x="12" y="7"/>
                </a:cxn>
                <a:cxn ang="0">
                  <a:pos x="7" y="11"/>
                </a:cxn>
                <a:cxn ang="0">
                  <a:pos x="4" y="16"/>
                </a:cxn>
                <a:cxn ang="0">
                  <a:pos x="1" y="22"/>
                </a:cxn>
                <a:cxn ang="0">
                  <a:pos x="0" y="27"/>
                </a:cxn>
                <a:cxn ang="0">
                  <a:pos x="0" y="34"/>
                </a:cxn>
                <a:cxn ang="0">
                  <a:pos x="1" y="40"/>
                </a:cxn>
                <a:cxn ang="0">
                  <a:pos x="4" y="46"/>
                </a:cxn>
                <a:cxn ang="0">
                  <a:pos x="7" y="51"/>
                </a:cxn>
                <a:cxn ang="0">
                  <a:pos x="12" y="55"/>
                </a:cxn>
                <a:cxn ang="0">
                  <a:pos x="16" y="59"/>
                </a:cxn>
                <a:cxn ang="0">
                  <a:pos x="22" y="62"/>
                </a:cxn>
                <a:cxn ang="0">
                  <a:pos x="28" y="63"/>
                </a:cxn>
                <a:cxn ang="0">
                  <a:pos x="32" y="64"/>
                </a:cxn>
              </a:cxnLst>
              <a:rect l="0" t="0" r="0" b="0"/>
              <a:pathLst>
                <a:path w="63" h="64">
                  <a:moveTo>
                    <a:pt x="32" y="64"/>
                  </a:moveTo>
                  <a:lnTo>
                    <a:pt x="34" y="63"/>
                  </a:lnTo>
                  <a:lnTo>
                    <a:pt x="37" y="63"/>
                  </a:lnTo>
                  <a:lnTo>
                    <a:pt x="40" y="62"/>
                  </a:lnTo>
                  <a:lnTo>
                    <a:pt x="44" y="61"/>
                  </a:lnTo>
                  <a:lnTo>
                    <a:pt x="46" y="59"/>
                  </a:lnTo>
                  <a:lnTo>
                    <a:pt x="49" y="58"/>
                  </a:lnTo>
                  <a:lnTo>
                    <a:pt x="51" y="55"/>
                  </a:lnTo>
                  <a:lnTo>
                    <a:pt x="53" y="54"/>
                  </a:lnTo>
                  <a:lnTo>
                    <a:pt x="55" y="51"/>
                  </a:lnTo>
                  <a:lnTo>
                    <a:pt x="57" y="48"/>
                  </a:lnTo>
                  <a:lnTo>
                    <a:pt x="59" y="46"/>
                  </a:lnTo>
                  <a:lnTo>
                    <a:pt x="60" y="44"/>
                  </a:lnTo>
                  <a:lnTo>
                    <a:pt x="61" y="40"/>
                  </a:lnTo>
                  <a:lnTo>
                    <a:pt x="62" y="38"/>
                  </a:lnTo>
                  <a:lnTo>
                    <a:pt x="63" y="34"/>
                  </a:lnTo>
                  <a:lnTo>
                    <a:pt x="63" y="31"/>
                  </a:lnTo>
                  <a:lnTo>
                    <a:pt x="63" y="27"/>
                  </a:lnTo>
                  <a:lnTo>
                    <a:pt x="62" y="25"/>
                  </a:lnTo>
                  <a:lnTo>
                    <a:pt x="61" y="22"/>
                  </a:lnTo>
                  <a:lnTo>
                    <a:pt x="60" y="19"/>
                  </a:lnTo>
                  <a:lnTo>
                    <a:pt x="59" y="16"/>
                  </a:lnTo>
                  <a:lnTo>
                    <a:pt x="57" y="13"/>
                  </a:lnTo>
                  <a:lnTo>
                    <a:pt x="55" y="11"/>
                  </a:lnTo>
                  <a:lnTo>
                    <a:pt x="53" y="9"/>
                  </a:lnTo>
                  <a:lnTo>
                    <a:pt x="51" y="7"/>
                  </a:lnTo>
                  <a:lnTo>
                    <a:pt x="49" y="5"/>
                  </a:lnTo>
                  <a:lnTo>
                    <a:pt x="46" y="3"/>
                  </a:lnTo>
                  <a:lnTo>
                    <a:pt x="44" y="2"/>
                  </a:lnTo>
                  <a:lnTo>
                    <a:pt x="40" y="1"/>
                  </a:lnTo>
                  <a:lnTo>
                    <a:pt x="37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28" y="0"/>
                  </a:lnTo>
                  <a:lnTo>
                    <a:pt x="25" y="0"/>
                  </a:lnTo>
                  <a:lnTo>
                    <a:pt x="22" y="1"/>
                  </a:lnTo>
                  <a:lnTo>
                    <a:pt x="19" y="2"/>
                  </a:lnTo>
                  <a:lnTo>
                    <a:pt x="16" y="3"/>
                  </a:lnTo>
                  <a:lnTo>
                    <a:pt x="14" y="5"/>
                  </a:lnTo>
                  <a:lnTo>
                    <a:pt x="12" y="7"/>
                  </a:lnTo>
                  <a:lnTo>
                    <a:pt x="9" y="9"/>
                  </a:lnTo>
                  <a:lnTo>
                    <a:pt x="7" y="11"/>
                  </a:lnTo>
                  <a:lnTo>
                    <a:pt x="5" y="13"/>
                  </a:lnTo>
                  <a:lnTo>
                    <a:pt x="4" y="16"/>
                  </a:lnTo>
                  <a:lnTo>
                    <a:pt x="2" y="19"/>
                  </a:lnTo>
                  <a:lnTo>
                    <a:pt x="1" y="22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31"/>
                  </a:lnTo>
                  <a:lnTo>
                    <a:pt x="0" y="34"/>
                  </a:lnTo>
                  <a:lnTo>
                    <a:pt x="0" y="38"/>
                  </a:lnTo>
                  <a:lnTo>
                    <a:pt x="1" y="40"/>
                  </a:lnTo>
                  <a:lnTo>
                    <a:pt x="2" y="44"/>
                  </a:lnTo>
                  <a:lnTo>
                    <a:pt x="4" y="46"/>
                  </a:lnTo>
                  <a:lnTo>
                    <a:pt x="5" y="48"/>
                  </a:lnTo>
                  <a:lnTo>
                    <a:pt x="7" y="51"/>
                  </a:lnTo>
                  <a:lnTo>
                    <a:pt x="9" y="54"/>
                  </a:lnTo>
                  <a:lnTo>
                    <a:pt x="12" y="55"/>
                  </a:lnTo>
                  <a:lnTo>
                    <a:pt x="14" y="58"/>
                  </a:lnTo>
                  <a:lnTo>
                    <a:pt x="16" y="59"/>
                  </a:lnTo>
                  <a:lnTo>
                    <a:pt x="19" y="61"/>
                  </a:lnTo>
                  <a:lnTo>
                    <a:pt x="22" y="62"/>
                  </a:lnTo>
                  <a:lnTo>
                    <a:pt x="25" y="63"/>
                  </a:lnTo>
                  <a:lnTo>
                    <a:pt x="28" y="63"/>
                  </a:lnTo>
                  <a:lnTo>
                    <a:pt x="32" y="64"/>
                  </a:lnTo>
                  <a:close/>
                </a:path>
              </a:pathLst>
            </a:custGeom>
            <a:solidFill>
              <a:srgbClr val="FF404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3" name="Freeform 140"/>
            <p:cNvSpPr/>
            <p:nvPr/>
          </p:nvSpPr>
          <p:spPr>
            <a:xfrm>
              <a:off x="2464" y="2486"/>
              <a:ext cx="63" cy="64"/>
            </a:xfrm>
            <a:custGeom>
              <a:avLst/>
              <a:gdLst/>
              <a:ahLst/>
              <a:cxnLst>
                <a:cxn ang="0">
                  <a:pos x="34" y="63"/>
                </a:cxn>
                <a:cxn ang="0">
                  <a:pos x="41" y="62"/>
                </a:cxn>
                <a:cxn ang="0">
                  <a:pos x="46" y="59"/>
                </a:cxn>
                <a:cxn ang="0">
                  <a:pos x="51" y="55"/>
                </a:cxn>
                <a:cxn ang="0">
                  <a:pos x="55" y="51"/>
                </a:cxn>
                <a:cxn ang="0">
                  <a:pos x="59" y="47"/>
                </a:cxn>
                <a:cxn ang="0">
                  <a:pos x="61" y="41"/>
                </a:cxn>
                <a:cxn ang="0">
                  <a:pos x="63" y="35"/>
                </a:cxn>
                <a:cxn ang="0">
                  <a:pos x="63" y="29"/>
                </a:cxn>
                <a:cxn ang="0">
                  <a:pos x="61" y="22"/>
                </a:cxn>
                <a:cxn ang="0">
                  <a:pos x="59" y="16"/>
                </a:cxn>
                <a:cxn ang="0">
                  <a:pos x="55" y="11"/>
                </a:cxn>
                <a:cxn ang="0">
                  <a:pos x="51" y="8"/>
                </a:cxn>
                <a:cxn ang="0">
                  <a:pos x="46" y="4"/>
                </a:cxn>
                <a:cxn ang="0">
                  <a:pos x="41" y="2"/>
                </a:cxn>
                <a:cxn ang="0">
                  <a:pos x="34" y="0"/>
                </a:cxn>
                <a:cxn ang="0">
                  <a:pos x="28" y="0"/>
                </a:cxn>
                <a:cxn ang="0">
                  <a:pos x="22" y="2"/>
                </a:cxn>
                <a:cxn ang="0">
                  <a:pos x="16" y="4"/>
                </a:cxn>
                <a:cxn ang="0">
                  <a:pos x="11" y="8"/>
                </a:cxn>
                <a:cxn ang="0">
                  <a:pos x="6" y="11"/>
                </a:cxn>
                <a:cxn ang="0">
                  <a:pos x="4" y="16"/>
                </a:cxn>
                <a:cxn ang="0">
                  <a:pos x="1" y="22"/>
                </a:cxn>
                <a:cxn ang="0">
                  <a:pos x="0" y="29"/>
                </a:cxn>
                <a:cxn ang="0">
                  <a:pos x="0" y="35"/>
                </a:cxn>
                <a:cxn ang="0">
                  <a:pos x="1" y="41"/>
                </a:cxn>
                <a:cxn ang="0">
                  <a:pos x="4" y="47"/>
                </a:cxn>
                <a:cxn ang="0">
                  <a:pos x="6" y="51"/>
                </a:cxn>
                <a:cxn ang="0">
                  <a:pos x="11" y="55"/>
                </a:cxn>
                <a:cxn ang="0">
                  <a:pos x="16" y="59"/>
                </a:cxn>
                <a:cxn ang="0">
                  <a:pos x="22" y="62"/>
                </a:cxn>
                <a:cxn ang="0">
                  <a:pos x="28" y="63"/>
                </a:cxn>
                <a:cxn ang="0">
                  <a:pos x="31" y="64"/>
                </a:cxn>
              </a:cxnLst>
              <a:rect l="0" t="0" r="0" b="0"/>
              <a:pathLst>
                <a:path w="63" h="64">
                  <a:moveTo>
                    <a:pt x="31" y="64"/>
                  </a:moveTo>
                  <a:lnTo>
                    <a:pt x="34" y="63"/>
                  </a:lnTo>
                  <a:lnTo>
                    <a:pt x="38" y="63"/>
                  </a:lnTo>
                  <a:lnTo>
                    <a:pt x="41" y="62"/>
                  </a:lnTo>
                  <a:lnTo>
                    <a:pt x="44" y="61"/>
                  </a:lnTo>
                  <a:lnTo>
                    <a:pt x="46" y="59"/>
                  </a:lnTo>
                  <a:lnTo>
                    <a:pt x="49" y="58"/>
                  </a:lnTo>
                  <a:lnTo>
                    <a:pt x="51" y="55"/>
                  </a:lnTo>
                  <a:lnTo>
                    <a:pt x="54" y="54"/>
                  </a:lnTo>
                  <a:lnTo>
                    <a:pt x="55" y="51"/>
                  </a:lnTo>
                  <a:lnTo>
                    <a:pt x="57" y="49"/>
                  </a:lnTo>
                  <a:lnTo>
                    <a:pt x="59" y="47"/>
                  </a:lnTo>
                  <a:lnTo>
                    <a:pt x="61" y="44"/>
                  </a:lnTo>
                  <a:lnTo>
                    <a:pt x="61" y="41"/>
                  </a:lnTo>
                  <a:lnTo>
                    <a:pt x="63" y="38"/>
                  </a:lnTo>
                  <a:lnTo>
                    <a:pt x="63" y="35"/>
                  </a:lnTo>
                  <a:lnTo>
                    <a:pt x="63" y="32"/>
                  </a:lnTo>
                  <a:lnTo>
                    <a:pt x="63" y="29"/>
                  </a:lnTo>
                  <a:lnTo>
                    <a:pt x="63" y="26"/>
                  </a:lnTo>
                  <a:lnTo>
                    <a:pt x="61" y="22"/>
                  </a:lnTo>
                  <a:lnTo>
                    <a:pt x="61" y="20"/>
                  </a:lnTo>
                  <a:lnTo>
                    <a:pt x="59" y="16"/>
                  </a:lnTo>
                  <a:lnTo>
                    <a:pt x="57" y="14"/>
                  </a:lnTo>
                  <a:lnTo>
                    <a:pt x="55" y="11"/>
                  </a:lnTo>
                  <a:lnTo>
                    <a:pt x="54" y="10"/>
                  </a:lnTo>
                  <a:lnTo>
                    <a:pt x="51" y="8"/>
                  </a:lnTo>
                  <a:lnTo>
                    <a:pt x="49" y="6"/>
                  </a:lnTo>
                  <a:lnTo>
                    <a:pt x="46" y="4"/>
                  </a:lnTo>
                  <a:lnTo>
                    <a:pt x="44" y="3"/>
                  </a:lnTo>
                  <a:lnTo>
                    <a:pt x="41" y="2"/>
                  </a:lnTo>
                  <a:lnTo>
                    <a:pt x="38" y="1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28" y="0"/>
                  </a:lnTo>
                  <a:lnTo>
                    <a:pt x="25" y="1"/>
                  </a:lnTo>
                  <a:lnTo>
                    <a:pt x="22" y="2"/>
                  </a:lnTo>
                  <a:lnTo>
                    <a:pt x="19" y="3"/>
                  </a:lnTo>
                  <a:lnTo>
                    <a:pt x="16" y="4"/>
                  </a:lnTo>
                  <a:lnTo>
                    <a:pt x="13" y="6"/>
                  </a:lnTo>
                  <a:lnTo>
                    <a:pt x="11" y="8"/>
                  </a:lnTo>
                  <a:lnTo>
                    <a:pt x="8" y="10"/>
                  </a:lnTo>
                  <a:lnTo>
                    <a:pt x="6" y="11"/>
                  </a:lnTo>
                  <a:lnTo>
                    <a:pt x="5" y="14"/>
                  </a:lnTo>
                  <a:lnTo>
                    <a:pt x="4" y="16"/>
                  </a:lnTo>
                  <a:lnTo>
                    <a:pt x="2" y="20"/>
                  </a:lnTo>
                  <a:lnTo>
                    <a:pt x="1" y="22"/>
                  </a:lnTo>
                  <a:lnTo>
                    <a:pt x="1" y="26"/>
                  </a:lnTo>
                  <a:lnTo>
                    <a:pt x="0" y="29"/>
                  </a:lnTo>
                  <a:lnTo>
                    <a:pt x="0" y="32"/>
                  </a:lnTo>
                  <a:lnTo>
                    <a:pt x="0" y="35"/>
                  </a:lnTo>
                  <a:lnTo>
                    <a:pt x="1" y="38"/>
                  </a:lnTo>
                  <a:lnTo>
                    <a:pt x="1" y="41"/>
                  </a:lnTo>
                  <a:lnTo>
                    <a:pt x="2" y="44"/>
                  </a:lnTo>
                  <a:lnTo>
                    <a:pt x="4" y="47"/>
                  </a:lnTo>
                  <a:lnTo>
                    <a:pt x="5" y="49"/>
                  </a:lnTo>
                  <a:lnTo>
                    <a:pt x="6" y="51"/>
                  </a:lnTo>
                  <a:lnTo>
                    <a:pt x="8" y="54"/>
                  </a:lnTo>
                  <a:lnTo>
                    <a:pt x="11" y="55"/>
                  </a:lnTo>
                  <a:lnTo>
                    <a:pt x="13" y="58"/>
                  </a:lnTo>
                  <a:lnTo>
                    <a:pt x="16" y="59"/>
                  </a:lnTo>
                  <a:lnTo>
                    <a:pt x="19" y="61"/>
                  </a:lnTo>
                  <a:lnTo>
                    <a:pt x="22" y="62"/>
                  </a:lnTo>
                  <a:lnTo>
                    <a:pt x="25" y="63"/>
                  </a:lnTo>
                  <a:lnTo>
                    <a:pt x="28" y="63"/>
                  </a:lnTo>
                  <a:lnTo>
                    <a:pt x="31" y="64"/>
                  </a:lnTo>
                  <a:close/>
                </a:path>
              </a:pathLst>
            </a:custGeom>
            <a:solidFill>
              <a:srgbClr val="FF404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4" name="Freeform 142"/>
            <p:cNvSpPr/>
            <p:nvPr/>
          </p:nvSpPr>
          <p:spPr>
            <a:xfrm>
              <a:off x="2461" y="2070"/>
              <a:ext cx="689" cy="304"/>
            </a:xfrm>
            <a:custGeom>
              <a:avLst/>
              <a:gdLst/>
              <a:ahLst/>
              <a:cxnLst>
                <a:cxn ang="0">
                  <a:pos x="593" y="1"/>
                </a:cxn>
                <a:cxn ang="0">
                  <a:pos x="465" y="0"/>
                </a:cxn>
                <a:cxn ang="0">
                  <a:pos x="301" y="35"/>
                </a:cxn>
                <a:cxn ang="0">
                  <a:pos x="16" y="35"/>
                </a:cxn>
                <a:cxn ang="0">
                  <a:pos x="0" y="37"/>
                </a:cxn>
                <a:cxn ang="0">
                  <a:pos x="302" y="37"/>
                </a:cxn>
                <a:cxn ang="0">
                  <a:pos x="320" y="35"/>
                </a:cxn>
                <a:cxn ang="0">
                  <a:pos x="477" y="2"/>
                </a:cxn>
                <a:cxn ang="0">
                  <a:pos x="588" y="2"/>
                </a:cxn>
                <a:cxn ang="0">
                  <a:pos x="593" y="1"/>
                </a:cxn>
                <a:cxn ang="0">
                  <a:pos x="593" y="1"/>
                </a:cxn>
              </a:cxnLst>
              <a:rect l="0" t="0" r="0" b="0"/>
              <a:pathLst>
                <a:path w="710" h="465">
                  <a:moveTo>
                    <a:pt x="710" y="2"/>
                  </a:moveTo>
                  <a:lnTo>
                    <a:pt x="558" y="0"/>
                  </a:lnTo>
                  <a:lnTo>
                    <a:pt x="360" y="446"/>
                  </a:lnTo>
                  <a:lnTo>
                    <a:pt x="18" y="445"/>
                  </a:lnTo>
                  <a:lnTo>
                    <a:pt x="0" y="465"/>
                  </a:lnTo>
                  <a:lnTo>
                    <a:pt x="361" y="465"/>
                  </a:lnTo>
                  <a:lnTo>
                    <a:pt x="383" y="456"/>
                  </a:lnTo>
                  <a:lnTo>
                    <a:pt x="571" y="24"/>
                  </a:lnTo>
                  <a:lnTo>
                    <a:pt x="704" y="27"/>
                  </a:lnTo>
                  <a:lnTo>
                    <a:pt x="71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5" name="Freeform 143"/>
            <p:cNvSpPr/>
            <p:nvPr/>
          </p:nvSpPr>
          <p:spPr>
            <a:xfrm>
              <a:off x="2376" y="2075"/>
              <a:ext cx="571" cy="299"/>
            </a:xfrm>
            <a:custGeom>
              <a:avLst/>
              <a:gdLst/>
              <a:ahLst/>
              <a:cxnLst>
                <a:cxn ang="0">
                  <a:pos x="571" y="1"/>
                </a:cxn>
                <a:cxn ang="0">
                  <a:pos x="0" y="0"/>
                </a:cxn>
                <a:cxn ang="0">
                  <a:pos x="85" y="299"/>
                </a:cxn>
                <a:cxn ang="0">
                  <a:pos x="102" y="296"/>
                </a:cxn>
                <a:cxn ang="0">
                  <a:pos x="103" y="279"/>
                </a:cxn>
                <a:cxn ang="0">
                  <a:pos x="31" y="22"/>
                </a:cxn>
                <a:cxn ang="0">
                  <a:pos x="561" y="23"/>
                </a:cxn>
                <a:cxn ang="0">
                  <a:pos x="571" y="1"/>
                </a:cxn>
                <a:cxn ang="0">
                  <a:pos x="571" y="1"/>
                </a:cxn>
              </a:cxnLst>
              <a:rect l="0" t="0" r="0" b="0"/>
              <a:pathLst>
                <a:path w="571" h="299">
                  <a:moveTo>
                    <a:pt x="571" y="1"/>
                  </a:moveTo>
                  <a:lnTo>
                    <a:pt x="0" y="0"/>
                  </a:lnTo>
                  <a:lnTo>
                    <a:pt x="85" y="299"/>
                  </a:lnTo>
                  <a:lnTo>
                    <a:pt x="102" y="296"/>
                  </a:lnTo>
                  <a:lnTo>
                    <a:pt x="103" y="279"/>
                  </a:lnTo>
                  <a:lnTo>
                    <a:pt x="31" y="22"/>
                  </a:lnTo>
                  <a:lnTo>
                    <a:pt x="561" y="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6" name="Freeform 144"/>
            <p:cNvSpPr/>
            <p:nvPr/>
          </p:nvSpPr>
          <p:spPr>
            <a:xfrm>
              <a:off x="2470" y="2354"/>
              <a:ext cx="374" cy="133"/>
            </a:xfrm>
            <a:custGeom>
              <a:avLst/>
              <a:gdLst/>
              <a:ahLst/>
              <a:cxnLst>
                <a:cxn ang="0">
                  <a:pos x="352" y="20"/>
                </a:cxn>
                <a:cxn ang="0">
                  <a:pos x="347" y="112"/>
                </a:cxn>
                <a:cxn ang="0">
                  <a:pos x="1" y="109"/>
                </a:cxn>
                <a:cxn ang="0">
                  <a:pos x="0" y="131"/>
                </a:cxn>
                <a:cxn ang="0">
                  <a:pos x="368" y="133"/>
                </a:cxn>
                <a:cxn ang="0">
                  <a:pos x="374" y="0"/>
                </a:cxn>
                <a:cxn ang="0">
                  <a:pos x="352" y="20"/>
                </a:cxn>
                <a:cxn ang="0">
                  <a:pos x="352" y="20"/>
                </a:cxn>
              </a:cxnLst>
              <a:rect l="0" t="0" r="0" b="0"/>
              <a:pathLst>
                <a:path w="374" h="133">
                  <a:moveTo>
                    <a:pt x="352" y="20"/>
                  </a:moveTo>
                  <a:lnTo>
                    <a:pt x="347" y="112"/>
                  </a:lnTo>
                  <a:lnTo>
                    <a:pt x="1" y="109"/>
                  </a:lnTo>
                  <a:lnTo>
                    <a:pt x="0" y="131"/>
                  </a:lnTo>
                  <a:lnTo>
                    <a:pt x="368" y="133"/>
                  </a:lnTo>
                  <a:lnTo>
                    <a:pt x="374" y="0"/>
                  </a:lnTo>
                  <a:lnTo>
                    <a:pt x="352" y="2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7" name="Freeform 145"/>
            <p:cNvSpPr/>
            <p:nvPr/>
          </p:nvSpPr>
          <p:spPr>
            <a:xfrm>
              <a:off x="2468" y="2472"/>
              <a:ext cx="85" cy="85"/>
            </a:xfrm>
            <a:custGeom>
              <a:avLst/>
              <a:gdLst/>
              <a:ahLst/>
              <a:cxnLst>
                <a:cxn ang="0">
                  <a:pos x="46" y="61"/>
                </a:cxn>
                <a:cxn ang="0">
                  <a:pos x="53" y="58"/>
                </a:cxn>
                <a:cxn ang="0">
                  <a:pos x="59" y="53"/>
                </a:cxn>
                <a:cxn ang="0">
                  <a:pos x="61" y="46"/>
                </a:cxn>
                <a:cxn ang="0">
                  <a:pos x="61" y="38"/>
                </a:cxn>
                <a:cxn ang="0">
                  <a:pos x="59" y="31"/>
                </a:cxn>
                <a:cxn ang="0">
                  <a:pos x="53" y="26"/>
                </a:cxn>
                <a:cxn ang="0">
                  <a:pos x="46" y="24"/>
                </a:cxn>
                <a:cxn ang="0">
                  <a:pos x="39" y="24"/>
                </a:cxn>
                <a:cxn ang="0">
                  <a:pos x="31" y="26"/>
                </a:cxn>
                <a:cxn ang="0">
                  <a:pos x="26" y="31"/>
                </a:cxn>
                <a:cxn ang="0">
                  <a:pos x="23" y="38"/>
                </a:cxn>
                <a:cxn ang="0">
                  <a:pos x="23" y="45"/>
                </a:cxn>
                <a:cxn ang="0">
                  <a:pos x="25" y="52"/>
                </a:cxn>
                <a:cxn ang="0">
                  <a:pos x="30" y="57"/>
                </a:cxn>
                <a:cxn ang="0">
                  <a:pos x="36" y="60"/>
                </a:cxn>
                <a:cxn ang="0">
                  <a:pos x="39" y="64"/>
                </a:cxn>
                <a:cxn ang="0">
                  <a:pos x="38" y="69"/>
                </a:cxn>
                <a:cxn ang="0">
                  <a:pos x="38" y="76"/>
                </a:cxn>
                <a:cxn ang="0">
                  <a:pos x="37" y="81"/>
                </a:cxn>
                <a:cxn ang="0">
                  <a:pos x="33" y="83"/>
                </a:cxn>
                <a:cxn ang="0">
                  <a:pos x="25" y="81"/>
                </a:cxn>
                <a:cxn ang="0">
                  <a:pos x="19" y="78"/>
                </a:cxn>
                <a:cxn ang="0">
                  <a:pos x="13" y="73"/>
                </a:cxn>
                <a:cxn ang="0">
                  <a:pos x="8" y="67"/>
                </a:cxn>
                <a:cxn ang="0">
                  <a:pos x="4" y="61"/>
                </a:cxn>
                <a:cxn ang="0">
                  <a:pos x="2" y="54"/>
                </a:cxn>
                <a:cxn ang="0">
                  <a:pos x="0" y="46"/>
                </a:cxn>
                <a:cxn ang="0">
                  <a:pos x="0" y="40"/>
                </a:cxn>
                <a:cxn ang="0">
                  <a:pos x="0" y="36"/>
                </a:cxn>
                <a:cxn ang="0">
                  <a:pos x="2" y="29"/>
                </a:cxn>
                <a:cxn ang="0">
                  <a:pos x="4" y="22"/>
                </a:cxn>
                <a:cxn ang="0">
                  <a:pos x="9" y="15"/>
                </a:cxn>
                <a:cxn ang="0">
                  <a:pos x="15" y="9"/>
                </a:cxn>
                <a:cxn ang="0">
                  <a:pos x="22" y="4"/>
                </a:cxn>
                <a:cxn ang="0">
                  <a:pos x="30" y="2"/>
                </a:cxn>
                <a:cxn ang="0">
                  <a:pos x="36" y="0"/>
                </a:cxn>
                <a:cxn ang="0">
                  <a:pos x="40" y="0"/>
                </a:cxn>
                <a:cxn ang="0">
                  <a:pos x="47" y="0"/>
                </a:cxn>
                <a:cxn ang="0">
                  <a:pos x="55" y="2"/>
                </a:cxn>
                <a:cxn ang="0">
                  <a:pos x="62" y="4"/>
                </a:cxn>
                <a:cxn ang="0">
                  <a:pos x="69" y="9"/>
                </a:cxn>
                <a:cxn ang="0">
                  <a:pos x="75" y="15"/>
                </a:cxn>
                <a:cxn ang="0">
                  <a:pos x="79" y="22"/>
                </a:cxn>
                <a:cxn ang="0">
                  <a:pos x="83" y="29"/>
                </a:cxn>
                <a:cxn ang="0">
                  <a:pos x="84" y="36"/>
                </a:cxn>
                <a:cxn ang="0">
                  <a:pos x="85" y="40"/>
                </a:cxn>
                <a:cxn ang="0">
                  <a:pos x="85" y="46"/>
                </a:cxn>
                <a:cxn ang="0">
                  <a:pos x="83" y="55"/>
                </a:cxn>
                <a:cxn ang="0">
                  <a:pos x="79" y="63"/>
                </a:cxn>
                <a:cxn ang="0">
                  <a:pos x="75" y="69"/>
                </a:cxn>
                <a:cxn ang="0">
                  <a:pos x="69" y="75"/>
                </a:cxn>
                <a:cxn ang="0">
                  <a:pos x="62" y="80"/>
                </a:cxn>
                <a:cxn ang="0">
                  <a:pos x="55" y="82"/>
                </a:cxn>
                <a:cxn ang="0">
                  <a:pos x="47" y="84"/>
                </a:cxn>
                <a:cxn ang="0">
                  <a:pos x="41" y="85"/>
                </a:cxn>
                <a:cxn ang="0">
                  <a:pos x="40" y="82"/>
                </a:cxn>
                <a:cxn ang="0">
                  <a:pos x="40" y="76"/>
                </a:cxn>
                <a:cxn ang="0">
                  <a:pos x="41" y="69"/>
                </a:cxn>
                <a:cxn ang="0">
                  <a:pos x="41" y="64"/>
                </a:cxn>
                <a:cxn ang="0">
                  <a:pos x="42" y="62"/>
                </a:cxn>
                <a:cxn ang="0">
                  <a:pos x="42" y="62"/>
                </a:cxn>
              </a:cxnLst>
              <a:rect l="0" t="0" r="0" b="0"/>
              <a:pathLst>
                <a:path w="85" h="85">
                  <a:moveTo>
                    <a:pt x="42" y="62"/>
                  </a:moveTo>
                  <a:lnTo>
                    <a:pt x="46" y="61"/>
                  </a:lnTo>
                  <a:lnTo>
                    <a:pt x="50" y="60"/>
                  </a:lnTo>
                  <a:lnTo>
                    <a:pt x="53" y="58"/>
                  </a:lnTo>
                  <a:lnTo>
                    <a:pt x="57" y="56"/>
                  </a:lnTo>
                  <a:lnTo>
                    <a:pt x="59" y="53"/>
                  </a:lnTo>
                  <a:lnTo>
                    <a:pt x="60" y="50"/>
                  </a:lnTo>
                  <a:lnTo>
                    <a:pt x="61" y="46"/>
                  </a:lnTo>
                  <a:lnTo>
                    <a:pt x="62" y="43"/>
                  </a:lnTo>
                  <a:lnTo>
                    <a:pt x="61" y="38"/>
                  </a:lnTo>
                  <a:lnTo>
                    <a:pt x="60" y="34"/>
                  </a:lnTo>
                  <a:lnTo>
                    <a:pt x="59" y="31"/>
                  </a:lnTo>
                  <a:lnTo>
                    <a:pt x="57" y="28"/>
                  </a:lnTo>
                  <a:lnTo>
                    <a:pt x="53" y="26"/>
                  </a:lnTo>
                  <a:lnTo>
                    <a:pt x="50" y="25"/>
                  </a:lnTo>
                  <a:lnTo>
                    <a:pt x="46" y="24"/>
                  </a:lnTo>
                  <a:lnTo>
                    <a:pt x="42" y="24"/>
                  </a:lnTo>
                  <a:lnTo>
                    <a:pt x="39" y="24"/>
                  </a:lnTo>
                  <a:lnTo>
                    <a:pt x="35" y="25"/>
                  </a:lnTo>
                  <a:lnTo>
                    <a:pt x="31" y="26"/>
                  </a:lnTo>
                  <a:lnTo>
                    <a:pt x="29" y="28"/>
                  </a:lnTo>
                  <a:lnTo>
                    <a:pt x="26" y="31"/>
                  </a:lnTo>
                  <a:lnTo>
                    <a:pt x="25" y="34"/>
                  </a:lnTo>
                  <a:lnTo>
                    <a:pt x="23" y="38"/>
                  </a:lnTo>
                  <a:lnTo>
                    <a:pt x="23" y="43"/>
                  </a:lnTo>
                  <a:lnTo>
                    <a:pt x="23" y="45"/>
                  </a:lnTo>
                  <a:lnTo>
                    <a:pt x="24" y="49"/>
                  </a:lnTo>
                  <a:lnTo>
                    <a:pt x="25" y="52"/>
                  </a:lnTo>
                  <a:lnTo>
                    <a:pt x="28" y="55"/>
                  </a:lnTo>
                  <a:lnTo>
                    <a:pt x="30" y="57"/>
                  </a:lnTo>
                  <a:lnTo>
                    <a:pt x="33" y="59"/>
                  </a:lnTo>
                  <a:lnTo>
                    <a:pt x="36" y="60"/>
                  </a:lnTo>
                  <a:lnTo>
                    <a:pt x="40" y="62"/>
                  </a:lnTo>
                  <a:lnTo>
                    <a:pt x="39" y="64"/>
                  </a:lnTo>
                  <a:lnTo>
                    <a:pt x="39" y="67"/>
                  </a:lnTo>
                  <a:lnTo>
                    <a:pt x="38" y="69"/>
                  </a:lnTo>
                  <a:lnTo>
                    <a:pt x="38" y="73"/>
                  </a:lnTo>
                  <a:lnTo>
                    <a:pt x="38" y="76"/>
                  </a:lnTo>
                  <a:lnTo>
                    <a:pt x="38" y="79"/>
                  </a:lnTo>
                  <a:lnTo>
                    <a:pt x="37" y="81"/>
                  </a:lnTo>
                  <a:lnTo>
                    <a:pt x="37" y="84"/>
                  </a:lnTo>
                  <a:lnTo>
                    <a:pt x="33" y="83"/>
                  </a:lnTo>
                  <a:lnTo>
                    <a:pt x="29" y="82"/>
                  </a:lnTo>
                  <a:lnTo>
                    <a:pt x="25" y="81"/>
                  </a:lnTo>
                  <a:lnTo>
                    <a:pt x="22" y="80"/>
                  </a:lnTo>
                  <a:lnTo>
                    <a:pt x="19" y="78"/>
                  </a:lnTo>
                  <a:lnTo>
                    <a:pt x="16" y="76"/>
                  </a:lnTo>
                  <a:lnTo>
                    <a:pt x="13" y="73"/>
                  </a:lnTo>
                  <a:lnTo>
                    <a:pt x="11" y="71"/>
                  </a:lnTo>
                  <a:lnTo>
                    <a:pt x="8" y="67"/>
                  </a:lnTo>
                  <a:lnTo>
                    <a:pt x="6" y="64"/>
                  </a:lnTo>
                  <a:lnTo>
                    <a:pt x="4" y="61"/>
                  </a:lnTo>
                  <a:lnTo>
                    <a:pt x="2" y="58"/>
                  </a:lnTo>
                  <a:lnTo>
                    <a:pt x="2" y="54"/>
                  </a:lnTo>
                  <a:lnTo>
                    <a:pt x="1" y="50"/>
                  </a:lnTo>
                  <a:lnTo>
                    <a:pt x="0" y="46"/>
                  </a:lnTo>
                  <a:lnTo>
                    <a:pt x="0" y="43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1" y="34"/>
                  </a:lnTo>
                  <a:lnTo>
                    <a:pt x="2" y="29"/>
                  </a:lnTo>
                  <a:lnTo>
                    <a:pt x="3" y="25"/>
                  </a:lnTo>
                  <a:lnTo>
                    <a:pt x="4" y="22"/>
                  </a:lnTo>
                  <a:lnTo>
                    <a:pt x="7" y="18"/>
                  </a:lnTo>
                  <a:lnTo>
                    <a:pt x="9" y="15"/>
                  </a:lnTo>
                  <a:lnTo>
                    <a:pt x="12" y="12"/>
                  </a:lnTo>
                  <a:lnTo>
                    <a:pt x="15" y="9"/>
                  </a:lnTo>
                  <a:lnTo>
                    <a:pt x="19" y="7"/>
                  </a:lnTo>
                  <a:lnTo>
                    <a:pt x="22" y="4"/>
                  </a:lnTo>
                  <a:lnTo>
                    <a:pt x="26" y="3"/>
                  </a:lnTo>
                  <a:lnTo>
                    <a:pt x="30" y="2"/>
                  </a:lnTo>
                  <a:lnTo>
                    <a:pt x="34" y="1"/>
                  </a:lnTo>
                  <a:lnTo>
                    <a:pt x="36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7" y="0"/>
                  </a:lnTo>
                  <a:lnTo>
                    <a:pt x="51" y="1"/>
                  </a:lnTo>
                  <a:lnTo>
                    <a:pt x="55" y="2"/>
                  </a:lnTo>
                  <a:lnTo>
                    <a:pt x="59" y="3"/>
                  </a:lnTo>
                  <a:lnTo>
                    <a:pt x="62" y="4"/>
                  </a:lnTo>
                  <a:lnTo>
                    <a:pt x="66" y="7"/>
                  </a:lnTo>
                  <a:lnTo>
                    <a:pt x="69" y="9"/>
                  </a:lnTo>
                  <a:lnTo>
                    <a:pt x="73" y="12"/>
                  </a:lnTo>
                  <a:lnTo>
                    <a:pt x="75" y="15"/>
                  </a:lnTo>
                  <a:lnTo>
                    <a:pt x="77" y="18"/>
                  </a:lnTo>
                  <a:lnTo>
                    <a:pt x="79" y="22"/>
                  </a:lnTo>
                  <a:lnTo>
                    <a:pt x="82" y="25"/>
                  </a:lnTo>
                  <a:lnTo>
                    <a:pt x="83" y="29"/>
                  </a:lnTo>
                  <a:lnTo>
                    <a:pt x="84" y="34"/>
                  </a:lnTo>
                  <a:lnTo>
                    <a:pt x="84" y="36"/>
                  </a:lnTo>
                  <a:lnTo>
                    <a:pt x="85" y="38"/>
                  </a:lnTo>
                  <a:lnTo>
                    <a:pt x="85" y="40"/>
                  </a:lnTo>
                  <a:lnTo>
                    <a:pt x="85" y="43"/>
                  </a:lnTo>
                  <a:lnTo>
                    <a:pt x="85" y="46"/>
                  </a:lnTo>
                  <a:lnTo>
                    <a:pt x="84" y="50"/>
                  </a:lnTo>
                  <a:lnTo>
                    <a:pt x="83" y="55"/>
                  </a:lnTo>
                  <a:lnTo>
                    <a:pt x="82" y="59"/>
                  </a:lnTo>
                  <a:lnTo>
                    <a:pt x="79" y="63"/>
                  </a:lnTo>
                  <a:lnTo>
                    <a:pt x="77" y="65"/>
                  </a:lnTo>
                  <a:lnTo>
                    <a:pt x="75" y="69"/>
                  </a:lnTo>
                  <a:lnTo>
                    <a:pt x="73" y="72"/>
                  </a:lnTo>
                  <a:lnTo>
                    <a:pt x="69" y="75"/>
                  </a:lnTo>
                  <a:lnTo>
                    <a:pt x="66" y="77"/>
                  </a:lnTo>
                  <a:lnTo>
                    <a:pt x="62" y="80"/>
                  </a:lnTo>
                  <a:lnTo>
                    <a:pt x="59" y="81"/>
                  </a:lnTo>
                  <a:lnTo>
                    <a:pt x="55" y="82"/>
                  </a:lnTo>
                  <a:lnTo>
                    <a:pt x="51" y="84"/>
                  </a:lnTo>
                  <a:lnTo>
                    <a:pt x="47" y="84"/>
                  </a:lnTo>
                  <a:lnTo>
                    <a:pt x="42" y="85"/>
                  </a:lnTo>
                  <a:lnTo>
                    <a:pt x="41" y="85"/>
                  </a:lnTo>
                  <a:lnTo>
                    <a:pt x="40" y="85"/>
                  </a:lnTo>
                  <a:lnTo>
                    <a:pt x="40" y="82"/>
                  </a:lnTo>
                  <a:lnTo>
                    <a:pt x="40" y="79"/>
                  </a:lnTo>
                  <a:lnTo>
                    <a:pt x="40" y="76"/>
                  </a:lnTo>
                  <a:lnTo>
                    <a:pt x="41" y="73"/>
                  </a:lnTo>
                  <a:lnTo>
                    <a:pt x="41" y="69"/>
                  </a:lnTo>
                  <a:lnTo>
                    <a:pt x="41" y="67"/>
                  </a:lnTo>
                  <a:lnTo>
                    <a:pt x="41" y="64"/>
                  </a:lnTo>
                  <a:lnTo>
                    <a:pt x="42" y="6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8" name="Freeform 146"/>
            <p:cNvSpPr/>
            <p:nvPr/>
          </p:nvSpPr>
          <p:spPr>
            <a:xfrm>
              <a:off x="2504" y="2534"/>
              <a:ext cx="9" cy="23"/>
            </a:xfrm>
            <a:custGeom>
              <a:avLst/>
              <a:gdLst/>
              <a:ahLst/>
              <a:cxnLst>
                <a:cxn ang="0">
                  <a:pos x="0" y="21"/>
                </a:cxn>
                <a:cxn ang="0">
                  <a:pos x="1" y="22"/>
                </a:cxn>
                <a:cxn ang="0">
                  <a:pos x="4" y="23"/>
                </a:cxn>
                <a:cxn ang="0">
                  <a:pos x="9" y="19"/>
                </a:cxn>
                <a:cxn ang="0">
                  <a:pos x="6" y="0"/>
                </a:cxn>
                <a:cxn ang="0">
                  <a:pos x="3" y="0"/>
                </a:cxn>
                <a:cxn ang="0">
                  <a:pos x="0" y="21"/>
                </a:cxn>
                <a:cxn ang="0">
                  <a:pos x="0" y="21"/>
                </a:cxn>
              </a:cxnLst>
              <a:rect l="0" t="0" r="0" b="0"/>
              <a:pathLst>
                <a:path w="9" h="23">
                  <a:moveTo>
                    <a:pt x="0" y="21"/>
                  </a:moveTo>
                  <a:lnTo>
                    <a:pt x="1" y="22"/>
                  </a:lnTo>
                  <a:lnTo>
                    <a:pt x="4" y="23"/>
                  </a:lnTo>
                  <a:lnTo>
                    <a:pt x="9" y="19"/>
                  </a:lnTo>
                  <a:lnTo>
                    <a:pt x="6" y="0"/>
                  </a:lnTo>
                  <a:lnTo>
                    <a:pt x="3" y="0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99" name="Freeform 147"/>
            <p:cNvSpPr/>
            <p:nvPr/>
          </p:nvSpPr>
          <p:spPr>
            <a:xfrm>
              <a:off x="2764" y="2472"/>
              <a:ext cx="84" cy="85"/>
            </a:xfrm>
            <a:custGeom>
              <a:avLst/>
              <a:gdLst/>
              <a:ahLst/>
              <a:cxnLst>
                <a:cxn ang="0">
                  <a:pos x="45" y="62"/>
                </a:cxn>
                <a:cxn ang="0">
                  <a:pos x="53" y="59"/>
                </a:cxn>
                <a:cxn ang="0">
                  <a:pos x="58" y="53"/>
                </a:cxn>
                <a:cxn ang="0">
                  <a:pos x="62" y="46"/>
                </a:cxn>
                <a:cxn ang="0">
                  <a:pos x="62" y="38"/>
                </a:cxn>
                <a:cxn ang="0">
                  <a:pos x="58" y="31"/>
                </a:cxn>
                <a:cxn ang="0">
                  <a:pos x="53" y="26"/>
                </a:cxn>
                <a:cxn ang="0">
                  <a:pos x="45" y="24"/>
                </a:cxn>
                <a:cxn ang="0">
                  <a:pos x="38" y="24"/>
                </a:cxn>
                <a:cxn ang="0">
                  <a:pos x="31" y="26"/>
                </a:cxn>
                <a:cxn ang="0">
                  <a:pos x="25" y="31"/>
                </a:cxn>
                <a:cxn ang="0">
                  <a:pos x="24" y="38"/>
                </a:cxn>
                <a:cxn ang="0">
                  <a:pos x="24" y="45"/>
                </a:cxn>
                <a:cxn ang="0">
                  <a:pos x="25" y="52"/>
                </a:cxn>
                <a:cxn ang="0">
                  <a:pos x="29" y="57"/>
                </a:cxn>
                <a:cxn ang="0">
                  <a:pos x="35" y="61"/>
                </a:cxn>
                <a:cxn ang="0">
                  <a:pos x="38" y="64"/>
                </a:cxn>
                <a:cxn ang="0">
                  <a:pos x="38" y="69"/>
                </a:cxn>
                <a:cxn ang="0">
                  <a:pos x="38" y="76"/>
                </a:cxn>
                <a:cxn ang="0">
                  <a:pos x="38" y="82"/>
                </a:cxn>
                <a:cxn ang="0">
                  <a:pos x="33" y="84"/>
                </a:cxn>
                <a:cxn ang="0">
                  <a:pos x="25" y="81"/>
                </a:cxn>
                <a:cxn ang="0">
                  <a:pos x="19" y="78"/>
                </a:cxn>
                <a:cxn ang="0">
                  <a:pos x="13" y="73"/>
                </a:cxn>
                <a:cxn ang="0">
                  <a:pos x="7" y="67"/>
                </a:cxn>
                <a:cxn ang="0">
                  <a:pos x="4" y="61"/>
                </a:cxn>
                <a:cxn ang="0">
                  <a:pos x="1" y="54"/>
                </a:cxn>
                <a:cxn ang="0">
                  <a:pos x="0" y="46"/>
                </a:cxn>
                <a:cxn ang="0">
                  <a:pos x="0" y="40"/>
                </a:cxn>
                <a:cxn ang="0">
                  <a:pos x="0" y="36"/>
                </a:cxn>
                <a:cxn ang="0">
                  <a:pos x="1" y="29"/>
                </a:cxn>
                <a:cxn ang="0">
                  <a:pos x="4" y="22"/>
                </a:cxn>
                <a:cxn ang="0">
                  <a:pos x="8" y="15"/>
                </a:cxn>
                <a:cxn ang="0">
                  <a:pos x="14" y="9"/>
                </a:cxn>
                <a:cxn ang="0">
                  <a:pos x="22" y="4"/>
                </a:cxn>
                <a:cxn ang="0">
                  <a:pos x="28" y="2"/>
                </a:cxn>
                <a:cxn ang="0">
                  <a:pos x="35" y="0"/>
                </a:cxn>
                <a:cxn ang="0">
                  <a:pos x="40" y="0"/>
                </a:cxn>
                <a:cxn ang="0">
                  <a:pos x="46" y="0"/>
                </a:cxn>
                <a:cxn ang="0">
                  <a:pos x="54" y="2"/>
                </a:cxn>
                <a:cxn ang="0">
                  <a:pos x="62" y="4"/>
                </a:cxn>
                <a:cxn ang="0">
                  <a:pos x="68" y="9"/>
                </a:cxn>
                <a:cxn ang="0">
                  <a:pos x="74" y="15"/>
                </a:cxn>
                <a:cxn ang="0">
                  <a:pos x="79" y="22"/>
                </a:cxn>
                <a:cxn ang="0">
                  <a:pos x="82" y="29"/>
                </a:cxn>
                <a:cxn ang="0">
                  <a:pos x="83" y="36"/>
                </a:cxn>
                <a:cxn ang="0">
                  <a:pos x="84" y="40"/>
                </a:cxn>
                <a:cxn ang="0">
                  <a:pos x="84" y="46"/>
                </a:cxn>
                <a:cxn ang="0">
                  <a:pos x="82" y="55"/>
                </a:cxn>
                <a:cxn ang="0">
                  <a:pos x="79" y="63"/>
                </a:cxn>
                <a:cxn ang="0">
                  <a:pos x="74" y="69"/>
                </a:cxn>
                <a:cxn ang="0">
                  <a:pos x="68" y="75"/>
                </a:cxn>
                <a:cxn ang="0">
                  <a:pos x="62" y="80"/>
                </a:cxn>
                <a:cxn ang="0">
                  <a:pos x="54" y="82"/>
                </a:cxn>
                <a:cxn ang="0">
                  <a:pos x="46" y="84"/>
                </a:cxn>
                <a:cxn ang="0">
                  <a:pos x="41" y="85"/>
                </a:cxn>
                <a:cxn ang="0">
                  <a:pos x="41" y="82"/>
                </a:cxn>
                <a:cxn ang="0">
                  <a:pos x="41" y="76"/>
                </a:cxn>
                <a:cxn ang="0">
                  <a:pos x="41" y="69"/>
                </a:cxn>
                <a:cxn ang="0">
                  <a:pos x="41" y="64"/>
                </a:cxn>
                <a:cxn ang="0">
                  <a:pos x="42" y="63"/>
                </a:cxn>
                <a:cxn ang="0">
                  <a:pos x="43" y="63"/>
                </a:cxn>
              </a:cxnLst>
              <a:rect l="0" t="0" r="0" b="0"/>
              <a:pathLst>
                <a:path w="84" h="85">
                  <a:moveTo>
                    <a:pt x="43" y="63"/>
                  </a:moveTo>
                  <a:lnTo>
                    <a:pt x="45" y="62"/>
                  </a:lnTo>
                  <a:lnTo>
                    <a:pt x="50" y="61"/>
                  </a:lnTo>
                  <a:lnTo>
                    <a:pt x="53" y="59"/>
                  </a:lnTo>
                  <a:lnTo>
                    <a:pt x="56" y="57"/>
                  </a:lnTo>
                  <a:lnTo>
                    <a:pt x="58" y="53"/>
                  </a:lnTo>
                  <a:lnTo>
                    <a:pt x="61" y="50"/>
                  </a:lnTo>
                  <a:lnTo>
                    <a:pt x="62" y="46"/>
                  </a:lnTo>
                  <a:lnTo>
                    <a:pt x="62" y="43"/>
                  </a:lnTo>
                  <a:lnTo>
                    <a:pt x="62" y="38"/>
                  </a:lnTo>
                  <a:lnTo>
                    <a:pt x="61" y="34"/>
                  </a:lnTo>
                  <a:lnTo>
                    <a:pt x="58" y="31"/>
                  </a:lnTo>
                  <a:lnTo>
                    <a:pt x="56" y="28"/>
                  </a:lnTo>
                  <a:lnTo>
                    <a:pt x="53" y="26"/>
                  </a:lnTo>
                  <a:lnTo>
                    <a:pt x="50" y="25"/>
                  </a:lnTo>
                  <a:lnTo>
                    <a:pt x="45" y="24"/>
                  </a:lnTo>
                  <a:lnTo>
                    <a:pt x="43" y="24"/>
                  </a:lnTo>
                  <a:lnTo>
                    <a:pt x="38" y="24"/>
                  </a:lnTo>
                  <a:lnTo>
                    <a:pt x="35" y="25"/>
                  </a:lnTo>
                  <a:lnTo>
                    <a:pt x="31" y="26"/>
                  </a:lnTo>
                  <a:lnTo>
                    <a:pt x="28" y="28"/>
                  </a:lnTo>
                  <a:lnTo>
                    <a:pt x="25" y="31"/>
                  </a:lnTo>
                  <a:lnTo>
                    <a:pt x="24" y="34"/>
                  </a:lnTo>
                  <a:lnTo>
                    <a:pt x="24" y="38"/>
                  </a:lnTo>
                  <a:lnTo>
                    <a:pt x="24" y="43"/>
                  </a:lnTo>
                  <a:lnTo>
                    <a:pt x="24" y="45"/>
                  </a:lnTo>
                  <a:lnTo>
                    <a:pt x="24" y="49"/>
                  </a:lnTo>
                  <a:lnTo>
                    <a:pt x="25" y="52"/>
                  </a:lnTo>
                  <a:lnTo>
                    <a:pt x="27" y="55"/>
                  </a:lnTo>
                  <a:lnTo>
                    <a:pt x="29" y="57"/>
                  </a:lnTo>
                  <a:lnTo>
                    <a:pt x="32" y="60"/>
                  </a:lnTo>
                  <a:lnTo>
                    <a:pt x="35" y="61"/>
                  </a:lnTo>
                  <a:lnTo>
                    <a:pt x="39" y="62"/>
                  </a:lnTo>
                  <a:lnTo>
                    <a:pt x="38" y="64"/>
                  </a:lnTo>
                  <a:lnTo>
                    <a:pt x="38" y="67"/>
                  </a:lnTo>
                  <a:lnTo>
                    <a:pt x="38" y="69"/>
                  </a:lnTo>
                  <a:lnTo>
                    <a:pt x="38" y="73"/>
                  </a:lnTo>
                  <a:lnTo>
                    <a:pt x="38" y="76"/>
                  </a:lnTo>
                  <a:lnTo>
                    <a:pt x="38" y="79"/>
                  </a:lnTo>
                  <a:lnTo>
                    <a:pt x="38" y="82"/>
                  </a:lnTo>
                  <a:lnTo>
                    <a:pt x="38" y="85"/>
                  </a:lnTo>
                  <a:lnTo>
                    <a:pt x="33" y="84"/>
                  </a:lnTo>
                  <a:lnTo>
                    <a:pt x="29" y="83"/>
                  </a:lnTo>
                  <a:lnTo>
                    <a:pt x="25" y="81"/>
                  </a:lnTo>
                  <a:lnTo>
                    <a:pt x="23" y="80"/>
                  </a:lnTo>
                  <a:lnTo>
                    <a:pt x="19" y="78"/>
                  </a:lnTo>
                  <a:lnTo>
                    <a:pt x="16" y="76"/>
                  </a:lnTo>
                  <a:lnTo>
                    <a:pt x="13" y="73"/>
                  </a:lnTo>
                  <a:lnTo>
                    <a:pt x="10" y="71"/>
                  </a:lnTo>
                  <a:lnTo>
                    <a:pt x="7" y="67"/>
                  </a:lnTo>
                  <a:lnTo>
                    <a:pt x="6" y="64"/>
                  </a:lnTo>
                  <a:lnTo>
                    <a:pt x="4" y="61"/>
                  </a:lnTo>
                  <a:lnTo>
                    <a:pt x="3" y="58"/>
                  </a:lnTo>
                  <a:lnTo>
                    <a:pt x="1" y="54"/>
                  </a:lnTo>
                  <a:lnTo>
                    <a:pt x="0" y="50"/>
                  </a:lnTo>
                  <a:lnTo>
                    <a:pt x="0" y="46"/>
                  </a:lnTo>
                  <a:lnTo>
                    <a:pt x="0" y="43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1" y="34"/>
                  </a:lnTo>
                  <a:lnTo>
                    <a:pt x="1" y="29"/>
                  </a:lnTo>
                  <a:lnTo>
                    <a:pt x="3" y="25"/>
                  </a:lnTo>
                  <a:lnTo>
                    <a:pt x="4" y="22"/>
                  </a:lnTo>
                  <a:lnTo>
                    <a:pt x="6" y="18"/>
                  </a:lnTo>
                  <a:lnTo>
                    <a:pt x="8" y="15"/>
                  </a:lnTo>
                  <a:lnTo>
                    <a:pt x="12" y="12"/>
                  </a:lnTo>
                  <a:lnTo>
                    <a:pt x="14" y="9"/>
                  </a:lnTo>
                  <a:lnTo>
                    <a:pt x="18" y="7"/>
                  </a:lnTo>
                  <a:lnTo>
                    <a:pt x="22" y="4"/>
                  </a:lnTo>
                  <a:lnTo>
                    <a:pt x="25" y="3"/>
                  </a:lnTo>
                  <a:lnTo>
                    <a:pt x="28" y="2"/>
                  </a:lnTo>
                  <a:lnTo>
                    <a:pt x="33" y="1"/>
                  </a:lnTo>
                  <a:lnTo>
                    <a:pt x="35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3" y="0"/>
                  </a:lnTo>
                  <a:lnTo>
                    <a:pt x="46" y="0"/>
                  </a:lnTo>
                  <a:lnTo>
                    <a:pt x="50" y="1"/>
                  </a:lnTo>
                  <a:lnTo>
                    <a:pt x="54" y="2"/>
                  </a:lnTo>
                  <a:lnTo>
                    <a:pt x="58" y="3"/>
                  </a:lnTo>
                  <a:lnTo>
                    <a:pt x="62" y="4"/>
                  </a:lnTo>
                  <a:lnTo>
                    <a:pt x="65" y="7"/>
                  </a:lnTo>
                  <a:lnTo>
                    <a:pt x="68" y="9"/>
                  </a:lnTo>
                  <a:lnTo>
                    <a:pt x="72" y="12"/>
                  </a:lnTo>
                  <a:lnTo>
                    <a:pt x="74" y="15"/>
                  </a:lnTo>
                  <a:lnTo>
                    <a:pt x="77" y="18"/>
                  </a:lnTo>
                  <a:lnTo>
                    <a:pt x="79" y="22"/>
                  </a:lnTo>
                  <a:lnTo>
                    <a:pt x="80" y="25"/>
                  </a:lnTo>
                  <a:lnTo>
                    <a:pt x="82" y="29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4" y="38"/>
                  </a:lnTo>
                  <a:lnTo>
                    <a:pt x="84" y="40"/>
                  </a:lnTo>
                  <a:lnTo>
                    <a:pt x="84" y="43"/>
                  </a:lnTo>
                  <a:lnTo>
                    <a:pt x="84" y="46"/>
                  </a:lnTo>
                  <a:lnTo>
                    <a:pt x="83" y="50"/>
                  </a:lnTo>
                  <a:lnTo>
                    <a:pt x="82" y="55"/>
                  </a:lnTo>
                  <a:lnTo>
                    <a:pt x="80" y="59"/>
                  </a:lnTo>
                  <a:lnTo>
                    <a:pt x="79" y="63"/>
                  </a:lnTo>
                  <a:lnTo>
                    <a:pt x="77" y="65"/>
                  </a:lnTo>
                  <a:lnTo>
                    <a:pt x="74" y="69"/>
                  </a:lnTo>
                  <a:lnTo>
                    <a:pt x="72" y="72"/>
                  </a:lnTo>
                  <a:lnTo>
                    <a:pt x="68" y="75"/>
                  </a:lnTo>
                  <a:lnTo>
                    <a:pt x="65" y="77"/>
                  </a:lnTo>
                  <a:lnTo>
                    <a:pt x="62" y="80"/>
                  </a:lnTo>
                  <a:lnTo>
                    <a:pt x="58" y="81"/>
                  </a:lnTo>
                  <a:lnTo>
                    <a:pt x="54" y="82"/>
                  </a:lnTo>
                  <a:lnTo>
                    <a:pt x="50" y="84"/>
                  </a:lnTo>
                  <a:lnTo>
                    <a:pt x="46" y="84"/>
                  </a:lnTo>
                  <a:lnTo>
                    <a:pt x="43" y="85"/>
                  </a:lnTo>
                  <a:lnTo>
                    <a:pt x="41" y="85"/>
                  </a:lnTo>
                  <a:lnTo>
                    <a:pt x="41" y="82"/>
                  </a:lnTo>
                  <a:lnTo>
                    <a:pt x="41" y="79"/>
                  </a:lnTo>
                  <a:lnTo>
                    <a:pt x="41" y="76"/>
                  </a:lnTo>
                  <a:lnTo>
                    <a:pt x="41" y="73"/>
                  </a:lnTo>
                  <a:lnTo>
                    <a:pt x="41" y="69"/>
                  </a:lnTo>
                  <a:lnTo>
                    <a:pt x="41" y="67"/>
                  </a:lnTo>
                  <a:lnTo>
                    <a:pt x="41" y="64"/>
                  </a:lnTo>
                  <a:lnTo>
                    <a:pt x="42" y="62"/>
                  </a:lnTo>
                  <a:lnTo>
                    <a:pt x="42" y="63"/>
                  </a:lnTo>
                  <a:lnTo>
                    <a:pt x="43" y="6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00" name="Freeform 148"/>
            <p:cNvSpPr/>
            <p:nvPr/>
          </p:nvSpPr>
          <p:spPr>
            <a:xfrm>
              <a:off x="2799" y="2534"/>
              <a:ext cx="10" cy="23"/>
            </a:xfrm>
            <a:custGeom>
              <a:avLst/>
              <a:gdLst/>
              <a:ahLst/>
              <a:cxnLst>
                <a:cxn ang="0">
                  <a:pos x="0" y="21"/>
                </a:cxn>
                <a:cxn ang="0">
                  <a:pos x="3" y="23"/>
                </a:cxn>
                <a:cxn ang="0">
                  <a:pos x="6" y="23"/>
                </a:cxn>
                <a:cxn ang="0">
                  <a:pos x="10" y="19"/>
                </a:cxn>
                <a:cxn ang="0">
                  <a:pos x="7" y="0"/>
                </a:cxn>
                <a:cxn ang="0">
                  <a:pos x="4" y="0"/>
                </a:cxn>
                <a:cxn ang="0">
                  <a:pos x="0" y="21"/>
                </a:cxn>
                <a:cxn ang="0">
                  <a:pos x="0" y="21"/>
                </a:cxn>
              </a:cxnLst>
              <a:rect l="0" t="0" r="0" b="0"/>
              <a:pathLst>
                <a:path w="10" h="23">
                  <a:moveTo>
                    <a:pt x="0" y="21"/>
                  </a:moveTo>
                  <a:lnTo>
                    <a:pt x="3" y="23"/>
                  </a:lnTo>
                  <a:lnTo>
                    <a:pt x="6" y="23"/>
                  </a:lnTo>
                  <a:lnTo>
                    <a:pt x="10" y="19"/>
                  </a:lnTo>
                  <a:lnTo>
                    <a:pt x="7" y="0"/>
                  </a:lnTo>
                  <a:lnTo>
                    <a:pt x="4" y="0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1" name="矩形 250"/>
          <p:cNvSpPr/>
          <p:nvPr/>
        </p:nvSpPr>
        <p:spPr>
          <a:xfrm>
            <a:off x="1071563" y="4273550"/>
            <a:ext cx="6643688" cy="21431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6502" name="Group 153"/>
          <p:cNvGrpSpPr>
            <a:grpSpLocks noChangeAspect="1"/>
          </p:cNvGrpSpPr>
          <p:nvPr/>
        </p:nvGrpSpPr>
        <p:grpSpPr>
          <a:xfrm>
            <a:off x="357188" y="1143000"/>
            <a:ext cx="1933575" cy="1181100"/>
            <a:chOff x="315" y="225"/>
            <a:chExt cx="1218" cy="744"/>
          </a:xfrm>
        </p:grpSpPr>
        <p:sp>
          <p:nvSpPr>
            <p:cNvPr id="16503" name="AutoShape 152"/>
            <p:cNvSpPr>
              <a:spLocks noChangeAspect="1" noTextEdit="1"/>
            </p:cNvSpPr>
            <p:nvPr/>
          </p:nvSpPr>
          <p:spPr>
            <a:xfrm>
              <a:off x="315" y="225"/>
              <a:ext cx="1218" cy="74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eaLnBrk="0" hangingPunct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504" name="Freeform 154"/>
            <p:cNvSpPr/>
            <p:nvPr/>
          </p:nvSpPr>
          <p:spPr>
            <a:xfrm>
              <a:off x="643" y="641"/>
              <a:ext cx="277" cy="174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0" y="20"/>
                </a:cxn>
                <a:cxn ang="0">
                  <a:pos x="8" y="40"/>
                </a:cxn>
                <a:cxn ang="0">
                  <a:pos x="17" y="60"/>
                </a:cxn>
                <a:cxn ang="0">
                  <a:pos x="31" y="82"/>
                </a:cxn>
                <a:cxn ang="0">
                  <a:pos x="47" y="108"/>
                </a:cxn>
                <a:cxn ang="0">
                  <a:pos x="67" y="132"/>
                </a:cxn>
                <a:cxn ang="0">
                  <a:pos x="79" y="144"/>
                </a:cxn>
                <a:cxn ang="0">
                  <a:pos x="91" y="154"/>
                </a:cxn>
                <a:cxn ang="0">
                  <a:pos x="103" y="162"/>
                </a:cxn>
                <a:cxn ang="0">
                  <a:pos x="115" y="168"/>
                </a:cxn>
                <a:cxn ang="0">
                  <a:pos x="115" y="168"/>
                </a:cxn>
                <a:cxn ang="0">
                  <a:pos x="129" y="172"/>
                </a:cxn>
                <a:cxn ang="0">
                  <a:pos x="143" y="174"/>
                </a:cxn>
                <a:cxn ang="0">
                  <a:pos x="157" y="170"/>
                </a:cxn>
                <a:cxn ang="0">
                  <a:pos x="171" y="166"/>
                </a:cxn>
                <a:cxn ang="0">
                  <a:pos x="185" y="158"/>
                </a:cxn>
                <a:cxn ang="0">
                  <a:pos x="197" y="150"/>
                </a:cxn>
                <a:cxn ang="0">
                  <a:pos x="223" y="128"/>
                </a:cxn>
                <a:cxn ang="0">
                  <a:pos x="245" y="106"/>
                </a:cxn>
                <a:cxn ang="0">
                  <a:pos x="261" y="86"/>
                </a:cxn>
                <a:cxn ang="0">
                  <a:pos x="277" y="64"/>
                </a:cxn>
                <a:cxn ang="0">
                  <a:pos x="245" y="18"/>
                </a:cxn>
                <a:cxn ang="0">
                  <a:pos x="245" y="18"/>
                </a:cxn>
                <a:cxn ang="0">
                  <a:pos x="235" y="32"/>
                </a:cxn>
                <a:cxn ang="0">
                  <a:pos x="209" y="64"/>
                </a:cxn>
                <a:cxn ang="0">
                  <a:pos x="191" y="80"/>
                </a:cxn>
                <a:cxn ang="0">
                  <a:pos x="173" y="96"/>
                </a:cxn>
                <a:cxn ang="0">
                  <a:pos x="155" y="108"/>
                </a:cxn>
                <a:cxn ang="0">
                  <a:pos x="145" y="114"/>
                </a:cxn>
                <a:cxn ang="0">
                  <a:pos x="135" y="116"/>
                </a:cxn>
                <a:cxn ang="0">
                  <a:pos x="135" y="116"/>
                </a:cxn>
                <a:cxn ang="0">
                  <a:pos x="127" y="116"/>
                </a:cxn>
                <a:cxn ang="0">
                  <a:pos x="117" y="114"/>
                </a:cxn>
                <a:cxn ang="0">
                  <a:pos x="107" y="108"/>
                </a:cxn>
                <a:cxn ang="0">
                  <a:pos x="97" y="102"/>
                </a:cxn>
                <a:cxn ang="0">
                  <a:pos x="77" y="82"/>
                </a:cxn>
                <a:cxn ang="0">
                  <a:pos x="59" y="62"/>
                </a:cxn>
                <a:cxn ang="0">
                  <a:pos x="45" y="38"/>
                </a:cxn>
                <a:cxn ang="0">
                  <a:pos x="31" y="20"/>
                </a:cxn>
                <a:cxn ang="0">
                  <a:pos x="21" y="0"/>
                </a:cxn>
                <a:cxn ang="0">
                  <a:pos x="0" y="20"/>
                </a:cxn>
                <a:cxn ang="0">
                  <a:pos x="0" y="20"/>
                </a:cxn>
              </a:cxnLst>
              <a:rect l="0" t="0" r="0" b="0"/>
              <a:pathLst>
                <a:path w="277" h="174">
                  <a:moveTo>
                    <a:pt x="0" y="20"/>
                  </a:moveTo>
                  <a:lnTo>
                    <a:pt x="0" y="20"/>
                  </a:lnTo>
                  <a:lnTo>
                    <a:pt x="8" y="40"/>
                  </a:lnTo>
                  <a:lnTo>
                    <a:pt x="17" y="60"/>
                  </a:lnTo>
                  <a:lnTo>
                    <a:pt x="31" y="82"/>
                  </a:lnTo>
                  <a:lnTo>
                    <a:pt x="47" y="108"/>
                  </a:lnTo>
                  <a:lnTo>
                    <a:pt x="67" y="132"/>
                  </a:lnTo>
                  <a:lnTo>
                    <a:pt x="79" y="144"/>
                  </a:lnTo>
                  <a:lnTo>
                    <a:pt x="91" y="154"/>
                  </a:lnTo>
                  <a:lnTo>
                    <a:pt x="103" y="162"/>
                  </a:lnTo>
                  <a:lnTo>
                    <a:pt x="115" y="168"/>
                  </a:lnTo>
                  <a:lnTo>
                    <a:pt x="129" y="172"/>
                  </a:lnTo>
                  <a:lnTo>
                    <a:pt x="143" y="174"/>
                  </a:lnTo>
                  <a:lnTo>
                    <a:pt x="157" y="170"/>
                  </a:lnTo>
                  <a:lnTo>
                    <a:pt x="171" y="166"/>
                  </a:lnTo>
                  <a:lnTo>
                    <a:pt x="185" y="158"/>
                  </a:lnTo>
                  <a:lnTo>
                    <a:pt x="197" y="150"/>
                  </a:lnTo>
                  <a:lnTo>
                    <a:pt x="223" y="128"/>
                  </a:lnTo>
                  <a:lnTo>
                    <a:pt x="245" y="106"/>
                  </a:lnTo>
                  <a:lnTo>
                    <a:pt x="261" y="86"/>
                  </a:lnTo>
                  <a:lnTo>
                    <a:pt x="277" y="64"/>
                  </a:lnTo>
                  <a:lnTo>
                    <a:pt x="245" y="18"/>
                  </a:lnTo>
                  <a:lnTo>
                    <a:pt x="235" y="32"/>
                  </a:lnTo>
                  <a:lnTo>
                    <a:pt x="209" y="64"/>
                  </a:lnTo>
                  <a:lnTo>
                    <a:pt x="191" y="80"/>
                  </a:lnTo>
                  <a:lnTo>
                    <a:pt x="173" y="96"/>
                  </a:lnTo>
                  <a:lnTo>
                    <a:pt x="155" y="108"/>
                  </a:lnTo>
                  <a:lnTo>
                    <a:pt x="145" y="114"/>
                  </a:lnTo>
                  <a:lnTo>
                    <a:pt x="135" y="116"/>
                  </a:lnTo>
                  <a:lnTo>
                    <a:pt x="127" y="116"/>
                  </a:lnTo>
                  <a:lnTo>
                    <a:pt x="117" y="114"/>
                  </a:lnTo>
                  <a:lnTo>
                    <a:pt x="107" y="108"/>
                  </a:lnTo>
                  <a:lnTo>
                    <a:pt x="97" y="102"/>
                  </a:lnTo>
                  <a:lnTo>
                    <a:pt x="77" y="82"/>
                  </a:lnTo>
                  <a:lnTo>
                    <a:pt x="59" y="62"/>
                  </a:lnTo>
                  <a:lnTo>
                    <a:pt x="45" y="38"/>
                  </a:lnTo>
                  <a:lnTo>
                    <a:pt x="31" y="20"/>
                  </a:lnTo>
                  <a:lnTo>
                    <a:pt x="21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05" name="Freeform 155"/>
            <p:cNvSpPr/>
            <p:nvPr/>
          </p:nvSpPr>
          <p:spPr>
            <a:xfrm>
              <a:off x="315" y="317"/>
              <a:ext cx="238" cy="496"/>
            </a:xfrm>
            <a:custGeom>
              <a:avLst/>
              <a:gdLst/>
              <a:ahLst/>
              <a:cxnLst>
                <a:cxn ang="0">
                  <a:pos x="238" y="460"/>
                </a:cxn>
                <a:cxn ang="0">
                  <a:pos x="238" y="38"/>
                </a:cxn>
                <a:cxn ang="0">
                  <a:pos x="238" y="38"/>
                </a:cxn>
                <a:cxn ang="0">
                  <a:pos x="236" y="32"/>
                </a:cxn>
                <a:cxn ang="0">
                  <a:pos x="234" y="28"/>
                </a:cxn>
                <a:cxn ang="0">
                  <a:pos x="230" y="26"/>
                </a:cxn>
                <a:cxn ang="0">
                  <a:pos x="230" y="26"/>
                </a:cxn>
                <a:cxn ang="0">
                  <a:pos x="220" y="20"/>
                </a:cxn>
                <a:cxn ang="0">
                  <a:pos x="204" y="18"/>
                </a:cxn>
                <a:cxn ang="0">
                  <a:pos x="204" y="18"/>
                </a:cxn>
                <a:cxn ang="0">
                  <a:pos x="108" y="8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2" y="0"/>
                </a:cxn>
                <a:cxn ang="0">
                  <a:pos x="16" y="2"/>
                </a:cxn>
                <a:cxn ang="0">
                  <a:pos x="10" y="4"/>
                </a:cxn>
                <a:cxn ang="0">
                  <a:pos x="6" y="6"/>
                </a:cxn>
                <a:cxn ang="0">
                  <a:pos x="4" y="12"/>
                </a:cxn>
                <a:cxn ang="0">
                  <a:pos x="4" y="12"/>
                </a:cxn>
                <a:cxn ang="0">
                  <a:pos x="0" y="20"/>
                </a:cxn>
                <a:cxn ang="0">
                  <a:pos x="0" y="26"/>
                </a:cxn>
                <a:cxn ang="0">
                  <a:pos x="0" y="26"/>
                </a:cxn>
                <a:cxn ang="0">
                  <a:pos x="0" y="28"/>
                </a:cxn>
                <a:cxn ang="0">
                  <a:pos x="0" y="476"/>
                </a:cxn>
                <a:cxn ang="0">
                  <a:pos x="0" y="476"/>
                </a:cxn>
                <a:cxn ang="0">
                  <a:pos x="0" y="478"/>
                </a:cxn>
                <a:cxn ang="0">
                  <a:pos x="0" y="478"/>
                </a:cxn>
                <a:cxn ang="0">
                  <a:pos x="2" y="482"/>
                </a:cxn>
                <a:cxn ang="0">
                  <a:pos x="6" y="490"/>
                </a:cxn>
                <a:cxn ang="0">
                  <a:pos x="6" y="490"/>
                </a:cxn>
                <a:cxn ang="0">
                  <a:pos x="14" y="494"/>
                </a:cxn>
                <a:cxn ang="0">
                  <a:pos x="28" y="496"/>
                </a:cxn>
                <a:cxn ang="0">
                  <a:pos x="28" y="496"/>
                </a:cxn>
                <a:cxn ang="0">
                  <a:pos x="32" y="496"/>
                </a:cxn>
                <a:cxn ang="0">
                  <a:pos x="32" y="496"/>
                </a:cxn>
                <a:cxn ang="0">
                  <a:pos x="210" y="488"/>
                </a:cxn>
                <a:cxn ang="0">
                  <a:pos x="210" y="488"/>
                </a:cxn>
                <a:cxn ang="0">
                  <a:pos x="222" y="488"/>
                </a:cxn>
                <a:cxn ang="0">
                  <a:pos x="230" y="488"/>
                </a:cxn>
                <a:cxn ang="0">
                  <a:pos x="230" y="488"/>
                </a:cxn>
                <a:cxn ang="0">
                  <a:pos x="234" y="484"/>
                </a:cxn>
                <a:cxn ang="0">
                  <a:pos x="238" y="480"/>
                </a:cxn>
                <a:cxn ang="0">
                  <a:pos x="238" y="480"/>
                </a:cxn>
                <a:cxn ang="0">
                  <a:pos x="238" y="472"/>
                </a:cxn>
                <a:cxn ang="0">
                  <a:pos x="238" y="472"/>
                </a:cxn>
                <a:cxn ang="0">
                  <a:pos x="238" y="460"/>
                </a:cxn>
                <a:cxn ang="0">
                  <a:pos x="238" y="460"/>
                </a:cxn>
              </a:cxnLst>
              <a:rect l="0" t="0" r="0" b="0"/>
              <a:pathLst>
                <a:path w="238" h="496">
                  <a:moveTo>
                    <a:pt x="238" y="460"/>
                  </a:moveTo>
                  <a:lnTo>
                    <a:pt x="238" y="38"/>
                  </a:lnTo>
                  <a:lnTo>
                    <a:pt x="236" y="32"/>
                  </a:lnTo>
                  <a:lnTo>
                    <a:pt x="234" y="28"/>
                  </a:lnTo>
                  <a:lnTo>
                    <a:pt x="230" y="26"/>
                  </a:lnTo>
                  <a:lnTo>
                    <a:pt x="220" y="20"/>
                  </a:lnTo>
                  <a:lnTo>
                    <a:pt x="204" y="18"/>
                  </a:lnTo>
                  <a:lnTo>
                    <a:pt x="108" y="8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6" y="2"/>
                  </a:lnTo>
                  <a:lnTo>
                    <a:pt x="10" y="4"/>
                  </a:lnTo>
                  <a:lnTo>
                    <a:pt x="6" y="6"/>
                  </a:lnTo>
                  <a:lnTo>
                    <a:pt x="4" y="12"/>
                  </a:lnTo>
                  <a:lnTo>
                    <a:pt x="0" y="20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476"/>
                  </a:lnTo>
                  <a:lnTo>
                    <a:pt x="0" y="478"/>
                  </a:lnTo>
                  <a:lnTo>
                    <a:pt x="2" y="482"/>
                  </a:lnTo>
                  <a:lnTo>
                    <a:pt x="6" y="490"/>
                  </a:lnTo>
                  <a:lnTo>
                    <a:pt x="14" y="494"/>
                  </a:lnTo>
                  <a:lnTo>
                    <a:pt x="28" y="496"/>
                  </a:lnTo>
                  <a:lnTo>
                    <a:pt x="32" y="496"/>
                  </a:lnTo>
                  <a:lnTo>
                    <a:pt x="210" y="488"/>
                  </a:lnTo>
                  <a:lnTo>
                    <a:pt x="222" y="488"/>
                  </a:lnTo>
                  <a:lnTo>
                    <a:pt x="230" y="488"/>
                  </a:lnTo>
                  <a:lnTo>
                    <a:pt x="234" y="484"/>
                  </a:lnTo>
                  <a:lnTo>
                    <a:pt x="238" y="480"/>
                  </a:lnTo>
                  <a:lnTo>
                    <a:pt x="238" y="472"/>
                  </a:lnTo>
                  <a:lnTo>
                    <a:pt x="238" y="460"/>
                  </a:lnTo>
                  <a:close/>
                </a:path>
              </a:pathLst>
            </a:custGeom>
            <a:solidFill>
              <a:srgbClr val="19191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06" name="Freeform 156"/>
            <p:cNvSpPr/>
            <p:nvPr/>
          </p:nvSpPr>
          <p:spPr>
            <a:xfrm>
              <a:off x="327" y="323"/>
              <a:ext cx="214" cy="472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0" y="462"/>
                </a:cxn>
                <a:cxn ang="0">
                  <a:pos x="0" y="462"/>
                </a:cxn>
                <a:cxn ang="0">
                  <a:pos x="0" y="464"/>
                </a:cxn>
                <a:cxn ang="0">
                  <a:pos x="2" y="468"/>
                </a:cxn>
                <a:cxn ang="0">
                  <a:pos x="8" y="470"/>
                </a:cxn>
                <a:cxn ang="0">
                  <a:pos x="22" y="472"/>
                </a:cxn>
                <a:cxn ang="0">
                  <a:pos x="22" y="472"/>
                </a:cxn>
                <a:cxn ang="0">
                  <a:pos x="194" y="466"/>
                </a:cxn>
                <a:cxn ang="0">
                  <a:pos x="194" y="466"/>
                </a:cxn>
                <a:cxn ang="0">
                  <a:pos x="208" y="466"/>
                </a:cxn>
                <a:cxn ang="0">
                  <a:pos x="212" y="464"/>
                </a:cxn>
                <a:cxn ang="0">
                  <a:pos x="214" y="458"/>
                </a:cxn>
                <a:cxn ang="0">
                  <a:pos x="214" y="446"/>
                </a:cxn>
                <a:cxn ang="0">
                  <a:pos x="212" y="30"/>
                </a:cxn>
                <a:cxn ang="0">
                  <a:pos x="212" y="30"/>
                </a:cxn>
                <a:cxn ang="0">
                  <a:pos x="212" y="26"/>
                </a:cxn>
                <a:cxn ang="0">
                  <a:pos x="210" y="22"/>
                </a:cxn>
                <a:cxn ang="0">
                  <a:pos x="202" y="20"/>
                </a:cxn>
                <a:cxn ang="0">
                  <a:pos x="188" y="18"/>
                </a:cxn>
                <a:cxn ang="0">
                  <a:pos x="188" y="18"/>
                </a:cxn>
                <a:cxn ang="0">
                  <a:pos x="94" y="8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4" y="4"/>
                </a:cxn>
                <a:cxn ang="0">
                  <a:pos x="2" y="6"/>
                </a:cxn>
                <a:cxn ang="0">
                  <a:pos x="0" y="14"/>
                </a:cxn>
                <a:cxn ang="0">
                  <a:pos x="0" y="20"/>
                </a:cxn>
                <a:cxn ang="0">
                  <a:pos x="0" y="20"/>
                </a:cxn>
              </a:cxnLst>
              <a:rect l="0" t="0" r="0" b="0"/>
              <a:pathLst>
                <a:path w="214" h="472">
                  <a:moveTo>
                    <a:pt x="0" y="20"/>
                  </a:moveTo>
                  <a:lnTo>
                    <a:pt x="0" y="462"/>
                  </a:lnTo>
                  <a:lnTo>
                    <a:pt x="0" y="464"/>
                  </a:lnTo>
                  <a:lnTo>
                    <a:pt x="2" y="468"/>
                  </a:lnTo>
                  <a:lnTo>
                    <a:pt x="8" y="470"/>
                  </a:lnTo>
                  <a:lnTo>
                    <a:pt x="22" y="472"/>
                  </a:lnTo>
                  <a:lnTo>
                    <a:pt x="194" y="466"/>
                  </a:lnTo>
                  <a:lnTo>
                    <a:pt x="208" y="466"/>
                  </a:lnTo>
                  <a:lnTo>
                    <a:pt x="212" y="464"/>
                  </a:lnTo>
                  <a:lnTo>
                    <a:pt x="214" y="458"/>
                  </a:lnTo>
                  <a:lnTo>
                    <a:pt x="214" y="446"/>
                  </a:lnTo>
                  <a:lnTo>
                    <a:pt x="212" y="30"/>
                  </a:lnTo>
                  <a:lnTo>
                    <a:pt x="212" y="26"/>
                  </a:lnTo>
                  <a:lnTo>
                    <a:pt x="210" y="22"/>
                  </a:lnTo>
                  <a:lnTo>
                    <a:pt x="202" y="20"/>
                  </a:lnTo>
                  <a:lnTo>
                    <a:pt x="188" y="18"/>
                  </a:lnTo>
                  <a:lnTo>
                    <a:pt x="94" y="8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14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BCBEC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07" name="Freeform 157"/>
            <p:cNvSpPr/>
            <p:nvPr/>
          </p:nvSpPr>
          <p:spPr>
            <a:xfrm>
              <a:off x="349" y="333"/>
              <a:ext cx="184" cy="448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0" y="438"/>
                </a:cxn>
                <a:cxn ang="0">
                  <a:pos x="0" y="438"/>
                </a:cxn>
                <a:cxn ang="0">
                  <a:pos x="0" y="440"/>
                </a:cxn>
                <a:cxn ang="0">
                  <a:pos x="2" y="444"/>
                </a:cxn>
                <a:cxn ang="0">
                  <a:pos x="8" y="448"/>
                </a:cxn>
                <a:cxn ang="0">
                  <a:pos x="20" y="448"/>
                </a:cxn>
                <a:cxn ang="0">
                  <a:pos x="20" y="448"/>
                </a:cxn>
                <a:cxn ang="0">
                  <a:pos x="168" y="442"/>
                </a:cxn>
                <a:cxn ang="0">
                  <a:pos x="168" y="442"/>
                </a:cxn>
                <a:cxn ang="0">
                  <a:pos x="178" y="442"/>
                </a:cxn>
                <a:cxn ang="0">
                  <a:pos x="184" y="440"/>
                </a:cxn>
                <a:cxn ang="0">
                  <a:pos x="184" y="434"/>
                </a:cxn>
                <a:cxn ang="0">
                  <a:pos x="184" y="424"/>
                </a:cxn>
                <a:cxn ang="0">
                  <a:pos x="184" y="28"/>
                </a:cxn>
                <a:cxn ang="0">
                  <a:pos x="184" y="28"/>
                </a:cxn>
                <a:cxn ang="0">
                  <a:pos x="182" y="24"/>
                </a:cxn>
                <a:cxn ang="0">
                  <a:pos x="180" y="22"/>
                </a:cxn>
                <a:cxn ang="0">
                  <a:pos x="174" y="18"/>
                </a:cxn>
                <a:cxn ang="0">
                  <a:pos x="162" y="16"/>
                </a:cxn>
                <a:cxn ang="0">
                  <a:pos x="162" y="16"/>
                </a:cxn>
                <a:cxn ang="0">
                  <a:pos x="82" y="8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8" y="0"/>
                </a:cxn>
                <a:cxn ang="0">
                  <a:pos x="6" y="2"/>
                </a:cxn>
                <a:cxn ang="0">
                  <a:pos x="2" y="6"/>
                </a:cxn>
                <a:cxn ang="0">
                  <a:pos x="2" y="12"/>
                </a:cxn>
                <a:cxn ang="0">
                  <a:pos x="0" y="20"/>
                </a:cxn>
                <a:cxn ang="0">
                  <a:pos x="0" y="20"/>
                </a:cxn>
              </a:cxnLst>
              <a:rect l="0" t="0" r="0" b="0"/>
              <a:pathLst>
                <a:path w="184" h="448">
                  <a:moveTo>
                    <a:pt x="0" y="20"/>
                  </a:moveTo>
                  <a:lnTo>
                    <a:pt x="0" y="438"/>
                  </a:lnTo>
                  <a:lnTo>
                    <a:pt x="0" y="440"/>
                  </a:lnTo>
                  <a:lnTo>
                    <a:pt x="2" y="444"/>
                  </a:lnTo>
                  <a:lnTo>
                    <a:pt x="8" y="448"/>
                  </a:lnTo>
                  <a:lnTo>
                    <a:pt x="20" y="448"/>
                  </a:lnTo>
                  <a:lnTo>
                    <a:pt x="168" y="442"/>
                  </a:lnTo>
                  <a:lnTo>
                    <a:pt x="178" y="442"/>
                  </a:lnTo>
                  <a:lnTo>
                    <a:pt x="184" y="440"/>
                  </a:lnTo>
                  <a:lnTo>
                    <a:pt x="184" y="434"/>
                  </a:lnTo>
                  <a:lnTo>
                    <a:pt x="184" y="424"/>
                  </a:lnTo>
                  <a:lnTo>
                    <a:pt x="184" y="28"/>
                  </a:lnTo>
                  <a:lnTo>
                    <a:pt x="182" y="24"/>
                  </a:lnTo>
                  <a:lnTo>
                    <a:pt x="180" y="22"/>
                  </a:lnTo>
                  <a:lnTo>
                    <a:pt x="174" y="18"/>
                  </a:lnTo>
                  <a:lnTo>
                    <a:pt x="162" y="16"/>
                  </a:lnTo>
                  <a:lnTo>
                    <a:pt x="82" y="8"/>
                  </a:lnTo>
                  <a:lnTo>
                    <a:pt x="14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2" y="6"/>
                  </a:lnTo>
                  <a:lnTo>
                    <a:pt x="2" y="12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E7E8E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08" name="Freeform 158"/>
            <p:cNvSpPr/>
            <p:nvPr/>
          </p:nvSpPr>
          <p:spPr>
            <a:xfrm>
              <a:off x="403" y="453"/>
              <a:ext cx="80" cy="17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0" y="0"/>
                </a:cxn>
                <a:cxn ang="0">
                  <a:pos x="80" y="172"/>
                </a:cxn>
                <a:cxn ang="0">
                  <a:pos x="0" y="17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80" h="172">
                  <a:moveTo>
                    <a:pt x="0" y="0"/>
                  </a:moveTo>
                  <a:lnTo>
                    <a:pt x="80" y="0"/>
                  </a:lnTo>
                  <a:lnTo>
                    <a:pt x="80" y="172"/>
                  </a:lnTo>
                  <a:lnTo>
                    <a:pt x="0" y="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6F7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09" name="Freeform 159"/>
            <p:cNvSpPr/>
            <p:nvPr/>
          </p:nvSpPr>
          <p:spPr>
            <a:xfrm>
              <a:off x="409" y="457"/>
              <a:ext cx="70" cy="1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0" y="0"/>
                </a:cxn>
                <a:cxn ang="0">
                  <a:pos x="70" y="160"/>
                </a:cxn>
                <a:cxn ang="0">
                  <a:pos x="0" y="16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70" h="160">
                  <a:moveTo>
                    <a:pt x="0" y="0"/>
                  </a:moveTo>
                  <a:lnTo>
                    <a:pt x="70" y="0"/>
                  </a:lnTo>
                  <a:lnTo>
                    <a:pt x="70" y="160"/>
                  </a:lnTo>
                  <a:lnTo>
                    <a:pt x="0" y="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8E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0" name="Freeform 160"/>
            <p:cNvSpPr/>
            <p:nvPr/>
          </p:nvSpPr>
          <p:spPr>
            <a:xfrm>
              <a:off x="427" y="473"/>
              <a:ext cx="40" cy="13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0" y="0"/>
                </a:cxn>
                <a:cxn ang="0">
                  <a:pos x="40" y="130"/>
                </a:cxn>
                <a:cxn ang="0">
                  <a:pos x="0" y="13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0" h="130">
                  <a:moveTo>
                    <a:pt x="0" y="0"/>
                  </a:moveTo>
                  <a:lnTo>
                    <a:pt x="40" y="0"/>
                  </a:lnTo>
                  <a:lnTo>
                    <a:pt x="40" y="130"/>
                  </a:lnTo>
                  <a:lnTo>
                    <a:pt x="0" y="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1" name="Freeform 161"/>
            <p:cNvSpPr/>
            <p:nvPr/>
          </p:nvSpPr>
          <p:spPr>
            <a:xfrm>
              <a:off x="437" y="453"/>
              <a:ext cx="66" cy="138"/>
            </a:xfrm>
            <a:custGeom>
              <a:avLst/>
              <a:gdLst/>
              <a:ahLst/>
              <a:cxnLst>
                <a:cxn ang="0">
                  <a:pos x="62" y="6"/>
                </a:cxn>
                <a:cxn ang="0">
                  <a:pos x="66" y="4"/>
                </a:cxn>
                <a:cxn ang="0">
                  <a:pos x="62" y="6"/>
                </a:cxn>
                <a:cxn ang="0">
                  <a:pos x="62" y="6"/>
                </a:cxn>
                <a:cxn ang="0">
                  <a:pos x="60" y="0"/>
                </a:cxn>
                <a:cxn ang="0">
                  <a:pos x="60" y="0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0"/>
                </a:cxn>
                <a:cxn ang="0">
                  <a:pos x="0" y="34"/>
                </a:cxn>
                <a:cxn ang="0">
                  <a:pos x="2" y="138"/>
                </a:cxn>
                <a:cxn ang="0">
                  <a:pos x="22" y="138"/>
                </a:cxn>
                <a:cxn ang="0">
                  <a:pos x="22" y="138"/>
                </a:cxn>
                <a:cxn ang="0">
                  <a:pos x="24" y="136"/>
                </a:cxn>
                <a:cxn ang="0">
                  <a:pos x="24" y="136"/>
                </a:cxn>
                <a:cxn ang="0">
                  <a:pos x="26" y="128"/>
                </a:cxn>
                <a:cxn ang="0">
                  <a:pos x="26" y="116"/>
                </a:cxn>
                <a:cxn ang="0">
                  <a:pos x="26" y="116"/>
                </a:cxn>
                <a:cxn ang="0">
                  <a:pos x="26" y="86"/>
                </a:cxn>
                <a:cxn ang="0">
                  <a:pos x="26" y="84"/>
                </a:cxn>
                <a:cxn ang="0">
                  <a:pos x="66" y="24"/>
                </a:cxn>
                <a:cxn ang="0">
                  <a:pos x="66" y="24"/>
                </a:cxn>
                <a:cxn ang="0">
                  <a:pos x="62" y="6"/>
                </a:cxn>
                <a:cxn ang="0">
                  <a:pos x="62" y="6"/>
                </a:cxn>
              </a:cxnLst>
              <a:rect l="0" t="0" r="0" b="0"/>
              <a:pathLst>
                <a:path w="66" h="138">
                  <a:moveTo>
                    <a:pt x="62" y="6"/>
                  </a:moveTo>
                  <a:lnTo>
                    <a:pt x="66" y="4"/>
                  </a:lnTo>
                  <a:lnTo>
                    <a:pt x="62" y="6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4" y="0"/>
                  </a:lnTo>
                  <a:lnTo>
                    <a:pt x="0" y="34"/>
                  </a:lnTo>
                  <a:lnTo>
                    <a:pt x="2" y="138"/>
                  </a:lnTo>
                  <a:lnTo>
                    <a:pt x="22" y="138"/>
                  </a:lnTo>
                  <a:lnTo>
                    <a:pt x="24" y="136"/>
                  </a:lnTo>
                  <a:lnTo>
                    <a:pt x="26" y="128"/>
                  </a:lnTo>
                  <a:lnTo>
                    <a:pt x="26" y="116"/>
                  </a:lnTo>
                  <a:lnTo>
                    <a:pt x="26" y="86"/>
                  </a:lnTo>
                  <a:lnTo>
                    <a:pt x="26" y="84"/>
                  </a:lnTo>
                  <a:lnTo>
                    <a:pt x="66" y="24"/>
                  </a:lnTo>
                  <a:lnTo>
                    <a:pt x="62" y="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2" name="Freeform 162"/>
            <p:cNvSpPr>
              <a:spLocks noEditPoints="1"/>
            </p:cNvSpPr>
            <p:nvPr/>
          </p:nvSpPr>
          <p:spPr>
            <a:xfrm>
              <a:off x="429" y="445"/>
              <a:ext cx="82" cy="154"/>
            </a:xfrm>
            <a:custGeom>
              <a:avLst/>
              <a:gdLst/>
              <a:ahLst/>
              <a:cxnLst>
                <a:cxn ang="0">
                  <a:pos x="82" y="32"/>
                </a:cxn>
                <a:cxn ang="0">
                  <a:pos x="82" y="32"/>
                </a:cxn>
                <a:cxn ang="0">
                  <a:pos x="78" y="12"/>
                </a:cxn>
                <a:cxn ang="0">
                  <a:pos x="78" y="12"/>
                </a:cxn>
                <a:cxn ang="0">
                  <a:pos x="76" y="6"/>
                </a:cxn>
                <a:cxn ang="0">
                  <a:pos x="76" y="6"/>
                </a:cxn>
                <a:cxn ang="0">
                  <a:pos x="76" y="4"/>
                </a:cxn>
                <a:cxn ang="0">
                  <a:pos x="72" y="0"/>
                </a:cxn>
                <a:cxn ang="0">
                  <a:pos x="72" y="0"/>
                </a:cxn>
                <a:cxn ang="0">
                  <a:pos x="68" y="0"/>
                </a:cxn>
                <a:cxn ang="0">
                  <a:pos x="62" y="0"/>
                </a:cxn>
                <a:cxn ang="0">
                  <a:pos x="62" y="0"/>
                </a:cxn>
                <a:cxn ang="0">
                  <a:pos x="50" y="0"/>
                </a:cxn>
                <a:cxn ang="0">
                  <a:pos x="48" y="0"/>
                </a:cxn>
                <a:cxn ang="0">
                  <a:pos x="0" y="38"/>
                </a:cxn>
                <a:cxn ang="0">
                  <a:pos x="2" y="154"/>
                </a:cxn>
                <a:cxn ang="0">
                  <a:pos x="32" y="152"/>
                </a:cxn>
                <a:cxn ang="0">
                  <a:pos x="34" y="152"/>
                </a:cxn>
                <a:cxn ang="0">
                  <a:pos x="34" y="152"/>
                </a:cxn>
                <a:cxn ang="0">
                  <a:pos x="36" y="152"/>
                </a:cxn>
                <a:cxn ang="0">
                  <a:pos x="38" y="146"/>
                </a:cxn>
                <a:cxn ang="0">
                  <a:pos x="42" y="138"/>
                </a:cxn>
                <a:cxn ang="0">
                  <a:pos x="42" y="124"/>
                </a:cxn>
                <a:cxn ang="0">
                  <a:pos x="42" y="124"/>
                </a:cxn>
                <a:cxn ang="0">
                  <a:pos x="42" y="94"/>
                </a:cxn>
                <a:cxn ang="0">
                  <a:pos x="82" y="34"/>
                </a:cxn>
                <a:cxn ang="0">
                  <a:pos x="82" y="32"/>
                </a:cxn>
                <a:cxn ang="0">
                  <a:pos x="34" y="94"/>
                </a:cxn>
                <a:cxn ang="0">
                  <a:pos x="34" y="94"/>
                </a:cxn>
                <a:cxn ang="0">
                  <a:pos x="34" y="124"/>
                </a:cxn>
                <a:cxn ang="0">
                  <a:pos x="34" y="124"/>
                </a:cxn>
                <a:cxn ang="0">
                  <a:pos x="34" y="136"/>
                </a:cxn>
                <a:cxn ang="0">
                  <a:pos x="32" y="144"/>
                </a:cxn>
                <a:cxn ang="0">
                  <a:pos x="32" y="144"/>
                </a:cxn>
                <a:cxn ang="0">
                  <a:pos x="30" y="146"/>
                </a:cxn>
                <a:cxn ang="0">
                  <a:pos x="10" y="146"/>
                </a:cxn>
                <a:cxn ang="0">
                  <a:pos x="8" y="42"/>
                </a:cxn>
                <a:cxn ang="0">
                  <a:pos x="52" y="8"/>
                </a:cxn>
                <a:cxn ang="0">
                  <a:pos x="52" y="8"/>
                </a:cxn>
                <a:cxn ang="0">
                  <a:pos x="62" y="8"/>
                </a:cxn>
                <a:cxn ang="0">
                  <a:pos x="62" y="8"/>
                </a:cxn>
                <a:cxn ang="0">
                  <a:pos x="68" y="8"/>
                </a:cxn>
                <a:cxn ang="0">
                  <a:pos x="68" y="8"/>
                </a:cxn>
                <a:cxn ang="0">
                  <a:pos x="70" y="14"/>
                </a:cxn>
                <a:cxn ang="0">
                  <a:pos x="74" y="12"/>
                </a:cxn>
                <a:cxn ang="0">
                  <a:pos x="70" y="14"/>
                </a:cxn>
                <a:cxn ang="0">
                  <a:pos x="70" y="14"/>
                </a:cxn>
                <a:cxn ang="0">
                  <a:pos x="74" y="32"/>
                </a:cxn>
                <a:cxn ang="0">
                  <a:pos x="34" y="92"/>
                </a:cxn>
                <a:cxn ang="0">
                  <a:pos x="34" y="94"/>
                </a:cxn>
              </a:cxnLst>
              <a:rect l="0" t="0" r="0" b="0"/>
              <a:pathLst>
                <a:path w="82" h="154">
                  <a:moveTo>
                    <a:pt x="82" y="32"/>
                  </a:moveTo>
                  <a:lnTo>
                    <a:pt x="82" y="32"/>
                  </a:lnTo>
                  <a:lnTo>
                    <a:pt x="78" y="12"/>
                  </a:lnTo>
                  <a:lnTo>
                    <a:pt x="76" y="6"/>
                  </a:lnTo>
                  <a:lnTo>
                    <a:pt x="76" y="4"/>
                  </a:lnTo>
                  <a:lnTo>
                    <a:pt x="72" y="0"/>
                  </a:lnTo>
                  <a:lnTo>
                    <a:pt x="68" y="0"/>
                  </a:lnTo>
                  <a:lnTo>
                    <a:pt x="62" y="0"/>
                  </a:lnTo>
                  <a:lnTo>
                    <a:pt x="50" y="0"/>
                  </a:lnTo>
                  <a:lnTo>
                    <a:pt x="48" y="0"/>
                  </a:lnTo>
                  <a:lnTo>
                    <a:pt x="0" y="38"/>
                  </a:lnTo>
                  <a:lnTo>
                    <a:pt x="2" y="154"/>
                  </a:lnTo>
                  <a:lnTo>
                    <a:pt x="32" y="152"/>
                  </a:lnTo>
                  <a:lnTo>
                    <a:pt x="34" y="152"/>
                  </a:lnTo>
                  <a:lnTo>
                    <a:pt x="36" y="152"/>
                  </a:lnTo>
                  <a:lnTo>
                    <a:pt x="38" y="146"/>
                  </a:lnTo>
                  <a:lnTo>
                    <a:pt x="42" y="138"/>
                  </a:lnTo>
                  <a:lnTo>
                    <a:pt x="42" y="124"/>
                  </a:lnTo>
                  <a:lnTo>
                    <a:pt x="42" y="94"/>
                  </a:lnTo>
                  <a:lnTo>
                    <a:pt x="82" y="34"/>
                  </a:lnTo>
                  <a:lnTo>
                    <a:pt x="82" y="32"/>
                  </a:lnTo>
                  <a:close/>
                  <a:moveTo>
                    <a:pt x="34" y="94"/>
                  </a:moveTo>
                  <a:lnTo>
                    <a:pt x="34" y="94"/>
                  </a:lnTo>
                  <a:lnTo>
                    <a:pt x="34" y="124"/>
                  </a:lnTo>
                  <a:lnTo>
                    <a:pt x="34" y="136"/>
                  </a:lnTo>
                  <a:lnTo>
                    <a:pt x="32" y="144"/>
                  </a:lnTo>
                  <a:lnTo>
                    <a:pt x="30" y="146"/>
                  </a:lnTo>
                  <a:lnTo>
                    <a:pt x="10" y="146"/>
                  </a:lnTo>
                  <a:lnTo>
                    <a:pt x="8" y="42"/>
                  </a:lnTo>
                  <a:lnTo>
                    <a:pt x="52" y="8"/>
                  </a:lnTo>
                  <a:lnTo>
                    <a:pt x="62" y="8"/>
                  </a:lnTo>
                  <a:lnTo>
                    <a:pt x="68" y="8"/>
                  </a:lnTo>
                  <a:lnTo>
                    <a:pt x="70" y="14"/>
                  </a:lnTo>
                  <a:lnTo>
                    <a:pt x="74" y="12"/>
                  </a:lnTo>
                  <a:lnTo>
                    <a:pt x="70" y="14"/>
                  </a:lnTo>
                  <a:lnTo>
                    <a:pt x="74" y="32"/>
                  </a:lnTo>
                  <a:lnTo>
                    <a:pt x="34" y="92"/>
                  </a:lnTo>
                  <a:lnTo>
                    <a:pt x="34" y="9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3" name="Freeform 163"/>
            <p:cNvSpPr/>
            <p:nvPr/>
          </p:nvSpPr>
          <p:spPr>
            <a:xfrm>
              <a:off x="433" y="449"/>
              <a:ext cx="74" cy="146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2" y="146"/>
                </a:cxn>
                <a:cxn ang="0">
                  <a:pos x="28" y="144"/>
                </a:cxn>
                <a:cxn ang="0">
                  <a:pos x="28" y="144"/>
                </a:cxn>
                <a:cxn ang="0">
                  <a:pos x="30" y="144"/>
                </a:cxn>
                <a:cxn ang="0">
                  <a:pos x="32" y="140"/>
                </a:cxn>
                <a:cxn ang="0">
                  <a:pos x="34" y="134"/>
                </a:cxn>
                <a:cxn ang="0">
                  <a:pos x="34" y="120"/>
                </a:cxn>
                <a:cxn ang="0">
                  <a:pos x="34" y="120"/>
                </a:cxn>
                <a:cxn ang="0">
                  <a:pos x="34" y="90"/>
                </a:cxn>
                <a:cxn ang="0">
                  <a:pos x="74" y="30"/>
                </a:cxn>
                <a:cxn ang="0">
                  <a:pos x="74" y="30"/>
                </a:cxn>
                <a:cxn ang="0">
                  <a:pos x="70" y="8"/>
                </a:cxn>
                <a:cxn ang="0">
                  <a:pos x="70" y="8"/>
                </a:cxn>
                <a:cxn ang="0">
                  <a:pos x="68" y="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4" y="0"/>
                </a:cxn>
                <a:cxn ang="0">
                  <a:pos x="46" y="0"/>
                </a:cxn>
                <a:cxn ang="0">
                  <a:pos x="0" y="36"/>
                </a:cxn>
                <a:cxn ang="0">
                  <a:pos x="0" y="36"/>
                </a:cxn>
              </a:cxnLst>
              <a:rect l="0" t="0" r="0" b="0"/>
              <a:pathLst>
                <a:path w="74" h="146">
                  <a:moveTo>
                    <a:pt x="0" y="36"/>
                  </a:moveTo>
                  <a:lnTo>
                    <a:pt x="2" y="146"/>
                  </a:lnTo>
                  <a:lnTo>
                    <a:pt x="28" y="144"/>
                  </a:lnTo>
                  <a:lnTo>
                    <a:pt x="30" y="144"/>
                  </a:lnTo>
                  <a:lnTo>
                    <a:pt x="32" y="140"/>
                  </a:lnTo>
                  <a:lnTo>
                    <a:pt x="34" y="134"/>
                  </a:lnTo>
                  <a:lnTo>
                    <a:pt x="34" y="120"/>
                  </a:lnTo>
                  <a:lnTo>
                    <a:pt x="34" y="90"/>
                  </a:lnTo>
                  <a:lnTo>
                    <a:pt x="74" y="30"/>
                  </a:lnTo>
                  <a:lnTo>
                    <a:pt x="70" y="8"/>
                  </a:lnTo>
                  <a:lnTo>
                    <a:pt x="68" y="4"/>
                  </a:lnTo>
                  <a:lnTo>
                    <a:pt x="68" y="0"/>
                  </a:lnTo>
                  <a:lnTo>
                    <a:pt x="54" y="0"/>
                  </a:lnTo>
                  <a:lnTo>
                    <a:pt x="46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4" name="Freeform 164"/>
            <p:cNvSpPr/>
            <p:nvPr/>
          </p:nvSpPr>
          <p:spPr>
            <a:xfrm>
              <a:off x="435" y="455"/>
              <a:ext cx="46" cy="140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38" y="0"/>
                </a:cxn>
                <a:cxn ang="0">
                  <a:pos x="38" y="0"/>
                </a:cxn>
                <a:cxn ang="0">
                  <a:pos x="46" y="28"/>
                </a:cxn>
                <a:cxn ang="0">
                  <a:pos x="46" y="28"/>
                </a:cxn>
                <a:cxn ang="0">
                  <a:pos x="8" y="82"/>
                </a:cxn>
                <a:cxn ang="0">
                  <a:pos x="8" y="82"/>
                </a:cxn>
                <a:cxn ang="0">
                  <a:pos x="10" y="104"/>
                </a:cxn>
                <a:cxn ang="0">
                  <a:pos x="8" y="120"/>
                </a:cxn>
                <a:cxn ang="0">
                  <a:pos x="8" y="128"/>
                </a:cxn>
                <a:cxn ang="0">
                  <a:pos x="6" y="132"/>
                </a:cxn>
                <a:cxn ang="0">
                  <a:pos x="6" y="132"/>
                </a:cxn>
                <a:cxn ang="0">
                  <a:pos x="0" y="14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0" b="0"/>
              <a:pathLst>
                <a:path w="46" h="140">
                  <a:moveTo>
                    <a:pt x="0" y="30"/>
                  </a:moveTo>
                  <a:lnTo>
                    <a:pt x="38" y="0"/>
                  </a:lnTo>
                  <a:lnTo>
                    <a:pt x="46" y="28"/>
                  </a:lnTo>
                  <a:lnTo>
                    <a:pt x="8" y="82"/>
                  </a:lnTo>
                  <a:lnTo>
                    <a:pt x="10" y="104"/>
                  </a:lnTo>
                  <a:lnTo>
                    <a:pt x="8" y="120"/>
                  </a:lnTo>
                  <a:lnTo>
                    <a:pt x="8" y="128"/>
                  </a:lnTo>
                  <a:lnTo>
                    <a:pt x="6" y="132"/>
                  </a:lnTo>
                  <a:lnTo>
                    <a:pt x="0" y="14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939598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5" name="Freeform 165"/>
            <p:cNvSpPr/>
            <p:nvPr/>
          </p:nvSpPr>
          <p:spPr>
            <a:xfrm>
              <a:off x="435" y="537"/>
              <a:ext cx="32" cy="5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32" y="2"/>
                </a:cxn>
                <a:cxn ang="0">
                  <a:pos x="32" y="2"/>
                </a:cxn>
                <a:cxn ang="0">
                  <a:pos x="32" y="24"/>
                </a:cxn>
                <a:cxn ang="0">
                  <a:pos x="30" y="40"/>
                </a:cxn>
                <a:cxn ang="0">
                  <a:pos x="30" y="52"/>
                </a:cxn>
                <a:cxn ang="0">
                  <a:pos x="30" y="52"/>
                </a:cxn>
                <a:cxn ang="0">
                  <a:pos x="26" y="56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0" y="56"/>
                </a:cxn>
                <a:cxn ang="0">
                  <a:pos x="4" y="52"/>
                </a:cxn>
                <a:cxn ang="0">
                  <a:pos x="8" y="42"/>
                </a:cxn>
                <a:cxn ang="0">
                  <a:pos x="10" y="30"/>
                </a:cxn>
                <a:cxn ang="0">
                  <a:pos x="10" y="30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0" b="0"/>
              <a:pathLst>
                <a:path w="32" h="58">
                  <a:moveTo>
                    <a:pt x="8" y="0"/>
                  </a:moveTo>
                  <a:lnTo>
                    <a:pt x="32" y="2"/>
                  </a:lnTo>
                  <a:lnTo>
                    <a:pt x="32" y="24"/>
                  </a:lnTo>
                  <a:lnTo>
                    <a:pt x="30" y="40"/>
                  </a:lnTo>
                  <a:lnTo>
                    <a:pt x="30" y="52"/>
                  </a:lnTo>
                  <a:lnTo>
                    <a:pt x="26" y="56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4" y="52"/>
                  </a:lnTo>
                  <a:lnTo>
                    <a:pt x="8" y="42"/>
                  </a:lnTo>
                  <a:lnTo>
                    <a:pt x="10" y="3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6" name="Freeform 166"/>
            <p:cNvSpPr/>
            <p:nvPr/>
          </p:nvSpPr>
          <p:spPr>
            <a:xfrm>
              <a:off x="477" y="451"/>
              <a:ext cx="28" cy="2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4"/>
                </a:cxn>
                <a:cxn ang="0">
                  <a:pos x="6" y="24"/>
                </a:cxn>
                <a:cxn ang="0">
                  <a:pos x="6" y="24"/>
                </a:cxn>
                <a:cxn ang="0">
                  <a:pos x="8" y="28"/>
                </a:cxn>
                <a:cxn ang="0">
                  <a:pos x="10" y="28"/>
                </a:cxn>
                <a:cxn ang="0">
                  <a:pos x="10" y="28"/>
                </a:cxn>
                <a:cxn ang="0">
                  <a:pos x="26" y="28"/>
                </a:cxn>
                <a:cxn ang="0">
                  <a:pos x="26" y="28"/>
                </a:cxn>
                <a:cxn ang="0">
                  <a:pos x="28" y="26"/>
                </a:cxn>
                <a:cxn ang="0">
                  <a:pos x="28" y="24"/>
                </a:cxn>
                <a:cxn ang="0">
                  <a:pos x="28" y="24"/>
                </a:cxn>
                <a:cxn ang="0">
                  <a:pos x="22" y="2"/>
                </a:cxn>
                <a:cxn ang="0">
                  <a:pos x="22" y="2"/>
                </a:cxn>
                <a:cxn ang="0">
                  <a:pos x="20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0" b="0"/>
              <a:pathLst>
                <a:path w="28" h="28">
                  <a:moveTo>
                    <a:pt x="0" y="4"/>
                  </a:moveTo>
                  <a:lnTo>
                    <a:pt x="0" y="4"/>
                  </a:lnTo>
                  <a:lnTo>
                    <a:pt x="6" y="24"/>
                  </a:lnTo>
                  <a:lnTo>
                    <a:pt x="8" y="28"/>
                  </a:lnTo>
                  <a:lnTo>
                    <a:pt x="10" y="28"/>
                  </a:lnTo>
                  <a:lnTo>
                    <a:pt x="26" y="28"/>
                  </a:lnTo>
                  <a:lnTo>
                    <a:pt x="28" y="26"/>
                  </a:lnTo>
                  <a:lnTo>
                    <a:pt x="28" y="24"/>
                  </a:lnTo>
                  <a:lnTo>
                    <a:pt x="22" y="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7" name="Freeform 167"/>
            <p:cNvSpPr/>
            <p:nvPr/>
          </p:nvSpPr>
          <p:spPr>
            <a:xfrm>
              <a:off x="481" y="431"/>
              <a:ext cx="241" cy="290"/>
            </a:xfrm>
            <a:custGeom>
              <a:avLst/>
              <a:gdLst/>
              <a:ahLst/>
              <a:cxnLst>
                <a:cxn ang="0">
                  <a:pos x="241" y="238"/>
                </a:cxn>
                <a:cxn ang="0">
                  <a:pos x="235" y="228"/>
                </a:cxn>
                <a:cxn ang="0">
                  <a:pos x="221" y="222"/>
                </a:cxn>
                <a:cxn ang="0">
                  <a:pos x="217" y="220"/>
                </a:cxn>
                <a:cxn ang="0">
                  <a:pos x="209" y="212"/>
                </a:cxn>
                <a:cxn ang="0">
                  <a:pos x="199" y="180"/>
                </a:cxn>
                <a:cxn ang="0">
                  <a:pos x="179" y="116"/>
                </a:cxn>
                <a:cxn ang="0">
                  <a:pos x="172" y="90"/>
                </a:cxn>
                <a:cxn ang="0">
                  <a:pos x="164" y="78"/>
                </a:cxn>
                <a:cxn ang="0">
                  <a:pos x="130" y="68"/>
                </a:cxn>
                <a:cxn ang="0">
                  <a:pos x="90" y="54"/>
                </a:cxn>
                <a:cxn ang="0">
                  <a:pos x="68" y="36"/>
                </a:cxn>
                <a:cxn ang="0">
                  <a:pos x="34" y="6"/>
                </a:cxn>
                <a:cxn ang="0">
                  <a:pos x="28" y="2"/>
                </a:cxn>
                <a:cxn ang="0">
                  <a:pos x="20" y="0"/>
                </a:cxn>
                <a:cxn ang="0">
                  <a:pos x="6" y="6"/>
                </a:cxn>
                <a:cxn ang="0">
                  <a:pos x="0" y="24"/>
                </a:cxn>
                <a:cxn ang="0">
                  <a:pos x="2" y="34"/>
                </a:cxn>
                <a:cxn ang="0">
                  <a:pos x="6" y="44"/>
                </a:cxn>
                <a:cxn ang="0">
                  <a:pos x="34" y="76"/>
                </a:cxn>
                <a:cxn ang="0">
                  <a:pos x="58" y="94"/>
                </a:cxn>
                <a:cxn ang="0">
                  <a:pos x="52" y="98"/>
                </a:cxn>
                <a:cxn ang="0">
                  <a:pos x="46" y="106"/>
                </a:cxn>
                <a:cxn ang="0">
                  <a:pos x="44" y="108"/>
                </a:cxn>
                <a:cxn ang="0">
                  <a:pos x="36" y="110"/>
                </a:cxn>
                <a:cxn ang="0">
                  <a:pos x="32" y="112"/>
                </a:cxn>
                <a:cxn ang="0">
                  <a:pos x="24" y="122"/>
                </a:cxn>
                <a:cxn ang="0">
                  <a:pos x="20" y="130"/>
                </a:cxn>
                <a:cxn ang="0">
                  <a:pos x="20" y="136"/>
                </a:cxn>
                <a:cxn ang="0">
                  <a:pos x="22" y="146"/>
                </a:cxn>
                <a:cxn ang="0">
                  <a:pos x="38" y="164"/>
                </a:cxn>
                <a:cxn ang="0">
                  <a:pos x="70" y="186"/>
                </a:cxn>
                <a:cxn ang="0">
                  <a:pos x="80" y="202"/>
                </a:cxn>
                <a:cxn ang="0">
                  <a:pos x="86" y="220"/>
                </a:cxn>
                <a:cxn ang="0">
                  <a:pos x="100" y="244"/>
                </a:cxn>
                <a:cxn ang="0">
                  <a:pos x="114" y="254"/>
                </a:cxn>
                <a:cxn ang="0">
                  <a:pos x="122" y="258"/>
                </a:cxn>
                <a:cxn ang="0">
                  <a:pos x="146" y="262"/>
                </a:cxn>
                <a:cxn ang="0">
                  <a:pos x="162" y="262"/>
                </a:cxn>
                <a:cxn ang="0">
                  <a:pos x="162" y="264"/>
                </a:cxn>
                <a:cxn ang="0">
                  <a:pos x="164" y="274"/>
                </a:cxn>
                <a:cxn ang="0">
                  <a:pos x="166" y="280"/>
                </a:cxn>
                <a:cxn ang="0">
                  <a:pos x="175" y="288"/>
                </a:cxn>
                <a:cxn ang="0">
                  <a:pos x="181" y="290"/>
                </a:cxn>
                <a:cxn ang="0">
                  <a:pos x="185" y="288"/>
                </a:cxn>
                <a:cxn ang="0">
                  <a:pos x="209" y="278"/>
                </a:cxn>
                <a:cxn ang="0">
                  <a:pos x="231" y="260"/>
                </a:cxn>
                <a:cxn ang="0">
                  <a:pos x="233" y="258"/>
                </a:cxn>
                <a:cxn ang="0">
                  <a:pos x="239" y="250"/>
                </a:cxn>
                <a:cxn ang="0">
                  <a:pos x="241" y="240"/>
                </a:cxn>
                <a:cxn ang="0">
                  <a:pos x="241" y="238"/>
                </a:cxn>
              </a:cxnLst>
              <a:rect l="0" t="0" r="0" b="0"/>
              <a:pathLst>
                <a:path w="241" h="290">
                  <a:moveTo>
                    <a:pt x="241" y="238"/>
                  </a:moveTo>
                  <a:lnTo>
                    <a:pt x="241" y="238"/>
                  </a:lnTo>
                  <a:lnTo>
                    <a:pt x="239" y="234"/>
                  </a:lnTo>
                  <a:lnTo>
                    <a:pt x="235" y="228"/>
                  </a:lnTo>
                  <a:lnTo>
                    <a:pt x="229" y="224"/>
                  </a:lnTo>
                  <a:lnTo>
                    <a:pt x="221" y="222"/>
                  </a:lnTo>
                  <a:lnTo>
                    <a:pt x="217" y="220"/>
                  </a:lnTo>
                  <a:lnTo>
                    <a:pt x="213" y="218"/>
                  </a:lnTo>
                  <a:lnTo>
                    <a:pt x="209" y="212"/>
                  </a:lnTo>
                  <a:lnTo>
                    <a:pt x="199" y="180"/>
                  </a:lnTo>
                  <a:lnTo>
                    <a:pt x="189" y="148"/>
                  </a:lnTo>
                  <a:lnTo>
                    <a:pt x="179" y="116"/>
                  </a:lnTo>
                  <a:lnTo>
                    <a:pt x="172" y="90"/>
                  </a:lnTo>
                  <a:lnTo>
                    <a:pt x="168" y="82"/>
                  </a:lnTo>
                  <a:lnTo>
                    <a:pt x="164" y="78"/>
                  </a:lnTo>
                  <a:lnTo>
                    <a:pt x="130" y="68"/>
                  </a:lnTo>
                  <a:lnTo>
                    <a:pt x="110" y="62"/>
                  </a:lnTo>
                  <a:lnTo>
                    <a:pt x="90" y="54"/>
                  </a:lnTo>
                  <a:lnTo>
                    <a:pt x="68" y="36"/>
                  </a:lnTo>
                  <a:lnTo>
                    <a:pt x="50" y="22"/>
                  </a:lnTo>
                  <a:lnTo>
                    <a:pt x="34" y="6"/>
                  </a:lnTo>
                  <a:lnTo>
                    <a:pt x="28" y="2"/>
                  </a:lnTo>
                  <a:lnTo>
                    <a:pt x="20" y="0"/>
                  </a:lnTo>
                  <a:lnTo>
                    <a:pt x="12" y="2"/>
                  </a:lnTo>
                  <a:lnTo>
                    <a:pt x="6" y="6"/>
                  </a:lnTo>
                  <a:lnTo>
                    <a:pt x="2" y="14"/>
                  </a:lnTo>
                  <a:lnTo>
                    <a:pt x="0" y="24"/>
                  </a:lnTo>
                  <a:lnTo>
                    <a:pt x="2" y="34"/>
                  </a:lnTo>
                  <a:lnTo>
                    <a:pt x="6" y="44"/>
                  </a:lnTo>
                  <a:lnTo>
                    <a:pt x="20" y="60"/>
                  </a:lnTo>
                  <a:lnTo>
                    <a:pt x="34" y="76"/>
                  </a:lnTo>
                  <a:lnTo>
                    <a:pt x="48" y="86"/>
                  </a:lnTo>
                  <a:lnTo>
                    <a:pt x="58" y="94"/>
                  </a:lnTo>
                  <a:lnTo>
                    <a:pt x="52" y="98"/>
                  </a:lnTo>
                  <a:lnTo>
                    <a:pt x="48" y="100"/>
                  </a:lnTo>
                  <a:lnTo>
                    <a:pt x="46" y="106"/>
                  </a:lnTo>
                  <a:lnTo>
                    <a:pt x="44" y="108"/>
                  </a:lnTo>
                  <a:lnTo>
                    <a:pt x="42" y="108"/>
                  </a:lnTo>
                  <a:lnTo>
                    <a:pt x="36" y="110"/>
                  </a:lnTo>
                  <a:lnTo>
                    <a:pt x="32" y="112"/>
                  </a:lnTo>
                  <a:lnTo>
                    <a:pt x="28" y="116"/>
                  </a:lnTo>
                  <a:lnTo>
                    <a:pt x="24" y="122"/>
                  </a:lnTo>
                  <a:lnTo>
                    <a:pt x="20" y="130"/>
                  </a:lnTo>
                  <a:lnTo>
                    <a:pt x="20" y="136"/>
                  </a:lnTo>
                  <a:lnTo>
                    <a:pt x="20" y="140"/>
                  </a:lnTo>
                  <a:lnTo>
                    <a:pt x="22" y="146"/>
                  </a:lnTo>
                  <a:lnTo>
                    <a:pt x="30" y="154"/>
                  </a:lnTo>
                  <a:lnTo>
                    <a:pt x="38" y="164"/>
                  </a:lnTo>
                  <a:lnTo>
                    <a:pt x="50" y="172"/>
                  </a:lnTo>
                  <a:lnTo>
                    <a:pt x="70" y="186"/>
                  </a:lnTo>
                  <a:lnTo>
                    <a:pt x="78" y="194"/>
                  </a:lnTo>
                  <a:lnTo>
                    <a:pt x="80" y="202"/>
                  </a:lnTo>
                  <a:lnTo>
                    <a:pt x="86" y="220"/>
                  </a:lnTo>
                  <a:lnTo>
                    <a:pt x="94" y="236"/>
                  </a:lnTo>
                  <a:lnTo>
                    <a:pt x="100" y="244"/>
                  </a:lnTo>
                  <a:lnTo>
                    <a:pt x="108" y="250"/>
                  </a:lnTo>
                  <a:lnTo>
                    <a:pt x="114" y="254"/>
                  </a:lnTo>
                  <a:lnTo>
                    <a:pt x="122" y="258"/>
                  </a:lnTo>
                  <a:lnTo>
                    <a:pt x="134" y="262"/>
                  </a:lnTo>
                  <a:lnTo>
                    <a:pt x="146" y="262"/>
                  </a:lnTo>
                  <a:lnTo>
                    <a:pt x="162" y="262"/>
                  </a:lnTo>
                  <a:lnTo>
                    <a:pt x="162" y="264"/>
                  </a:lnTo>
                  <a:lnTo>
                    <a:pt x="164" y="274"/>
                  </a:lnTo>
                  <a:lnTo>
                    <a:pt x="166" y="280"/>
                  </a:lnTo>
                  <a:lnTo>
                    <a:pt x="170" y="284"/>
                  </a:lnTo>
                  <a:lnTo>
                    <a:pt x="175" y="288"/>
                  </a:lnTo>
                  <a:lnTo>
                    <a:pt x="181" y="290"/>
                  </a:lnTo>
                  <a:lnTo>
                    <a:pt x="185" y="288"/>
                  </a:lnTo>
                  <a:lnTo>
                    <a:pt x="197" y="284"/>
                  </a:lnTo>
                  <a:lnTo>
                    <a:pt x="209" y="278"/>
                  </a:lnTo>
                  <a:lnTo>
                    <a:pt x="221" y="270"/>
                  </a:lnTo>
                  <a:lnTo>
                    <a:pt x="231" y="260"/>
                  </a:lnTo>
                  <a:lnTo>
                    <a:pt x="233" y="258"/>
                  </a:lnTo>
                  <a:lnTo>
                    <a:pt x="239" y="250"/>
                  </a:lnTo>
                  <a:lnTo>
                    <a:pt x="241" y="240"/>
                  </a:lnTo>
                  <a:lnTo>
                    <a:pt x="241" y="2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8" name="Freeform 168"/>
            <p:cNvSpPr/>
            <p:nvPr/>
          </p:nvSpPr>
          <p:spPr>
            <a:xfrm>
              <a:off x="489" y="439"/>
              <a:ext cx="225" cy="274"/>
            </a:xfrm>
            <a:custGeom>
              <a:avLst/>
              <a:gdLst/>
              <a:ahLst/>
              <a:cxnLst>
                <a:cxn ang="0">
                  <a:pos x="110" y="146"/>
                </a:cxn>
                <a:cxn ang="0">
                  <a:pos x="92" y="144"/>
                </a:cxn>
                <a:cxn ang="0">
                  <a:pos x="82" y="140"/>
                </a:cxn>
                <a:cxn ang="0">
                  <a:pos x="58" y="120"/>
                </a:cxn>
                <a:cxn ang="0">
                  <a:pos x="38" y="108"/>
                </a:cxn>
                <a:cxn ang="0">
                  <a:pos x="34" y="108"/>
                </a:cxn>
                <a:cxn ang="0">
                  <a:pos x="22" y="118"/>
                </a:cxn>
                <a:cxn ang="0">
                  <a:pos x="20" y="132"/>
                </a:cxn>
                <a:cxn ang="0">
                  <a:pos x="24" y="138"/>
                </a:cxn>
                <a:cxn ang="0">
                  <a:pos x="48" y="156"/>
                </a:cxn>
                <a:cxn ang="0">
                  <a:pos x="76" y="178"/>
                </a:cxn>
                <a:cxn ang="0">
                  <a:pos x="80" y="186"/>
                </a:cxn>
                <a:cxn ang="0">
                  <a:pos x="90" y="218"/>
                </a:cxn>
                <a:cxn ang="0">
                  <a:pos x="98" y="232"/>
                </a:cxn>
                <a:cxn ang="0">
                  <a:pos x="114" y="242"/>
                </a:cxn>
                <a:cxn ang="0">
                  <a:pos x="124" y="246"/>
                </a:cxn>
                <a:cxn ang="0">
                  <a:pos x="154" y="246"/>
                </a:cxn>
                <a:cxn ang="0">
                  <a:pos x="169" y="240"/>
                </a:cxn>
                <a:cxn ang="0">
                  <a:pos x="177" y="234"/>
                </a:cxn>
                <a:cxn ang="0">
                  <a:pos x="185" y="230"/>
                </a:cxn>
                <a:cxn ang="0">
                  <a:pos x="183" y="230"/>
                </a:cxn>
                <a:cxn ang="0">
                  <a:pos x="166" y="248"/>
                </a:cxn>
                <a:cxn ang="0">
                  <a:pos x="162" y="258"/>
                </a:cxn>
                <a:cxn ang="0">
                  <a:pos x="162" y="264"/>
                </a:cxn>
                <a:cxn ang="0">
                  <a:pos x="167" y="272"/>
                </a:cxn>
                <a:cxn ang="0">
                  <a:pos x="177" y="274"/>
                </a:cxn>
                <a:cxn ang="0">
                  <a:pos x="193" y="270"/>
                </a:cxn>
                <a:cxn ang="0">
                  <a:pos x="203" y="264"/>
                </a:cxn>
                <a:cxn ang="0">
                  <a:pos x="217" y="250"/>
                </a:cxn>
                <a:cxn ang="0">
                  <a:pos x="225" y="236"/>
                </a:cxn>
                <a:cxn ang="0">
                  <a:pos x="223" y="226"/>
                </a:cxn>
                <a:cxn ang="0">
                  <a:pos x="213" y="220"/>
                </a:cxn>
                <a:cxn ang="0">
                  <a:pos x="201" y="220"/>
                </a:cxn>
                <a:cxn ang="0">
                  <a:pos x="201" y="220"/>
                </a:cxn>
                <a:cxn ang="0">
                  <a:pos x="191" y="194"/>
                </a:cxn>
                <a:cxn ang="0">
                  <a:pos x="175" y="140"/>
                </a:cxn>
                <a:cxn ang="0">
                  <a:pos x="154" y="82"/>
                </a:cxn>
                <a:cxn ang="0">
                  <a:pos x="150" y="78"/>
                </a:cxn>
                <a:cxn ang="0">
                  <a:pos x="114" y="68"/>
                </a:cxn>
                <a:cxn ang="0">
                  <a:pos x="96" y="60"/>
                </a:cxn>
                <a:cxn ang="0">
                  <a:pos x="64" y="42"/>
                </a:cxn>
                <a:cxn ang="0">
                  <a:pos x="48" y="28"/>
                </a:cxn>
                <a:cxn ang="0">
                  <a:pos x="22" y="4"/>
                </a:cxn>
                <a:cxn ang="0">
                  <a:pos x="14" y="0"/>
                </a:cxn>
                <a:cxn ang="0">
                  <a:pos x="6" y="4"/>
                </a:cxn>
                <a:cxn ang="0">
                  <a:pos x="2" y="8"/>
                </a:cxn>
                <a:cxn ang="0">
                  <a:pos x="0" y="18"/>
                </a:cxn>
                <a:cxn ang="0">
                  <a:pos x="8" y="36"/>
                </a:cxn>
                <a:cxn ang="0">
                  <a:pos x="22" y="52"/>
                </a:cxn>
                <a:cxn ang="0">
                  <a:pos x="56" y="82"/>
                </a:cxn>
                <a:cxn ang="0">
                  <a:pos x="92" y="106"/>
                </a:cxn>
                <a:cxn ang="0">
                  <a:pos x="114" y="118"/>
                </a:cxn>
                <a:cxn ang="0">
                  <a:pos x="108" y="122"/>
                </a:cxn>
                <a:cxn ang="0">
                  <a:pos x="104" y="132"/>
                </a:cxn>
                <a:cxn ang="0">
                  <a:pos x="106" y="138"/>
                </a:cxn>
                <a:cxn ang="0">
                  <a:pos x="116" y="148"/>
                </a:cxn>
                <a:cxn ang="0">
                  <a:pos x="110" y="146"/>
                </a:cxn>
              </a:cxnLst>
              <a:rect l="0" t="0" r="0" b="0"/>
              <a:pathLst>
                <a:path w="225" h="274">
                  <a:moveTo>
                    <a:pt x="110" y="146"/>
                  </a:moveTo>
                  <a:lnTo>
                    <a:pt x="110" y="146"/>
                  </a:lnTo>
                  <a:lnTo>
                    <a:pt x="100" y="146"/>
                  </a:lnTo>
                  <a:lnTo>
                    <a:pt x="92" y="144"/>
                  </a:lnTo>
                  <a:lnTo>
                    <a:pt x="82" y="140"/>
                  </a:lnTo>
                  <a:lnTo>
                    <a:pt x="72" y="132"/>
                  </a:lnTo>
                  <a:lnTo>
                    <a:pt x="58" y="120"/>
                  </a:lnTo>
                  <a:lnTo>
                    <a:pt x="44" y="112"/>
                  </a:lnTo>
                  <a:lnTo>
                    <a:pt x="38" y="108"/>
                  </a:lnTo>
                  <a:lnTo>
                    <a:pt x="34" y="108"/>
                  </a:lnTo>
                  <a:lnTo>
                    <a:pt x="28" y="112"/>
                  </a:lnTo>
                  <a:lnTo>
                    <a:pt x="22" y="118"/>
                  </a:lnTo>
                  <a:lnTo>
                    <a:pt x="20" y="124"/>
                  </a:lnTo>
                  <a:lnTo>
                    <a:pt x="20" y="132"/>
                  </a:lnTo>
                  <a:lnTo>
                    <a:pt x="24" y="138"/>
                  </a:lnTo>
                  <a:lnTo>
                    <a:pt x="30" y="144"/>
                  </a:lnTo>
                  <a:lnTo>
                    <a:pt x="48" y="156"/>
                  </a:lnTo>
                  <a:lnTo>
                    <a:pt x="68" y="172"/>
                  </a:lnTo>
                  <a:lnTo>
                    <a:pt x="76" y="178"/>
                  </a:lnTo>
                  <a:lnTo>
                    <a:pt x="80" y="186"/>
                  </a:lnTo>
                  <a:lnTo>
                    <a:pt x="84" y="202"/>
                  </a:lnTo>
                  <a:lnTo>
                    <a:pt x="90" y="218"/>
                  </a:lnTo>
                  <a:lnTo>
                    <a:pt x="94" y="224"/>
                  </a:lnTo>
                  <a:lnTo>
                    <a:pt x="98" y="232"/>
                  </a:lnTo>
                  <a:lnTo>
                    <a:pt x="106" y="238"/>
                  </a:lnTo>
                  <a:lnTo>
                    <a:pt x="114" y="242"/>
                  </a:lnTo>
                  <a:lnTo>
                    <a:pt x="124" y="246"/>
                  </a:lnTo>
                  <a:lnTo>
                    <a:pt x="138" y="248"/>
                  </a:lnTo>
                  <a:lnTo>
                    <a:pt x="154" y="246"/>
                  </a:lnTo>
                  <a:lnTo>
                    <a:pt x="162" y="244"/>
                  </a:lnTo>
                  <a:lnTo>
                    <a:pt x="169" y="240"/>
                  </a:lnTo>
                  <a:lnTo>
                    <a:pt x="177" y="234"/>
                  </a:lnTo>
                  <a:lnTo>
                    <a:pt x="185" y="230"/>
                  </a:lnTo>
                  <a:lnTo>
                    <a:pt x="183" y="230"/>
                  </a:lnTo>
                  <a:lnTo>
                    <a:pt x="175" y="238"/>
                  </a:lnTo>
                  <a:lnTo>
                    <a:pt x="166" y="248"/>
                  </a:lnTo>
                  <a:lnTo>
                    <a:pt x="162" y="254"/>
                  </a:lnTo>
                  <a:lnTo>
                    <a:pt x="162" y="258"/>
                  </a:lnTo>
                  <a:lnTo>
                    <a:pt x="162" y="264"/>
                  </a:lnTo>
                  <a:lnTo>
                    <a:pt x="164" y="268"/>
                  </a:lnTo>
                  <a:lnTo>
                    <a:pt x="167" y="272"/>
                  </a:lnTo>
                  <a:lnTo>
                    <a:pt x="171" y="274"/>
                  </a:lnTo>
                  <a:lnTo>
                    <a:pt x="177" y="274"/>
                  </a:lnTo>
                  <a:lnTo>
                    <a:pt x="185" y="272"/>
                  </a:lnTo>
                  <a:lnTo>
                    <a:pt x="193" y="270"/>
                  </a:lnTo>
                  <a:lnTo>
                    <a:pt x="203" y="264"/>
                  </a:lnTo>
                  <a:lnTo>
                    <a:pt x="211" y="258"/>
                  </a:lnTo>
                  <a:lnTo>
                    <a:pt x="217" y="250"/>
                  </a:lnTo>
                  <a:lnTo>
                    <a:pt x="223" y="244"/>
                  </a:lnTo>
                  <a:lnTo>
                    <a:pt x="225" y="236"/>
                  </a:lnTo>
                  <a:lnTo>
                    <a:pt x="225" y="230"/>
                  </a:lnTo>
                  <a:lnTo>
                    <a:pt x="223" y="226"/>
                  </a:lnTo>
                  <a:lnTo>
                    <a:pt x="219" y="222"/>
                  </a:lnTo>
                  <a:lnTo>
                    <a:pt x="213" y="220"/>
                  </a:lnTo>
                  <a:lnTo>
                    <a:pt x="201" y="220"/>
                  </a:lnTo>
                  <a:lnTo>
                    <a:pt x="199" y="220"/>
                  </a:lnTo>
                  <a:lnTo>
                    <a:pt x="201" y="220"/>
                  </a:lnTo>
                  <a:lnTo>
                    <a:pt x="191" y="194"/>
                  </a:lnTo>
                  <a:lnTo>
                    <a:pt x="175" y="140"/>
                  </a:lnTo>
                  <a:lnTo>
                    <a:pt x="162" y="100"/>
                  </a:lnTo>
                  <a:lnTo>
                    <a:pt x="154" y="82"/>
                  </a:lnTo>
                  <a:lnTo>
                    <a:pt x="150" y="78"/>
                  </a:lnTo>
                  <a:lnTo>
                    <a:pt x="144" y="76"/>
                  </a:lnTo>
                  <a:lnTo>
                    <a:pt x="114" y="68"/>
                  </a:lnTo>
                  <a:lnTo>
                    <a:pt x="96" y="60"/>
                  </a:lnTo>
                  <a:lnTo>
                    <a:pt x="78" y="52"/>
                  </a:lnTo>
                  <a:lnTo>
                    <a:pt x="64" y="42"/>
                  </a:lnTo>
                  <a:lnTo>
                    <a:pt x="48" y="28"/>
                  </a:lnTo>
                  <a:lnTo>
                    <a:pt x="34" y="16"/>
                  </a:lnTo>
                  <a:lnTo>
                    <a:pt x="22" y="4"/>
                  </a:lnTo>
                  <a:lnTo>
                    <a:pt x="18" y="2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4"/>
                  </a:lnTo>
                  <a:lnTo>
                    <a:pt x="2" y="8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2" y="24"/>
                  </a:lnTo>
                  <a:lnTo>
                    <a:pt x="8" y="36"/>
                  </a:lnTo>
                  <a:lnTo>
                    <a:pt x="22" y="52"/>
                  </a:lnTo>
                  <a:lnTo>
                    <a:pt x="36" y="66"/>
                  </a:lnTo>
                  <a:lnTo>
                    <a:pt x="56" y="82"/>
                  </a:lnTo>
                  <a:lnTo>
                    <a:pt x="76" y="96"/>
                  </a:lnTo>
                  <a:lnTo>
                    <a:pt x="92" y="106"/>
                  </a:lnTo>
                  <a:lnTo>
                    <a:pt x="114" y="118"/>
                  </a:lnTo>
                  <a:lnTo>
                    <a:pt x="108" y="122"/>
                  </a:lnTo>
                  <a:lnTo>
                    <a:pt x="106" y="126"/>
                  </a:lnTo>
                  <a:lnTo>
                    <a:pt x="104" y="132"/>
                  </a:lnTo>
                  <a:lnTo>
                    <a:pt x="106" y="138"/>
                  </a:lnTo>
                  <a:lnTo>
                    <a:pt x="110" y="142"/>
                  </a:lnTo>
                  <a:lnTo>
                    <a:pt x="116" y="148"/>
                  </a:lnTo>
                  <a:lnTo>
                    <a:pt x="110" y="14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19" name="Freeform 169"/>
            <p:cNvSpPr/>
            <p:nvPr/>
          </p:nvSpPr>
          <p:spPr>
            <a:xfrm>
              <a:off x="535" y="531"/>
              <a:ext cx="58" cy="4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4" y="0"/>
                </a:cxn>
                <a:cxn ang="0">
                  <a:pos x="10" y="2"/>
                </a:cxn>
                <a:cxn ang="0">
                  <a:pos x="4" y="4"/>
                </a:cxn>
                <a:cxn ang="0">
                  <a:pos x="2" y="6"/>
                </a:cxn>
                <a:cxn ang="0">
                  <a:pos x="2" y="6"/>
                </a:cxn>
                <a:cxn ang="0">
                  <a:pos x="0" y="10"/>
                </a:cxn>
                <a:cxn ang="0">
                  <a:pos x="2" y="14"/>
                </a:cxn>
                <a:cxn ang="0">
                  <a:pos x="4" y="18"/>
                </a:cxn>
                <a:cxn ang="0">
                  <a:pos x="20" y="30"/>
                </a:cxn>
                <a:cxn ang="0">
                  <a:pos x="20" y="30"/>
                </a:cxn>
                <a:cxn ang="0">
                  <a:pos x="20" y="28"/>
                </a:cxn>
                <a:cxn ang="0">
                  <a:pos x="20" y="24"/>
                </a:cxn>
                <a:cxn ang="0">
                  <a:pos x="22" y="20"/>
                </a:cxn>
                <a:cxn ang="0">
                  <a:pos x="24" y="18"/>
                </a:cxn>
                <a:cxn ang="0">
                  <a:pos x="28" y="18"/>
                </a:cxn>
                <a:cxn ang="0">
                  <a:pos x="28" y="18"/>
                </a:cxn>
                <a:cxn ang="0">
                  <a:pos x="34" y="20"/>
                </a:cxn>
                <a:cxn ang="0">
                  <a:pos x="38" y="22"/>
                </a:cxn>
                <a:cxn ang="0">
                  <a:pos x="46" y="32"/>
                </a:cxn>
                <a:cxn ang="0">
                  <a:pos x="52" y="46"/>
                </a:cxn>
                <a:cxn ang="0">
                  <a:pos x="52" y="46"/>
                </a:cxn>
                <a:cxn ang="0">
                  <a:pos x="54" y="36"/>
                </a:cxn>
                <a:cxn ang="0">
                  <a:pos x="58" y="26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0" b="0"/>
              <a:pathLst>
                <a:path w="58" h="46">
                  <a:moveTo>
                    <a:pt x="14" y="0"/>
                  </a:moveTo>
                  <a:lnTo>
                    <a:pt x="14" y="0"/>
                  </a:lnTo>
                  <a:lnTo>
                    <a:pt x="10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10"/>
                  </a:lnTo>
                  <a:lnTo>
                    <a:pt x="2" y="14"/>
                  </a:lnTo>
                  <a:lnTo>
                    <a:pt x="4" y="18"/>
                  </a:lnTo>
                  <a:lnTo>
                    <a:pt x="20" y="30"/>
                  </a:lnTo>
                  <a:lnTo>
                    <a:pt x="20" y="28"/>
                  </a:lnTo>
                  <a:lnTo>
                    <a:pt x="20" y="24"/>
                  </a:lnTo>
                  <a:lnTo>
                    <a:pt x="22" y="20"/>
                  </a:lnTo>
                  <a:lnTo>
                    <a:pt x="24" y="18"/>
                  </a:lnTo>
                  <a:lnTo>
                    <a:pt x="28" y="18"/>
                  </a:lnTo>
                  <a:lnTo>
                    <a:pt x="34" y="20"/>
                  </a:lnTo>
                  <a:lnTo>
                    <a:pt x="38" y="22"/>
                  </a:lnTo>
                  <a:lnTo>
                    <a:pt x="46" y="32"/>
                  </a:lnTo>
                  <a:lnTo>
                    <a:pt x="52" y="46"/>
                  </a:lnTo>
                  <a:lnTo>
                    <a:pt x="54" y="36"/>
                  </a:lnTo>
                  <a:lnTo>
                    <a:pt x="58" y="26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20" name="Freeform 170"/>
            <p:cNvSpPr/>
            <p:nvPr/>
          </p:nvSpPr>
          <p:spPr>
            <a:xfrm>
              <a:off x="778" y="225"/>
              <a:ext cx="755" cy="744"/>
            </a:xfrm>
            <a:custGeom>
              <a:avLst/>
              <a:gdLst/>
              <a:ahLst/>
              <a:cxnLst>
                <a:cxn ang="0">
                  <a:pos x="464" y="10"/>
                </a:cxn>
                <a:cxn ang="0">
                  <a:pos x="388" y="0"/>
                </a:cxn>
                <a:cxn ang="0">
                  <a:pos x="314" y="4"/>
                </a:cxn>
                <a:cxn ang="0">
                  <a:pos x="244" y="24"/>
                </a:cxn>
                <a:cxn ang="0">
                  <a:pos x="180" y="54"/>
                </a:cxn>
                <a:cxn ang="0">
                  <a:pos x="122" y="98"/>
                </a:cxn>
                <a:cxn ang="0">
                  <a:pos x="72" y="150"/>
                </a:cxn>
                <a:cxn ang="0">
                  <a:pos x="36" y="214"/>
                </a:cxn>
                <a:cxn ang="0">
                  <a:pos x="10" y="284"/>
                </a:cxn>
                <a:cxn ang="0">
                  <a:pos x="4" y="322"/>
                </a:cxn>
                <a:cxn ang="0">
                  <a:pos x="0" y="396"/>
                </a:cxn>
                <a:cxn ang="0">
                  <a:pos x="14" y="468"/>
                </a:cxn>
                <a:cxn ang="0">
                  <a:pos x="40" y="534"/>
                </a:cxn>
                <a:cxn ang="0">
                  <a:pos x="78" y="596"/>
                </a:cxn>
                <a:cxn ang="0">
                  <a:pos x="126" y="648"/>
                </a:cxn>
                <a:cxn ang="0">
                  <a:pos x="186" y="692"/>
                </a:cxn>
                <a:cxn ang="0">
                  <a:pos x="254" y="724"/>
                </a:cxn>
                <a:cxn ang="0">
                  <a:pos x="290" y="734"/>
                </a:cxn>
                <a:cxn ang="0">
                  <a:pos x="366" y="744"/>
                </a:cxn>
                <a:cxn ang="0">
                  <a:pos x="440" y="740"/>
                </a:cxn>
                <a:cxn ang="0">
                  <a:pos x="510" y="722"/>
                </a:cxn>
                <a:cxn ang="0">
                  <a:pos x="575" y="690"/>
                </a:cxn>
                <a:cxn ang="0">
                  <a:pos x="633" y="648"/>
                </a:cxn>
                <a:cxn ang="0">
                  <a:pos x="681" y="594"/>
                </a:cxn>
                <a:cxn ang="0">
                  <a:pos x="719" y="532"/>
                </a:cxn>
                <a:cxn ang="0">
                  <a:pos x="745" y="460"/>
                </a:cxn>
                <a:cxn ang="0">
                  <a:pos x="751" y="422"/>
                </a:cxn>
                <a:cxn ang="0">
                  <a:pos x="753" y="348"/>
                </a:cxn>
                <a:cxn ang="0">
                  <a:pos x="741" y="278"/>
                </a:cxn>
                <a:cxn ang="0">
                  <a:pos x="715" y="210"/>
                </a:cxn>
                <a:cxn ang="0">
                  <a:pos x="677" y="150"/>
                </a:cxn>
                <a:cxn ang="0">
                  <a:pos x="627" y="96"/>
                </a:cxn>
                <a:cxn ang="0">
                  <a:pos x="570" y="52"/>
                </a:cxn>
                <a:cxn ang="0">
                  <a:pos x="502" y="22"/>
                </a:cxn>
                <a:cxn ang="0">
                  <a:pos x="464" y="10"/>
                </a:cxn>
              </a:cxnLst>
              <a:rect l="0" t="0" r="0" b="0"/>
              <a:pathLst>
                <a:path w="755" h="744">
                  <a:moveTo>
                    <a:pt x="464" y="10"/>
                  </a:moveTo>
                  <a:lnTo>
                    <a:pt x="464" y="10"/>
                  </a:lnTo>
                  <a:lnTo>
                    <a:pt x="426" y="4"/>
                  </a:lnTo>
                  <a:lnTo>
                    <a:pt x="388" y="0"/>
                  </a:lnTo>
                  <a:lnTo>
                    <a:pt x="352" y="0"/>
                  </a:lnTo>
                  <a:lnTo>
                    <a:pt x="314" y="4"/>
                  </a:lnTo>
                  <a:lnTo>
                    <a:pt x="278" y="12"/>
                  </a:lnTo>
                  <a:lnTo>
                    <a:pt x="244" y="24"/>
                  </a:lnTo>
                  <a:lnTo>
                    <a:pt x="210" y="38"/>
                  </a:lnTo>
                  <a:lnTo>
                    <a:pt x="180" y="54"/>
                  </a:lnTo>
                  <a:lnTo>
                    <a:pt x="150" y="74"/>
                  </a:lnTo>
                  <a:lnTo>
                    <a:pt x="122" y="98"/>
                  </a:lnTo>
                  <a:lnTo>
                    <a:pt x="96" y="122"/>
                  </a:lnTo>
                  <a:lnTo>
                    <a:pt x="72" y="150"/>
                  </a:lnTo>
                  <a:lnTo>
                    <a:pt x="52" y="180"/>
                  </a:lnTo>
                  <a:lnTo>
                    <a:pt x="36" y="214"/>
                  </a:lnTo>
                  <a:lnTo>
                    <a:pt x="20" y="248"/>
                  </a:lnTo>
                  <a:lnTo>
                    <a:pt x="10" y="284"/>
                  </a:lnTo>
                  <a:lnTo>
                    <a:pt x="4" y="322"/>
                  </a:lnTo>
                  <a:lnTo>
                    <a:pt x="0" y="358"/>
                  </a:lnTo>
                  <a:lnTo>
                    <a:pt x="0" y="396"/>
                  </a:lnTo>
                  <a:lnTo>
                    <a:pt x="6" y="432"/>
                  </a:lnTo>
                  <a:lnTo>
                    <a:pt x="14" y="468"/>
                  </a:lnTo>
                  <a:lnTo>
                    <a:pt x="24" y="502"/>
                  </a:lnTo>
                  <a:lnTo>
                    <a:pt x="40" y="534"/>
                  </a:lnTo>
                  <a:lnTo>
                    <a:pt x="56" y="566"/>
                  </a:lnTo>
                  <a:lnTo>
                    <a:pt x="78" y="596"/>
                  </a:lnTo>
                  <a:lnTo>
                    <a:pt x="100" y="624"/>
                  </a:lnTo>
                  <a:lnTo>
                    <a:pt x="126" y="648"/>
                  </a:lnTo>
                  <a:lnTo>
                    <a:pt x="154" y="672"/>
                  </a:lnTo>
                  <a:lnTo>
                    <a:pt x="186" y="692"/>
                  </a:lnTo>
                  <a:lnTo>
                    <a:pt x="218" y="710"/>
                  </a:lnTo>
                  <a:lnTo>
                    <a:pt x="254" y="724"/>
                  </a:lnTo>
                  <a:lnTo>
                    <a:pt x="290" y="734"/>
                  </a:lnTo>
                  <a:lnTo>
                    <a:pt x="328" y="742"/>
                  </a:lnTo>
                  <a:lnTo>
                    <a:pt x="366" y="744"/>
                  </a:lnTo>
                  <a:lnTo>
                    <a:pt x="404" y="744"/>
                  </a:lnTo>
                  <a:lnTo>
                    <a:pt x="440" y="740"/>
                  </a:lnTo>
                  <a:lnTo>
                    <a:pt x="476" y="732"/>
                  </a:lnTo>
                  <a:lnTo>
                    <a:pt x="510" y="722"/>
                  </a:lnTo>
                  <a:lnTo>
                    <a:pt x="544" y="708"/>
                  </a:lnTo>
                  <a:lnTo>
                    <a:pt x="575" y="690"/>
                  </a:lnTo>
                  <a:lnTo>
                    <a:pt x="605" y="670"/>
                  </a:lnTo>
                  <a:lnTo>
                    <a:pt x="633" y="648"/>
                  </a:lnTo>
                  <a:lnTo>
                    <a:pt x="659" y="622"/>
                  </a:lnTo>
                  <a:lnTo>
                    <a:pt x="681" y="594"/>
                  </a:lnTo>
                  <a:lnTo>
                    <a:pt x="701" y="564"/>
                  </a:lnTo>
                  <a:lnTo>
                    <a:pt x="719" y="532"/>
                  </a:lnTo>
                  <a:lnTo>
                    <a:pt x="733" y="496"/>
                  </a:lnTo>
                  <a:lnTo>
                    <a:pt x="745" y="460"/>
                  </a:lnTo>
                  <a:lnTo>
                    <a:pt x="751" y="422"/>
                  </a:lnTo>
                  <a:lnTo>
                    <a:pt x="755" y="386"/>
                  </a:lnTo>
                  <a:lnTo>
                    <a:pt x="753" y="348"/>
                  </a:lnTo>
                  <a:lnTo>
                    <a:pt x="749" y="312"/>
                  </a:lnTo>
                  <a:lnTo>
                    <a:pt x="741" y="278"/>
                  </a:lnTo>
                  <a:lnTo>
                    <a:pt x="729" y="244"/>
                  </a:lnTo>
                  <a:lnTo>
                    <a:pt x="715" y="210"/>
                  </a:lnTo>
                  <a:lnTo>
                    <a:pt x="697" y="178"/>
                  </a:lnTo>
                  <a:lnTo>
                    <a:pt x="677" y="150"/>
                  </a:lnTo>
                  <a:lnTo>
                    <a:pt x="653" y="122"/>
                  </a:lnTo>
                  <a:lnTo>
                    <a:pt x="627" y="96"/>
                  </a:lnTo>
                  <a:lnTo>
                    <a:pt x="599" y="74"/>
                  </a:lnTo>
                  <a:lnTo>
                    <a:pt x="570" y="52"/>
                  </a:lnTo>
                  <a:lnTo>
                    <a:pt x="536" y="36"/>
                  </a:lnTo>
                  <a:lnTo>
                    <a:pt x="502" y="22"/>
                  </a:lnTo>
                  <a:lnTo>
                    <a:pt x="464" y="10"/>
                  </a:lnTo>
                  <a:close/>
                </a:path>
              </a:pathLst>
            </a:custGeom>
            <a:solidFill>
              <a:srgbClr val="129F4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21" name="Freeform 171"/>
            <p:cNvSpPr/>
            <p:nvPr/>
          </p:nvSpPr>
          <p:spPr>
            <a:xfrm>
              <a:off x="796" y="233"/>
              <a:ext cx="715" cy="714"/>
            </a:xfrm>
            <a:custGeom>
              <a:avLst/>
              <a:gdLst/>
              <a:ahLst/>
              <a:cxnLst>
                <a:cxn ang="0">
                  <a:pos x="442" y="8"/>
                </a:cxn>
                <a:cxn ang="0">
                  <a:pos x="370" y="0"/>
                </a:cxn>
                <a:cxn ang="0">
                  <a:pos x="300" y="4"/>
                </a:cxn>
                <a:cxn ang="0">
                  <a:pos x="232" y="22"/>
                </a:cxn>
                <a:cxn ang="0">
                  <a:pos x="170" y="52"/>
                </a:cxn>
                <a:cxn ang="0">
                  <a:pos x="116" y="94"/>
                </a:cxn>
                <a:cxn ang="0">
                  <a:pos x="70" y="144"/>
                </a:cxn>
                <a:cxn ang="0">
                  <a:pos x="34" y="204"/>
                </a:cxn>
                <a:cxn ang="0">
                  <a:pos x="10" y="274"/>
                </a:cxn>
                <a:cxn ang="0">
                  <a:pos x="2" y="310"/>
                </a:cxn>
                <a:cxn ang="0">
                  <a:pos x="0" y="380"/>
                </a:cxn>
                <a:cxn ang="0">
                  <a:pos x="12" y="450"/>
                </a:cxn>
                <a:cxn ang="0">
                  <a:pos x="36" y="514"/>
                </a:cxn>
                <a:cxn ang="0">
                  <a:pos x="72" y="572"/>
                </a:cxn>
                <a:cxn ang="0">
                  <a:pos x="118" y="622"/>
                </a:cxn>
                <a:cxn ang="0">
                  <a:pos x="176" y="664"/>
                </a:cxn>
                <a:cxn ang="0">
                  <a:pos x="240" y="694"/>
                </a:cxn>
                <a:cxn ang="0">
                  <a:pos x="274" y="704"/>
                </a:cxn>
                <a:cxn ang="0">
                  <a:pos x="346" y="714"/>
                </a:cxn>
                <a:cxn ang="0">
                  <a:pos x="416" y="710"/>
                </a:cxn>
                <a:cxn ang="0">
                  <a:pos x="484" y="692"/>
                </a:cxn>
                <a:cxn ang="0">
                  <a:pos x="546" y="662"/>
                </a:cxn>
                <a:cxn ang="0">
                  <a:pos x="599" y="620"/>
                </a:cxn>
                <a:cxn ang="0">
                  <a:pos x="645" y="570"/>
                </a:cxn>
                <a:cxn ang="0">
                  <a:pos x="681" y="508"/>
                </a:cxn>
                <a:cxn ang="0">
                  <a:pos x="705" y="440"/>
                </a:cxn>
                <a:cxn ang="0">
                  <a:pos x="713" y="404"/>
                </a:cxn>
                <a:cxn ang="0">
                  <a:pos x="715" y="334"/>
                </a:cxn>
                <a:cxn ang="0">
                  <a:pos x="703" y="264"/>
                </a:cxn>
                <a:cxn ang="0">
                  <a:pos x="679" y="200"/>
                </a:cxn>
                <a:cxn ang="0">
                  <a:pos x="643" y="142"/>
                </a:cxn>
                <a:cxn ang="0">
                  <a:pos x="597" y="90"/>
                </a:cxn>
                <a:cxn ang="0">
                  <a:pos x="542" y="50"/>
                </a:cxn>
                <a:cxn ang="0">
                  <a:pos x="476" y="20"/>
                </a:cxn>
                <a:cxn ang="0">
                  <a:pos x="442" y="8"/>
                </a:cxn>
              </a:cxnLst>
              <a:rect l="0" t="0" r="0" b="0"/>
              <a:pathLst>
                <a:path w="715" h="714">
                  <a:moveTo>
                    <a:pt x="442" y="8"/>
                  </a:moveTo>
                  <a:lnTo>
                    <a:pt x="442" y="8"/>
                  </a:lnTo>
                  <a:lnTo>
                    <a:pt x="406" y="2"/>
                  </a:lnTo>
                  <a:lnTo>
                    <a:pt x="370" y="0"/>
                  </a:lnTo>
                  <a:lnTo>
                    <a:pt x="334" y="0"/>
                  </a:lnTo>
                  <a:lnTo>
                    <a:pt x="300" y="4"/>
                  </a:lnTo>
                  <a:lnTo>
                    <a:pt x="266" y="12"/>
                  </a:lnTo>
                  <a:lnTo>
                    <a:pt x="232" y="22"/>
                  </a:lnTo>
                  <a:lnTo>
                    <a:pt x="200" y="36"/>
                  </a:lnTo>
                  <a:lnTo>
                    <a:pt x="170" y="52"/>
                  </a:lnTo>
                  <a:lnTo>
                    <a:pt x="142" y="72"/>
                  </a:lnTo>
                  <a:lnTo>
                    <a:pt x="116" y="94"/>
                  </a:lnTo>
                  <a:lnTo>
                    <a:pt x="92" y="118"/>
                  </a:lnTo>
                  <a:lnTo>
                    <a:pt x="70" y="144"/>
                  </a:lnTo>
                  <a:lnTo>
                    <a:pt x="50" y="174"/>
                  </a:lnTo>
                  <a:lnTo>
                    <a:pt x="34" y="204"/>
                  </a:lnTo>
                  <a:lnTo>
                    <a:pt x="20" y="238"/>
                  </a:lnTo>
                  <a:lnTo>
                    <a:pt x="10" y="274"/>
                  </a:lnTo>
                  <a:lnTo>
                    <a:pt x="2" y="310"/>
                  </a:lnTo>
                  <a:lnTo>
                    <a:pt x="0" y="344"/>
                  </a:lnTo>
                  <a:lnTo>
                    <a:pt x="0" y="380"/>
                  </a:lnTo>
                  <a:lnTo>
                    <a:pt x="4" y="416"/>
                  </a:lnTo>
                  <a:lnTo>
                    <a:pt x="12" y="450"/>
                  </a:lnTo>
                  <a:lnTo>
                    <a:pt x="22" y="482"/>
                  </a:lnTo>
                  <a:lnTo>
                    <a:pt x="36" y="514"/>
                  </a:lnTo>
                  <a:lnTo>
                    <a:pt x="52" y="544"/>
                  </a:lnTo>
                  <a:lnTo>
                    <a:pt x="72" y="572"/>
                  </a:lnTo>
                  <a:lnTo>
                    <a:pt x="94" y="598"/>
                  </a:lnTo>
                  <a:lnTo>
                    <a:pt x="118" y="622"/>
                  </a:lnTo>
                  <a:lnTo>
                    <a:pt x="146" y="644"/>
                  </a:lnTo>
                  <a:lnTo>
                    <a:pt x="176" y="664"/>
                  </a:lnTo>
                  <a:lnTo>
                    <a:pt x="206" y="680"/>
                  </a:lnTo>
                  <a:lnTo>
                    <a:pt x="240" y="694"/>
                  </a:lnTo>
                  <a:lnTo>
                    <a:pt x="274" y="704"/>
                  </a:lnTo>
                  <a:lnTo>
                    <a:pt x="310" y="712"/>
                  </a:lnTo>
                  <a:lnTo>
                    <a:pt x="346" y="714"/>
                  </a:lnTo>
                  <a:lnTo>
                    <a:pt x="382" y="714"/>
                  </a:lnTo>
                  <a:lnTo>
                    <a:pt x="416" y="710"/>
                  </a:lnTo>
                  <a:lnTo>
                    <a:pt x="450" y="702"/>
                  </a:lnTo>
                  <a:lnTo>
                    <a:pt x="484" y="692"/>
                  </a:lnTo>
                  <a:lnTo>
                    <a:pt x="516" y="678"/>
                  </a:lnTo>
                  <a:lnTo>
                    <a:pt x="546" y="662"/>
                  </a:lnTo>
                  <a:lnTo>
                    <a:pt x="573" y="642"/>
                  </a:lnTo>
                  <a:lnTo>
                    <a:pt x="599" y="620"/>
                  </a:lnTo>
                  <a:lnTo>
                    <a:pt x="623" y="596"/>
                  </a:lnTo>
                  <a:lnTo>
                    <a:pt x="645" y="570"/>
                  </a:lnTo>
                  <a:lnTo>
                    <a:pt x="665" y="540"/>
                  </a:lnTo>
                  <a:lnTo>
                    <a:pt x="681" y="508"/>
                  </a:lnTo>
                  <a:lnTo>
                    <a:pt x="695" y="476"/>
                  </a:lnTo>
                  <a:lnTo>
                    <a:pt x="705" y="440"/>
                  </a:lnTo>
                  <a:lnTo>
                    <a:pt x="713" y="404"/>
                  </a:lnTo>
                  <a:lnTo>
                    <a:pt x="715" y="368"/>
                  </a:lnTo>
                  <a:lnTo>
                    <a:pt x="715" y="334"/>
                  </a:lnTo>
                  <a:lnTo>
                    <a:pt x="711" y="298"/>
                  </a:lnTo>
                  <a:lnTo>
                    <a:pt x="703" y="264"/>
                  </a:lnTo>
                  <a:lnTo>
                    <a:pt x="693" y="232"/>
                  </a:lnTo>
                  <a:lnTo>
                    <a:pt x="679" y="200"/>
                  </a:lnTo>
                  <a:lnTo>
                    <a:pt x="663" y="170"/>
                  </a:lnTo>
                  <a:lnTo>
                    <a:pt x="643" y="142"/>
                  </a:lnTo>
                  <a:lnTo>
                    <a:pt x="621" y="116"/>
                  </a:lnTo>
                  <a:lnTo>
                    <a:pt x="597" y="90"/>
                  </a:lnTo>
                  <a:lnTo>
                    <a:pt x="569" y="68"/>
                  </a:lnTo>
                  <a:lnTo>
                    <a:pt x="542" y="50"/>
                  </a:lnTo>
                  <a:lnTo>
                    <a:pt x="510" y="32"/>
                  </a:lnTo>
                  <a:lnTo>
                    <a:pt x="476" y="20"/>
                  </a:lnTo>
                  <a:lnTo>
                    <a:pt x="442" y="8"/>
                  </a:lnTo>
                  <a:close/>
                </a:path>
              </a:pathLst>
            </a:custGeom>
            <a:solidFill>
              <a:srgbClr val="94C93D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22" name="Freeform 172"/>
            <p:cNvSpPr/>
            <p:nvPr/>
          </p:nvSpPr>
          <p:spPr>
            <a:xfrm>
              <a:off x="804" y="237"/>
              <a:ext cx="701" cy="700"/>
            </a:xfrm>
            <a:custGeom>
              <a:avLst/>
              <a:gdLst/>
              <a:ahLst/>
              <a:cxnLst>
                <a:cxn ang="0">
                  <a:pos x="432" y="10"/>
                </a:cxn>
                <a:cxn ang="0">
                  <a:pos x="362" y="0"/>
                </a:cxn>
                <a:cxn ang="0">
                  <a:pos x="294" y="4"/>
                </a:cxn>
                <a:cxn ang="0">
                  <a:pos x="228" y="22"/>
                </a:cxn>
                <a:cxn ang="0">
                  <a:pos x="168" y="52"/>
                </a:cxn>
                <a:cxn ang="0">
                  <a:pos x="114" y="92"/>
                </a:cxn>
                <a:cxn ang="0">
                  <a:pos x="68" y="142"/>
                </a:cxn>
                <a:cxn ang="0">
                  <a:pos x="32" y="202"/>
                </a:cxn>
                <a:cxn ang="0">
                  <a:pos x="10" y="268"/>
                </a:cxn>
                <a:cxn ang="0">
                  <a:pos x="2" y="304"/>
                </a:cxn>
                <a:cxn ang="0">
                  <a:pos x="0" y="374"/>
                </a:cxn>
                <a:cxn ang="0">
                  <a:pos x="12" y="440"/>
                </a:cxn>
                <a:cxn ang="0">
                  <a:pos x="36" y="504"/>
                </a:cxn>
                <a:cxn ang="0">
                  <a:pos x="70" y="562"/>
                </a:cxn>
                <a:cxn ang="0">
                  <a:pos x="116" y="610"/>
                </a:cxn>
                <a:cxn ang="0">
                  <a:pos x="172" y="652"/>
                </a:cxn>
                <a:cxn ang="0">
                  <a:pos x="234" y="680"/>
                </a:cxn>
                <a:cxn ang="0">
                  <a:pos x="270" y="692"/>
                </a:cxn>
                <a:cxn ang="0">
                  <a:pos x="340" y="700"/>
                </a:cxn>
                <a:cxn ang="0">
                  <a:pos x="408" y="696"/>
                </a:cxn>
                <a:cxn ang="0">
                  <a:pos x="474" y="678"/>
                </a:cxn>
                <a:cxn ang="0">
                  <a:pos x="534" y="648"/>
                </a:cxn>
                <a:cxn ang="0">
                  <a:pos x="587" y="608"/>
                </a:cxn>
                <a:cxn ang="0">
                  <a:pos x="633" y="558"/>
                </a:cxn>
                <a:cxn ang="0">
                  <a:pos x="667" y="500"/>
                </a:cxn>
                <a:cxn ang="0">
                  <a:pos x="691" y="432"/>
                </a:cxn>
                <a:cxn ang="0">
                  <a:pos x="697" y="398"/>
                </a:cxn>
                <a:cxn ang="0">
                  <a:pos x="699" y="328"/>
                </a:cxn>
                <a:cxn ang="0">
                  <a:pos x="689" y="260"/>
                </a:cxn>
                <a:cxn ang="0">
                  <a:pos x="665" y="198"/>
                </a:cxn>
                <a:cxn ang="0">
                  <a:pos x="629" y="140"/>
                </a:cxn>
                <a:cxn ang="0">
                  <a:pos x="583" y="90"/>
                </a:cxn>
                <a:cxn ang="0">
                  <a:pos x="530" y="50"/>
                </a:cxn>
                <a:cxn ang="0">
                  <a:pos x="466" y="20"/>
                </a:cxn>
                <a:cxn ang="0">
                  <a:pos x="432" y="10"/>
                </a:cxn>
              </a:cxnLst>
              <a:rect l="0" t="0" r="0" b="0"/>
              <a:pathLst>
                <a:path w="701" h="700">
                  <a:moveTo>
                    <a:pt x="432" y="10"/>
                  </a:moveTo>
                  <a:lnTo>
                    <a:pt x="432" y="10"/>
                  </a:lnTo>
                  <a:lnTo>
                    <a:pt x="398" y="4"/>
                  </a:lnTo>
                  <a:lnTo>
                    <a:pt x="362" y="0"/>
                  </a:lnTo>
                  <a:lnTo>
                    <a:pt x="328" y="0"/>
                  </a:lnTo>
                  <a:lnTo>
                    <a:pt x="294" y="4"/>
                  </a:lnTo>
                  <a:lnTo>
                    <a:pt x="260" y="12"/>
                  </a:lnTo>
                  <a:lnTo>
                    <a:pt x="228" y="22"/>
                  </a:lnTo>
                  <a:lnTo>
                    <a:pt x="196" y="36"/>
                  </a:lnTo>
                  <a:lnTo>
                    <a:pt x="168" y="52"/>
                  </a:lnTo>
                  <a:lnTo>
                    <a:pt x="140" y="70"/>
                  </a:lnTo>
                  <a:lnTo>
                    <a:pt x="114" y="92"/>
                  </a:lnTo>
                  <a:lnTo>
                    <a:pt x="90" y="116"/>
                  </a:lnTo>
                  <a:lnTo>
                    <a:pt x="68" y="142"/>
                  </a:lnTo>
                  <a:lnTo>
                    <a:pt x="50" y="172"/>
                  </a:lnTo>
                  <a:lnTo>
                    <a:pt x="32" y="202"/>
                  </a:lnTo>
                  <a:lnTo>
                    <a:pt x="20" y="234"/>
                  </a:lnTo>
                  <a:lnTo>
                    <a:pt x="10" y="268"/>
                  </a:lnTo>
                  <a:lnTo>
                    <a:pt x="2" y="304"/>
                  </a:lnTo>
                  <a:lnTo>
                    <a:pt x="0" y="338"/>
                  </a:lnTo>
                  <a:lnTo>
                    <a:pt x="0" y="374"/>
                  </a:lnTo>
                  <a:lnTo>
                    <a:pt x="4" y="408"/>
                  </a:lnTo>
                  <a:lnTo>
                    <a:pt x="12" y="440"/>
                  </a:lnTo>
                  <a:lnTo>
                    <a:pt x="22" y="472"/>
                  </a:lnTo>
                  <a:lnTo>
                    <a:pt x="36" y="504"/>
                  </a:lnTo>
                  <a:lnTo>
                    <a:pt x="52" y="534"/>
                  </a:lnTo>
                  <a:lnTo>
                    <a:pt x="70" y="562"/>
                  </a:lnTo>
                  <a:lnTo>
                    <a:pt x="92" y="588"/>
                  </a:lnTo>
                  <a:lnTo>
                    <a:pt x="116" y="610"/>
                  </a:lnTo>
                  <a:lnTo>
                    <a:pt x="142" y="632"/>
                  </a:lnTo>
                  <a:lnTo>
                    <a:pt x="172" y="652"/>
                  </a:lnTo>
                  <a:lnTo>
                    <a:pt x="202" y="668"/>
                  </a:lnTo>
                  <a:lnTo>
                    <a:pt x="234" y="680"/>
                  </a:lnTo>
                  <a:lnTo>
                    <a:pt x="270" y="692"/>
                  </a:lnTo>
                  <a:lnTo>
                    <a:pt x="304" y="698"/>
                  </a:lnTo>
                  <a:lnTo>
                    <a:pt x="340" y="700"/>
                  </a:lnTo>
                  <a:lnTo>
                    <a:pt x="374" y="700"/>
                  </a:lnTo>
                  <a:lnTo>
                    <a:pt x="408" y="696"/>
                  </a:lnTo>
                  <a:lnTo>
                    <a:pt x="442" y="688"/>
                  </a:lnTo>
                  <a:lnTo>
                    <a:pt x="474" y="678"/>
                  </a:lnTo>
                  <a:lnTo>
                    <a:pt x="504" y="666"/>
                  </a:lnTo>
                  <a:lnTo>
                    <a:pt x="534" y="648"/>
                  </a:lnTo>
                  <a:lnTo>
                    <a:pt x="561" y="630"/>
                  </a:lnTo>
                  <a:lnTo>
                    <a:pt x="587" y="608"/>
                  </a:lnTo>
                  <a:lnTo>
                    <a:pt x="611" y="584"/>
                  </a:lnTo>
                  <a:lnTo>
                    <a:pt x="633" y="558"/>
                  </a:lnTo>
                  <a:lnTo>
                    <a:pt x="651" y="530"/>
                  </a:lnTo>
                  <a:lnTo>
                    <a:pt x="667" y="500"/>
                  </a:lnTo>
                  <a:lnTo>
                    <a:pt x="681" y="466"/>
                  </a:lnTo>
                  <a:lnTo>
                    <a:pt x="691" y="432"/>
                  </a:lnTo>
                  <a:lnTo>
                    <a:pt x="697" y="398"/>
                  </a:lnTo>
                  <a:lnTo>
                    <a:pt x="701" y="362"/>
                  </a:lnTo>
                  <a:lnTo>
                    <a:pt x="699" y="328"/>
                  </a:lnTo>
                  <a:lnTo>
                    <a:pt x="695" y="294"/>
                  </a:lnTo>
                  <a:lnTo>
                    <a:pt x="689" y="260"/>
                  </a:lnTo>
                  <a:lnTo>
                    <a:pt x="679" y="228"/>
                  </a:lnTo>
                  <a:lnTo>
                    <a:pt x="665" y="198"/>
                  </a:lnTo>
                  <a:lnTo>
                    <a:pt x="649" y="168"/>
                  </a:lnTo>
                  <a:lnTo>
                    <a:pt x="629" y="140"/>
                  </a:lnTo>
                  <a:lnTo>
                    <a:pt x="607" y="114"/>
                  </a:lnTo>
                  <a:lnTo>
                    <a:pt x="583" y="90"/>
                  </a:lnTo>
                  <a:lnTo>
                    <a:pt x="557" y="68"/>
                  </a:lnTo>
                  <a:lnTo>
                    <a:pt x="530" y="50"/>
                  </a:lnTo>
                  <a:lnTo>
                    <a:pt x="500" y="34"/>
                  </a:lnTo>
                  <a:lnTo>
                    <a:pt x="466" y="20"/>
                  </a:lnTo>
                  <a:lnTo>
                    <a:pt x="432" y="10"/>
                  </a:lnTo>
                  <a:close/>
                </a:path>
              </a:pathLst>
            </a:custGeom>
            <a:solidFill>
              <a:srgbClr val="96C93D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23" name="Freeform 173"/>
            <p:cNvSpPr/>
            <p:nvPr/>
          </p:nvSpPr>
          <p:spPr>
            <a:xfrm>
              <a:off x="812" y="243"/>
              <a:ext cx="685" cy="684"/>
            </a:xfrm>
            <a:custGeom>
              <a:avLst/>
              <a:gdLst/>
              <a:ahLst/>
              <a:cxnLst>
                <a:cxn ang="0">
                  <a:pos x="424" y="8"/>
                </a:cxn>
                <a:cxn ang="0">
                  <a:pos x="354" y="0"/>
                </a:cxn>
                <a:cxn ang="0">
                  <a:pos x="288" y="4"/>
                </a:cxn>
                <a:cxn ang="0">
                  <a:pos x="224" y="22"/>
                </a:cxn>
                <a:cxn ang="0">
                  <a:pos x="164" y="50"/>
                </a:cxn>
                <a:cxn ang="0">
                  <a:pos x="112" y="90"/>
                </a:cxn>
                <a:cxn ang="0">
                  <a:pos x="66" y="138"/>
                </a:cxn>
                <a:cxn ang="0">
                  <a:pos x="32" y="196"/>
                </a:cxn>
                <a:cxn ang="0">
                  <a:pos x="10" y="262"/>
                </a:cxn>
                <a:cxn ang="0">
                  <a:pos x="2" y="296"/>
                </a:cxn>
                <a:cxn ang="0">
                  <a:pos x="0" y="364"/>
                </a:cxn>
                <a:cxn ang="0">
                  <a:pos x="12" y="430"/>
                </a:cxn>
                <a:cxn ang="0">
                  <a:pos x="36" y="492"/>
                </a:cxn>
                <a:cxn ang="0">
                  <a:pos x="70" y="548"/>
                </a:cxn>
                <a:cxn ang="0">
                  <a:pos x="114" y="596"/>
                </a:cxn>
                <a:cxn ang="0">
                  <a:pos x="168" y="636"/>
                </a:cxn>
                <a:cxn ang="0">
                  <a:pos x="230" y="666"/>
                </a:cxn>
                <a:cxn ang="0">
                  <a:pos x="264" y="676"/>
                </a:cxn>
                <a:cxn ang="0">
                  <a:pos x="332" y="684"/>
                </a:cxn>
                <a:cxn ang="0">
                  <a:pos x="400" y="680"/>
                </a:cxn>
                <a:cxn ang="0">
                  <a:pos x="464" y="662"/>
                </a:cxn>
                <a:cxn ang="0">
                  <a:pos x="522" y="634"/>
                </a:cxn>
                <a:cxn ang="0">
                  <a:pos x="575" y="594"/>
                </a:cxn>
                <a:cxn ang="0">
                  <a:pos x="619" y="546"/>
                </a:cxn>
                <a:cxn ang="0">
                  <a:pos x="653" y="488"/>
                </a:cxn>
                <a:cxn ang="0">
                  <a:pos x="677" y="422"/>
                </a:cxn>
                <a:cxn ang="0">
                  <a:pos x="683" y="388"/>
                </a:cxn>
                <a:cxn ang="0">
                  <a:pos x="685" y="320"/>
                </a:cxn>
                <a:cxn ang="0">
                  <a:pos x="673" y="254"/>
                </a:cxn>
                <a:cxn ang="0">
                  <a:pos x="651" y="192"/>
                </a:cxn>
                <a:cxn ang="0">
                  <a:pos x="617" y="136"/>
                </a:cxn>
                <a:cxn ang="0">
                  <a:pos x="571" y="88"/>
                </a:cxn>
                <a:cxn ang="0">
                  <a:pos x="518" y="48"/>
                </a:cxn>
                <a:cxn ang="0">
                  <a:pos x="456" y="18"/>
                </a:cxn>
                <a:cxn ang="0">
                  <a:pos x="424" y="8"/>
                </a:cxn>
              </a:cxnLst>
              <a:rect l="0" t="0" r="0" b="0"/>
              <a:pathLst>
                <a:path w="685" h="684">
                  <a:moveTo>
                    <a:pt x="424" y="8"/>
                  </a:moveTo>
                  <a:lnTo>
                    <a:pt x="424" y="8"/>
                  </a:lnTo>
                  <a:lnTo>
                    <a:pt x="388" y="2"/>
                  </a:lnTo>
                  <a:lnTo>
                    <a:pt x="354" y="0"/>
                  </a:lnTo>
                  <a:lnTo>
                    <a:pt x="320" y="0"/>
                  </a:lnTo>
                  <a:lnTo>
                    <a:pt x="288" y="4"/>
                  </a:lnTo>
                  <a:lnTo>
                    <a:pt x="254" y="10"/>
                  </a:lnTo>
                  <a:lnTo>
                    <a:pt x="224" y="22"/>
                  </a:lnTo>
                  <a:lnTo>
                    <a:pt x="192" y="34"/>
                  </a:lnTo>
                  <a:lnTo>
                    <a:pt x="164" y="50"/>
                  </a:lnTo>
                  <a:lnTo>
                    <a:pt x="136" y="68"/>
                  </a:lnTo>
                  <a:lnTo>
                    <a:pt x="112" y="90"/>
                  </a:lnTo>
                  <a:lnTo>
                    <a:pt x="88" y="114"/>
                  </a:lnTo>
                  <a:lnTo>
                    <a:pt x="66" y="138"/>
                  </a:lnTo>
                  <a:lnTo>
                    <a:pt x="48" y="166"/>
                  </a:lnTo>
                  <a:lnTo>
                    <a:pt x="32" y="196"/>
                  </a:lnTo>
                  <a:lnTo>
                    <a:pt x="20" y="228"/>
                  </a:lnTo>
                  <a:lnTo>
                    <a:pt x="10" y="262"/>
                  </a:lnTo>
                  <a:lnTo>
                    <a:pt x="2" y="296"/>
                  </a:lnTo>
                  <a:lnTo>
                    <a:pt x="0" y="330"/>
                  </a:lnTo>
                  <a:lnTo>
                    <a:pt x="0" y="364"/>
                  </a:lnTo>
                  <a:lnTo>
                    <a:pt x="4" y="398"/>
                  </a:lnTo>
                  <a:lnTo>
                    <a:pt x="12" y="430"/>
                  </a:lnTo>
                  <a:lnTo>
                    <a:pt x="22" y="462"/>
                  </a:lnTo>
                  <a:lnTo>
                    <a:pt x="36" y="492"/>
                  </a:lnTo>
                  <a:lnTo>
                    <a:pt x="50" y="520"/>
                  </a:lnTo>
                  <a:lnTo>
                    <a:pt x="70" y="548"/>
                  </a:lnTo>
                  <a:lnTo>
                    <a:pt x="90" y="574"/>
                  </a:lnTo>
                  <a:lnTo>
                    <a:pt x="114" y="596"/>
                  </a:lnTo>
                  <a:lnTo>
                    <a:pt x="140" y="618"/>
                  </a:lnTo>
                  <a:lnTo>
                    <a:pt x="168" y="636"/>
                  </a:lnTo>
                  <a:lnTo>
                    <a:pt x="198" y="652"/>
                  </a:lnTo>
                  <a:lnTo>
                    <a:pt x="230" y="666"/>
                  </a:lnTo>
                  <a:lnTo>
                    <a:pt x="264" y="676"/>
                  </a:lnTo>
                  <a:lnTo>
                    <a:pt x="298" y="682"/>
                  </a:lnTo>
                  <a:lnTo>
                    <a:pt x="332" y="684"/>
                  </a:lnTo>
                  <a:lnTo>
                    <a:pt x="366" y="684"/>
                  </a:lnTo>
                  <a:lnTo>
                    <a:pt x="400" y="680"/>
                  </a:lnTo>
                  <a:lnTo>
                    <a:pt x="432" y="674"/>
                  </a:lnTo>
                  <a:lnTo>
                    <a:pt x="464" y="662"/>
                  </a:lnTo>
                  <a:lnTo>
                    <a:pt x="494" y="650"/>
                  </a:lnTo>
                  <a:lnTo>
                    <a:pt x="522" y="634"/>
                  </a:lnTo>
                  <a:lnTo>
                    <a:pt x="549" y="616"/>
                  </a:lnTo>
                  <a:lnTo>
                    <a:pt x="575" y="594"/>
                  </a:lnTo>
                  <a:lnTo>
                    <a:pt x="597" y="570"/>
                  </a:lnTo>
                  <a:lnTo>
                    <a:pt x="619" y="546"/>
                  </a:lnTo>
                  <a:lnTo>
                    <a:pt x="637" y="518"/>
                  </a:lnTo>
                  <a:lnTo>
                    <a:pt x="653" y="488"/>
                  </a:lnTo>
                  <a:lnTo>
                    <a:pt x="667" y="456"/>
                  </a:lnTo>
                  <a:lnTo>
                    <a:pt x="677" y="422"/>
                  </a:lnTo>
                  <a:lnTo>
                    <a:pt x="683" y="388"/>
                  </a:lnTo>
                  <a:lnTo>
                    <a:pt x="685" y="354"/>
                  </a:lnTo>
                  <a:lnTo>
                    <a:pt x="685" y="320"/>
                  </a:lnTo>
                  <a:lnTo>
                    <a:pt x="681" y="286"/>
                  </a:lnTo>
                  <a:lnTo>
                    <a:pt x="673" y="254"/>
                  </a:lnTo>
                  <a:lnTo>
                    <a:pt x="663" y="222"/>
                  </a:lnTo>
                  <a:lnTo>
                    <a:pt x="651" y="192"/>
                  </a:lnTo>
                  <a:lnTo>
                    <a:pt x="635" y="164"/>
                  </a:lnTo>
                  <a:lnTo>
                    <a:pt x="617" y="136"/>
                  </a:lnTo>
                  <a:lnTo>
                    <a:pt x="595" y="110"/>
                  </a:lnTo>
                  <a:lnTo>
                    <a:pt x="571" y="88"/>
                  </a:lnTo>
                  <a:lnTo>
                    <a:pt x="545" y="66"/>
                  </a:lnTo>
                  <a:lnTo>
                    <a:pt x="518" y="48"/>
                  </a:lnTo>
                  <a:lnTo>
                    <a:pt x="488" y="32"/>
                  </a:lnTo>
                  <a:lnTo>
                    <a:pt x="456" y="18"/>
                  </a:lnTo>
                  <a:lnTo>
                    <a:pt x="424" y="8"/>
                  </a:lnTo>
                  <a:close/>
                </a:path>
              </a:pathLst>
            </a:custGeom>
            <a:solidFill>
              <a:srgbClr val="98CA3C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24" name="Freeform 174"/>
            <p:cNvSpPr/>
            <p:nvPr/>
          </p:nvSpPr>
          <p:spPr>
            <a:xfrm>
              <a:off x="820" y="247"/>
              <a:ext cx="671" cy="670"/>
            </a:xfrm>
            <a:custGeom>
              <a:avLst/>
              <a:gdLst/>
              <a:ahLst/>
              <a:cxnLst>
                <a:cxn ang="0">
                  <a:pos x="414" y="10"/>
                </a:cxn>
                <a:cxn ang="0">
                  <a:pos x="346" y="0"/>
                </a:cxn>
                <a:cxn ang="0">
                  <a:pos x="280" y="4"/>
                </a:cxn>
                <a:cxn ang="0">
                  <a:pos x="218" y="22"/>
                </a:cxn>
                <a:cxn ang="0">
                  <a:pos x="160" y="50"/>
                </a:cxn>
                <a:cxn ang="0">
                  <a:pos x="108" y="88"/>
                </a:cxn>
                <a:cxn ang="0">
                  <a:pos x="66" y="136"/>
                </a:cxn>
                <a:cxn ang="0">
                  <a:pos x="32" y="194"/>
                </a:cxn>
                <a:cxn ang="0">
                  <a:pos x="10" y="258"/>
                </a:cxn>
                <a:cxn ang="0">
                  <a:pos x="4" y="290"/>
                </a:cxn>
                <a:cxn ang="0">
                  <a:pos x="0" y="358"/>
                </a:cxn>
                <a:cxn ang="0">
                  <a:pos x="12" y="422"/>
                </a:cxn>
                <a:cxn ang="0">
                  <a:pos x="34" y="482"/>
                </a:cxn>
                <a:cxn ang="0">
                  <a:pos x="68" y="538"/>
                </a:cxn>
                <a:cxn ang="0">
                  <a:pos x="112" y="584"/>
                </a:cxn>
                <a:cxn ang="0">
                  <a:pos x="164" y="624"/>
                </a:cxn>
                <a:cxn ang="0">
                  <a:pos x="224" y="652"/>
                </a:cxn>
                <a:cxn ang="0">
                  <a:pos x="258" y="662"/>
                </a:cxn>
                <a:cxn ang="0">
                  <a:pos x="326" y="670"/>
                </a:cxn>
                <a:cxn ang="0">
                  <a:pos x="390" y="666"/>
                </a:cxn>
                <a:cxn ang="0">
                  <a:pos x="454" y="650"/>
                </a:cxn>
                <a:cxn ang="0">
                  <a:pos x="512" y="622"/>
                </a:cxn>
                <a:cxn ang="0">
                  <a:pos x="561" y="582"/>
                </a:cxn>
                <a:cxn ang="0">
                  <a:pos x="605" y="534"/>
                </a:cxn>
                <a:cxn ang="0">
                  <a:pos x="639" y="478"/>
                </a:cxn>
                <a:cxn ang="0">
                  <a:pos x="661" y="414"/>
                </a:cxn>
                <a:cxn ang="0">
                  <a:pos x="667" y="380"/>
                </a:cxn>
                <a:cxn ang="0">
                  <a:pos x="669" y="314"/>
                </a:cxn>
                <a:cxn ang="0">
                  <a:pos x="659" y="250"/>
                </a:cxn>
                <a:cxn ang="0">
                  <a:pos x="637" y="188"/>
                </a:cxn>
                <a:cxn ang="0">
                  <a:pos x="603" y="134"/>
                </a:cxn>
                <a:cxn ang="0">
                  <a:pos x="559" y="86"/>
                </a:cxn>
                <a:cxn ang="0">
                  <a:pos x="508" y="48"/>
                </a:cxn>
                <a:cxn ang="0">
                  <a:pos x="446" y="20"/>
                </a:cxn>
                <a:cxn ang="0">
                  <a:pos x="414" y="10"/>
                </a:cxn>
              </a:cxnLst>
              <a:rect l="0" t="0" r="0" b="0"/>
              <a:pathLst>
                <a:path w="671" h="670">
                  <a:moveTo>
                    <a:pt x="414" y="10"/>
                  </a:moveTo>
                  <a:lnTo>
                    <a:pt x="414" y="10"/>
                  </a:lnTo>
                  <a:lnTo>
                    <a:pt x="380" y="4"/>
                  </a:lnTo>
                  <a:lnTo>
                    <a:pt x="346" y="0"/>
                  </a:lnTo>
                  <a:lnTo>
                    <a:pt x="314" y="2"/>
                  </a:lnTo>
                  <a:lnTo>
                    <a:pt x="280" y="4"/>
                  </a:lnTo>
                  <a:lnTo>
                    <a:pt x="250" y="12"/>
                  </a:lnTo>
                  <a:lnTo>
                    <a:pt x="218" y="22"/>
                  </a:lnTo>
                  <a:lnTo>
                    <a:pt x="188" y="34"/>
                  </a:lnTo>
                  <a:lnTo>
                    <a:pt x="160" y="50"/>
                  </a:lnTo>
                  <a:lnTo>
                    <a:pt x="134" y="68"/>
                  </a:lnTo>
                  <a:lnTo>
                    <a:pt x="108" y="88"/>
                  </a:lnTo>
                  <a:lnTo>
                    <a:pt x="86" y="112"/>
                  </a:lnTo>
                  <a:lnTo>
                    <a:pt x="66" y="136"/>
                  </a:lnTo>
                  <a:lnTo>
                    <a:pt x="48" y="164"/>
                  </a:lnTo>
                  <a:lnTo>
                    <a:pt x="32" y="194"/>
                  </a:lnTo>
                  <a:lnTo>
                    <a:pt x="20" y="224"/>
                  </a:lnTo>
                  <a:lnTo>
                    <a:pt x="10" y="258"/>
                  </a:lnTo>
                  <a:lnTo>
                    <a:pt x="4" y="290"/>
                  </a:lnTo>
                  <a:lnTo>
                    <a:pt x="0" y="324"/>
                  </a:lnTo>
                  <a:lnTo>
                    <a:pt x="0" y="358"/>
                  </a:lnTo>
                  <a:lnTo>
                    <a:pt x="4" y="390"/>
                  </a:lnTo>
                  <a:lnTo>
                    <a:pt x="12" y="422"/>
                  </a:lnTo>
                  <a:lnTo>
                    <a:pt x="22" y="452"/>
                  </a:lnTo>
                  <a:lnTo>
                    <a:pt x="34" y="482"/>
                  </a:lnTo>
                  <a:lnTo>
                    <a:pt x="50" y="510"/>
                  </a:lnTo>
                  <a:lnTo>
                    <a:pt x="68" y="538"/>
                  </a:lnTo>
                  <a:lnTo>
                    <a:pt x="88" y="562"/>
                  </a:lnTo>
                  <a:lnTo>
                    <a:pt x="112" y="584"/>
                  </a:lnTo>
                  <a:lnTo>
                    <a:pt x="138" y="606"/>
                  </a:lnTo>
                  <a:lnTo>
                    <a:pt x="164" y="624"/>
                  </a:lnTo>
                  <a:lnTo>
                    <a:pt x="194" y="640"/>
                  </a:lnTo>
                  <a:lnTo>
                    <a:pt x="224" y="652"/>
                  </a:lnTo>
                  <a:lnTo>
                    <a:pt x="258" y="662"/>
                  </a:lnTo>
                  <a:lnTo>
                    <a:pt x="292" y="668"/>
                  </a:lnTo>
                  <a:lnTo>
                    <a:pt x="326" y="670"/>
                  </a:lnTo>
                  <a:lnTo>
                    <a:pt x="358" y="670"/>
                  </a:lnTo>
                  <a:lnTo>
                    <a:pt x="390" y="666"/>
                  </a:lnTo>
                  <a:lnTo>
                    <a:pt x="422" y="660"/>
                  </a:lnTo>
                  <a:lnTo>
                    <a:pt x="454" y="650"/>
                  </a:lnTo>
                  <a:lnTo>
                    <a:pt x="484" y="636"/>
                  </a:lnTo>
                  <a:lnTo>
                    <a:pt x="512" y="622"/>
                  </a:lnTo>
                  <a:lnTo>
                    <a:pt x="537" y="602"/>
                  </a:lnTo>
                  <a:lnTo>
                    <a:pt x="561" y="582"/>
                  </a:lnTo>
                  <a:lnTo>
                    <a:pt x="585" y="560"/>
                  </a:lnTo>
                  <a:lnTo>
                    <a:pt x="605" y="534"/>
                  </a:lnTo>
                  <a:lnTo>
                    <a:pt x="623" y="508"/>
                  </a:lnTo>
                  <a:lnTo>
                    <a:pt x="639" y="478"/>
                  </a:lnTo>
                  <a:lnTo>
                    <a:pt x="651" y="446"/>
                  </a:lnTo>
                  <a:lnTo>
                    <a:pt x="661" y="414"/>
                  </a:lnTo>
                  <a:lnTo>
                    <a:pt x="667" y="380"/>
                  </a:lnTo>
                  <a:lnTo>
                    <a:pt x="671" y="346"/>
                  </a:lnTo>
                  <a:lnTo>
                    <a:pt x="669" y="314"/>
                  </a:lnTo>
                  <a:lnTo>
                    <a:pt x="667" y="282"/>
                  </a:lnTo>
                  <a:lnTo>
                    <a:pt x="659" y="250"/>
                  </a:lnTo>
                  <a:lnTo>
                    <a:pt x="649" y="218"/>
                  </a:lnTo>
                  <a:lnTo>
                    <a:pt x="637" y="188"/>
                  </a:lnTo>
                  <a:lnTo>
                    <a:pt x="621" y="160"/>
                  </a:lnTo>
                  <a:lnTo>
                    <a:pt x="603" y="134"/>
                  </a:lnTo>
                  <a:lnTo>
                    <a:pt x="581" y="110"/>
                  </a:lnTo>
                  <a:lnTo>
                    <a:pt x="559" y="86"/>
                  </a:lnTo>
                  <a:lnTo>
                    <a:pt x="533" y="66"/>
                  </a:lnTo>
                  <a:lnTo>
                    <a:pt x="508" y="48"/>
                  </a:lnTo>
                  <a:lnTo>
                    <a:pt x="478" y="32"/>
                  </a:lnTo>
                  <a:lnTo>
                    <a:pt x="446" y="20"/>
                  </a:lnTo>
                  <a:lnTo>
                    <a:pt x="414" y="10"/>
                  </a:lnTo>
                  <a:close/>
                </a:path>
              </a:pathLst>
            </a:custGeom>
            <a:solidFill>
              <a:srgbClr val="9BCB3C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25" name="Freeform 175"/>
            <p:cNvSpPr/>
            <p:nvPr/>
          </p:nvSpPr>
          <p:spPr>
            <a:xfrm>
              <a:off x="828" y="253"/>
              <a:ext cx="655" cy="654"/>
            </a:xfrm>
            <a:custGeom>
              <a:avLst/>
              <a:gdLst/>
              <a:ahLst/>
              <a:cxnLst>
                <a:cxn ang="0">
                  <a:pos x="404" y="8"/>
                </a:cxn>
                <a:cxn ang="0">
                  <a:pos x="340" y="0"/>
                </a:cxn>
                <a:cxn ang="0">
                  <a:pos x="274" y="4"/>
                </a:cxn>
                <a:cxn ang="0">
                  <a:pos x="214" y="20"/>
                </a:cxn>
                <a:cxn ang="0">
                  <a:pos x="156" y="48"/>
                </a:cxn>
                <a:cxn ang="0">
                  <a:pos x="106" y="86"/>
                </a:cxn>
                <a:cxn ang="0">
                  <a:pos x="64" y="132"/>
                </a:cxn>
                <a:cxn ang="0">
                  <a:pos x="32" y="188"/>
                </a:cxn>
                <a:cxn ang="0">
                  <a:pos x="10" y="250"/>
                </a:cxn>
                <a:cxn ang="0">
                  <a:pos x="4" y="284"/>
                </a:cxn>
                <a:cxn ang="0">
                  <a:pos x="2" y="348"/>
                </a:cxn>
                <a:cxn ang="0">
                  <a:pos x="12" y="412"/>
                </a:cxn>
                <a:cxn ang="0">
                  <a:pos x="34" y="470"/>
                </a:cxn>
                <a:cxn ang="0">
                  <a:pos x="66" y="524"/>
                </a:cxn>
                <a:cxn ang="0">
                  <a:pos x="110" y="570"/>
                </a:cxn>
                <a:cxn ang="0">
                  <a:pos x="160" y="608"/>
                </a:cxn>
                <a:cxn ang="0">
                  <a:pos x="220" y="636"/>
                </a:cxn>
                <a:cxn ang="0">
                  <a:pos x="252" y="646"/>
                </a:cxn>
                <a:cxn ang="0">
                  <a:pos x="318" y="654"/>
                </a:cxn>
                <a:cxn ang="0">
                  <a:pos x="382" y="650"/>
                </a:cxn>
                <a:cxn ang="0">
                  <a:pos x="444" y="634"/>
                </a:cxn>
                <a:cxn ang="0">
                  <a:pos x="500" y="606"/>
                </a:cxn>
                <a:cxn ang="0">
                  <a:pos x="549" y="568"/>
                </a:cxn>
                <a:cxn ang="0">
                  <a:pos x="591" y="522"/>
                </a:cxn>
                <a:cxn ang="0">
                  <a:pos x="625" y="466"/>
                </a:cxn>
                <a:cxn ang="0">
                  <a:pos x="647" y="404"/>
                </a:cxn>
                <a:cxn ang="0">
                  <a:pos x="653" y="370"/>
                </a:cxn>
                <a:cxn ang="0">
                  <a:pos x="655" y="306"/>
                </a:cxn>
                <a:cxn ang="0">
                  <a:pos x="645" y="242"/>
                </a:cxn>
                <a:cxn ang="0">
                  <a:pos x="623" y="184"/>
                </a:cxn>
                <a:cxn ang="0">
                  <a:pos x="589" y="130"/>
                </a:cxn>
                <a:cxn ang="0">
                  <a:pos x="547" y="84"/>
                </a:cxn>
                <a:cxn ang="0">
                  <a:pos x="496" y="46"/>
                </a:cxn>
                <a:cxn ang="0">
                  <a:pos x="436" y="18"/>
                </a:cxn>
                <a:cxn ang="0">
                  <a:pos x="404" y="8"/>
                </a:cxn>
              </a:cxnLst>
              <a:rect l="0" t="0" r="0" b="0"/>
              <a:pathLst>
                <a:path w="655" h="654">
                  <a:moveTo>
                    <a:pt x="404" y="8"/>
                  </a:moveTo>
                  <a:lnTo>
                    <a:pt x="404" y="8"/>
                  </a:lnTo>
                  <a:lnTo>
                    <a:pt x="372" y="2"/>
                  </a:lnTo>
                  <a:lnTo>
                    <a:pt x="340" y="0"/>
                  </a:lnTo>
                  <a:lnTo>
                    <a:pt x="306" y="0"/>
                  </a:lnTo>
                  <a:lnTo>
                    <a:pt x="274" y="4"/>
                  </a:lnTo>
                  <a:lnTo>
                    <a:pt x="244" y="10"/>
                  </a:lnTo>
                  <a:lnTo>
                    <a:pt x="214" y="20"/>
                  </a:lnTo>
                  <a:lnTo>
                    <a:pt x="184" y="32"/>
                  </a:lnTo>
                  <a:lnTo>
                    <a:pt x="156" y="48"/>
                  </a:lnTo>
                  <a:lnTo>
                    <a:pt x="130" y="66"/>
                  </a:lnTo>
                  <a:lnTo>
                    <a:pt x="106" y="86"/>
                  </a:lnTo>
                  <a:lnTo>
                    <a:pt x="84" y="108"/>
                  </a:lnTo>
                  <a:lnTo>
                    <a:pt x="64" y="132"/>
                  </a:lnTo>
                  <a:lnTo>
                    <a:pt x="46" y="160"/>
                  </a:lnTo>
                  <a:lnTo>
                    <a:pt x="32" y="188"/>
                  </a:lnTo>
                  <a:lnTo>
                    <a:pt x="18" y="218"/>
                  </a:lnTo>
                  <a:lnTo>
                    <a:pt x="10" y="250"/>
                  </a:lnTo>
                  <a:lnTo>
                    <a:pt x="4" y="284"/>
                  </a:lnTo>
                  <a:lnTo>
                    <a:pt x="0" y="316"/>
                  </a:lnTo>
                  <a:lnTo>
                    <a:pt x="2" y="348"/>
                  </a:lnTo>
                  <a:lnTo>
                    <a:pt x="4" y="380"/>
                  </a:lnTo>
                  <a:lnTo>
                    <a:pt x="12" y="412"/>
                  </a:lnTo>
                  <a:lnTo>
                    <a:pt x="22" y="442"/>
                  </a:lnTo>
                  <a:lnTo>
                    <a:pt x="34" y="470"/>
                  </a:lnTo>
                  <a:lnTo>
                    <a:pt x="50" y="498"/>
                  </a:lnTo>
                  <a:lnTo>
                    <a:pt x="66" y="524"/>
                  </a:lnTo>
                  <a:lnTo>
                    <a:pt x="86" y="548"/>
                  </a:lnTo>
                  <a:lnTo>
                    <a:pt x="110" y="570"/>
                  </a:lnTo>
                  <a:lnTo>
                    <a:pt x="134" y="590"/>
                  </a:lnTo>
                  <a:lnTo>
                    <a:pt x="160" y="608"/>
                  </a:lnTo>
                  <a:lnTo>
                    <a:pt x="190" y="624"/>
                  </a:lnTo>
                  <a:lnTo>
                    <a:pt x="220" y="636"/>
                  </a:lnTo>
                  <a:lnTo>
                    <a:pt x="252" y="646"/>
                  </a:lnTo>
                  <a:lnTo>
                    <a:pt x="286" y="652"/>
                  </a:lnTo>
                  <a:lnTo>
                    <a:pt x="318" y="654"/>
                  </a:lnTo>
                  <a:lnTo>
                    <a:pt x="350" y="654"/>
                  </a:lnTo>
                  <a:lnTo>
                    <a:pt x="382" y="650"/>
                  </a:lnTo>
                  <a:lnTo>
                    <a:pt x="414" y="644"/>
                  </a:lnTo>
                  <a:lnTo>
                    <a:pt x="444" y="634"/>
                  </a:lnTo>
                  <a:lnTo>
                    <a:pt x="472" y="622"/>
                  </a:lnTo>
                  <a:lnTo>
                    <a:pt x="500" y="606"/>
                  </a:lnTo>
                  <a:lnTo>
                    <a:pt x="525" y="588"/>
                  </a:lnTo>
                  <a:lnTo>
                    <a:pt x="549" y="568"/>
                  </a:lnTo>
                  <a:lnTo>
                    <a:pt x="571" y="546"/>
                  </a:lnTo>
                  <a:lnTo>
                    <a:pt x="591" y="522"/>
                  </a:lnTo>
                  <a:lnTo>
                    <a:pt x="609" y="494"/>
                  </a:lnTo>
                  <a:lnTo>
                    <a:pt x="625" y="466"/>
                  </a:lnTo>
                  <a:lnTo>
                    <a:pt x="637" y="436"/>
                  </a:lnTo>
                  <a:lnTo>
                    <a:pt x="647" y="404"/>
                  </a:lnTo>
                  <a:lnTo>
                    <a:pt x="653" y="370"/>
                  </a:lnTo>
                  <a:lnTo>
                    <a:pt x="655" y="338"/>
                  </a:lnTo>
                  <a:lnTo>
                    <a:pt x="655" y="306"/>
                  </a:lnTo>
                  <a:lnTo>
                    <a:pt x="651" y="274"/>
                  </a:lnTo>
                  <a:lnTo>
                    <a:pt x="645" y="242"/>
                  </a:lnTo>
                  <a:lnTo>
                    <a:pt x="635" y="212"/>
                  </a:lnTo>
                  <a:lnTo>
                    <a:pt x="623" y="184"/>
                  </a:lnTo>
                  <a:lnTo>
                    <a:pt x="607" y="156"/>
                  </a:lnTo>
                  <a:lnTo>
                    <a:pt x="589" y="130"/>
                  </a:lnTo>
                  <a:lnTo>
                    <a:pt x="569" y="106"/>
                  </a:lnTo>
                  <a:lnTo>
                    <a:pt x="547" y="84"/>
                  </a:lnTo>
                  <a:lnTo>
                    <a:pt x="522" y="64"/>
                  </a:lnTo>
                  <a:lnTo>
                    <a:pt x="496" y="46"/>
                  </a:lnTo>
                  <a:lnTo>
                    <a:pt x="468" y="30"/>
                  </a:lnTo>
                  <a:lnTo>
                    <a:pt x="436" y="18"/>
                  </a:lnTo>
                  <a:lnTo>
                    <a:pt x="404" y="8"/>
                  </a:lnTo>
                  <a:close/>
                </a:path>
              </a:pathLst>
            </a:custGeom>
            <a:solidFill>
              <a:srgbClr val="9DCB3B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26" name="Freeform 176"/>
            <p:cNvSpPr/>
            <p:nvPr/>
          </p:nvSpPr>
          <p:spPr>
            <a:xfrm>
              <a:off x="836" y="257"/>
              <a:ext cx="641" cy="640"/>
            </a:xfrm>
            <a:custGeom>
              <a:avLst/>
              <a:gdLst/>
              <a:ahLst/>
              <a:cxnLst>
                <a:cxn ang="0">
                  <a:pos x="396" y="10"/>
                </a:cxn>
                <a:cxn ang="0">
                  <a:pos x="332" y="0"/>
                </a:cxn>
                <a:cxn ang="0">
                  <a:pos x="268" y="6"/>
                </a:cxn>
                <a:cxn ang="0">
                  <a:pos x="208" y="22"/>
                </a:cxn>
                <a:cxn ang="0">
                  <a:pos x="154" y="48"/>
                </a:cxn>
                <a:cxn ang="0">
                  <a:pos x="104" y="86"/>
                </a:cxn>
                <a:cxn ang="0">
                  <a:pos x="62" y="132"/>
                </a:cxn>
                <a:cxn ang="0">
                  <a:pos x="30" y="186"/>
                </a:cxn>
                <a:cxn ang="0">
                  <a:pos x="10" y="246"/>
                </a:cxn>
                <a:cxn ang="0">
                  <a:pos x="4" y="278"/>
                </a:cxn>
                <a:cxn ang="0">
                  <a:pos x="2" y="342"/>
                </a:cxn>
                <a:cxn ang="0">
                  <a:pos x="12" y="404"/>
                </a:cxn>
                <a:cxn ang="0">
                  <a:pos x="34" y="460"/>
                </a:cxn>
                <a:cxn ang="0">
                  <a:pos x="66" y="514"/>
                </a:cxn>
                <a:cxn ang="0">
                  <a:pos x="108" y="558"/>
                </a:cxn>
                <a:cxn ang="0">
                  <a:pos x="158" y="596"/>
                </a:cxn>
                <a:cxn ang="0">
                  <a:pos x="216" y="622"/>
                </a:cxn>
                <a:cxn ang="0">
                  <a:pos x="246" y="632"/>
                </a:cxn>
                <a:cxn ang="0">
                  <a:pos x="310" y="640"/>
                </a:cxn>
                <a:cxn ang="0">
                  <a:pos x="374" y="636"/>
                </a:cxn>
                <a:cxn ang="0">
                  <a:pos x="434" y="620"/>
                </a:cxn>
                <a:cxn ang="0">
                  <a:pos x="488" y="594"/>
                </a:cxn>
                <a:cxn ang="0">
                  <a:pos x="537" y="556"/>
                </a:cxn>
                <a:cxn ang="0">
                  <a:pos x="579" y="510"/>
                </a:cxn>
                <a:cxn ang="0">
                  <a:pos x="611" y="456"/>
                </a:cxn>
                <a:cxn ang="0">
                  <a:pos x="631" y="396"/>
                </a:cxn>
                <a:cxn ang="0">
                  <a:pos x="637" y="364"/>
                </a:cxn>
                <a:cxn ang="0">
                  <a:pos x="639" y="300"/>
                </a:cxn>
                <a:cxn ang="0">
                  <a:pos x="629" y="238"/>
                </a:cxn>
                <a:cxn ang="0">
                  <a:pos x="607" y="180"/>
                </a:cxn>
                <a:cxn ang="0">
                  <a:pos x="575" y="128"/>
                </a:cxn>
                <a:cxn ang="0">
                  <a:pos x="533" y="82"/>
                </a:cxn>
                <a:cxn ang="0">
                  <a:pos x="484" y="46"/>
                </a:cxn>
                <a:cxn ang="0">
                  <a:pos x="428" y="18"/>
                </a:cxn>
                <a:cxn ang="0">
                  <a:pos x="396" y="10"/>
                </a:cxn>
              </a:cxnLst>
              <a:rect l="0" t="0" r="0" b="0"/>
              <a:pathLst>
                <a:path w="641" h="640">
                  <a:moveTo>
                    <a:pt x="396" y="10"/>
                  </a:moveTo>
                  <a:lnTo>
                    <a:pt x="396" y="10"/>
                  </a:lnTo>
                  <a:lnTo>
                    <a:pt x="364" y="4"/>
                  </a:lnTo>
                  <a:lnTo>
                    <a:pt x="332" y="0"/>
                  </a:lnTo>
                  <a:lnTo>
                    <a:pt x="300" y="2"/>
                  </a:lnTo>
                  <a:lnTo>
                    <a:pt x="268" y="6"/>
                  </a:lnTo>
                  <a:lnTo>
                    <a:pt x="238" y="12"/>
                  </a:lnTo>
                  <a:lnTo>
                    <a:pt x="208" y="22"/>
                  </a:lnTo>
                  <a:lnTo>
                    <a:pt x="180" y="34"/>
                  </a:lnTo>
                  <a:lnTo>
                    <a:pt x="154" y="48"/>
                  </a:lnTo>
                  <a:lnTo>
                    <a:pt x="128" y="66"/>
                  </a:lnTo>
                  <a:lnTo>
                    <a:pt x="104" y="86"/>
                  </a:lnTo>
                  <a:lnTo>
                    <a:pt x="82" y="106"/>
                  </a:lnTo>
                  <a:lnTo>
                    <a:pt x="62" y="132"/>
                  </a:lnTo>
                  <a:lnTo>
                    <a:pt x="46" y="158"/>
                  </a:lnTo>
                  <a:lnTo>
                    <a:pt x="30" y="186"/>
                  </a:lnTo>
                  <a:lnTo>
                    <a:pt x="18" y="214"/>
                  </a:lnTo>
                  <a:lnTo>
                    <a:pt x="10" y="246"/>
                  </a:lnTo>
                  <a:lnTo>
                    <a:pt x="4" y="278"/>
                  </a:lnTo>
                  <a:lnTo>
                    <a:pt x="0" y="310"/>
                  </a:lnTo>
                  <a:lnTo>
                    <a:pt x="2" y="342"/>
                  </a:lnTo>
                  <a:lnTo>
                    <a:pt x="4" y="372"/>
                  </a:lnTo>
                  <a:lnTo>
                    <a:pt x="12" y="404"/>
                  </a:lnTo>
                  <a:lnTo>
                    <a:pt x="22" y="432"/>
                  </a:lnTo>
                  <a:lnTo>
                    <a:pt x="34" y="460"/>
                  </a:lnTo>
                  <a:lnTo>
                    <a:pt x="48" y="488"/>
                  </a:lnTo>
                  <a:lnTo>
                    <a:pt x="66" y="514"/>
                  </a:lnTo>
                  <a:lnTo>
                    <a:pt x="86" y="536"/>
                  </a:lnTo>
                  <a:lnTo>
                    <a:pt x="108" y="558"/>
                  </a:lnTo>
                  <a:lnTo>
                    <a:pt x="132" y="578"/>
                  </a:lnTo>
                  <a:lnTo>
                    <a:pt x="158" y="596"/>
                  </a:lnTo>
                  <a:lnTo>
                    <a:pt x="186" y="610"/>
                  </a:lnTo>
                  <a:lnTo>
                    <a:pt x="216" y="622"/>
                  </a:lnTo>
                  <a:lnTo>
                    <a:pt x="246" y="632"/>
                  </a:lnTo>
                  <a:lnTo>
                    <a:pt x="278" y="638"/>
                  </a:lnTo>
                  <a:lnTo>
                    <a:pt x="310" y="640"/>
                  </a:lnTo>
                  <a:lnTo>
                    <a:pt x="342" y="640"/>
                  </a:lnTo>
                  <a:lnTo>
                    <a:pt x="374" y="636"/>
                  </a:lnTo>
                  <a:lnTo>
                    <a:pt x="404" y="630"/>
                  </a:lnTo>
                  <a:lnTo>
                    <a:pt x="434" y="620"/>
                  </a:lnTo>
                  <a:lnTo>
                    <a:pt x="462" y="608"/>
                  </a:lnTo>
                  <a:lnTo>
                    <a:pt x="488" y="594"/>
                  </a:lnTo>
                  <a:lnTo>
                    <a:pt x="514" y="576"/>
                  </a:lnTo>
                  <a:lnTo>
                    <a:pt x="537" y="556"/>
                  </a:lnTo>
                  <a:lnTo>
                    <a:pt x="559" y="534"/>
                  </a:lnTo>
                  <a:lnTo>
                    <a:pt x="579" y="510"/>
                  </a:lnTo>
                  <a:lnTo>
                    <a:pt x="595" y="484"/>
                  </a:lnTo>
                  <a:lnTo>
                    <a:pt x="611" y="456"/>
                  </a:lnTo>
                  <a:lnTo>
                    <a:pt x="623" y="426"/>
                  </a:lnTo>
                  <a:lnTo>
                    <a:pt x="631" y="396"/>
                  </a:lnTo>
                  <a:lnTo>
                    <a:pt x="637" y="364"/>
                  </a:lnTo>
                  <a:lnTo>
                    <a:pt x="641" y="332"/>
                  </a:lnTo>
                  <a:lnTo>
                    <a:pt x="639" y="300"/>
                  </a:lnTo>
                  <a:lnTo>
                    <a:pt x="637" y="268"/>
                  </a:lnTo>
                  <a:lnTo>
                    <a:pt x="629" y="238"/>
                  </a:lnTo>
                  <a:lnTo>
                    <a:pt x="621" y="208"/>
                  </a:lnTo>
                  <a:lnTo>
                    <a:pt x="607" y="180"/>
                  </a:lnTo>
                  <a:lnTo>
                    <a:pt x="593" y="154"/>
                  </a:lnTo>
                  <a:lnTo>
                    <a:pt x="575" y="128"/>
                  </a:lnTo>
                  <a:lnTo>
                    <a:pt x="555" y="104"/>
                  </a:lnTo>
                  <a:lnTo>
                    <a:pt x="533" y="82"/>
                  </a:lnTo>
                  <a:lnTo>
                    <a:pt x="510" y="64"/>
                  </a:lnTo>
                  <a:lnTo>
                    <a:pt x="484" y="46"/>
                  </a:lnTo>
                  <a:lnTo>
                    <a:pt x="456" y="30"/>
                  </a:lnTo>
                  <a:lnTo>
                    <a:pt x="428" y="18"/>
                  </a:lnTo>
                  <a:lnTo>
                    <a:pt x="396" y="10"/>
                  </a:lnTo>
                  <a:close/>
                </a:path>
              </a:pathLst>
            </a:custGeom>
            <a:solidFill>
              <a:srgbClr val="9FCC3B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27" name="Freeform 177"/>
            <p:cNvSpPr/>
            <p:nvPr/>
          </p:nvSpPr>
          <p:spPr>
            <a:xfrm>
              <a:off x="844" y="263"/>
              <a:ext cx="625" cy="624"/>
            </a:xfrm>
            <a:custGeom>
              <a:avLst/>
              <a:gdLst/>
              <a:ahLst/>
              <a:cxnLst>
                <a:cxn ang="0">
                  <a:pos x="386" y="8"/>
                </a:cxn>
                <a:cxn ang="0">
                  <a:pos x="324" y="0"/>
                </a:cxn>
                <a:cxn ang="0">
                  <a:pos x="262" y="4"/>
                </a:cxn>
                <a:cxn ang="0">
                  <a:pos x="204" y="20"/>
                </a:cxn>
                <a:cxn ang="0">
                  <a:pos x="150" y="46"/>
                </a:cxn>
                <a:cxn ang="0">
                  <a:pos x="102" y="82"/>
                </a:cxn>
                <a:cxn ang="0">
                  <a:pos x="62" y="128"/>
                </a:cxn>
                <a:cxn ang="0">
                  <a:pos x="30" y="180"/>
                </a:cxn>
                <a:cxn ang="0">
                  <a:pos x="10" y="240"/>
                </a:cxn>
                <a:cxn ang="0">
                  <a:pos x="4" y="270"/>
                </a:cxn>
                <a:cxn ang="0">
                  <a:pos x="2" y="332"/>
                </a:cxn>
                <a:cxn ang="0">
                  <a:pos x="12" y="392"/>
                </a:cxn>
                <a:cxn ang="0">
                  <a:pos x="32" y="450"/>
                </a:cxn>
                <a:cxn ang="0">
                  <a:pos x="64" y="500"/>
                </a:cxn>
                <a:cxn ang="0">
                  <a:pos x="104" y="544"/>
                </a:cxn>
                <a:cxn ang="0">
                  <a:pos x="154" y="580"/>
                </a:cxn>
                <a:cxn ang="0">
                  <a:pos x="210" y="608"/>
                </a:cxn>
                <a:cxn ang="0">
                  <a:pos x="240" y="616"/>
                </a:cxn>
                <a:cxn ang="0">
                  <a:pos x="304" y="624"/>
                </a:cxn>
                <a:cxn ang="0">
                  <a:pos x="364" y="620"/>
                </a:cxn>
                <a:cxn ang="0">
                  <a:pos x="424" y="604"/>
                </a:cxn>
                <a:cxn ang="0">
                  <a:pos x="478" y="578"/>
                </a:cxn>
                <a:cxn ang="0">
                  <a:pos x="525" y="542"/>
                </a:cxn>
                <a:cxn ang="0">
                  <a:pos x="565" y="498"/>
                </a:cxn>
                <a:cxn ang="0">
                  <a:pos x="597" y="444"/>
                </a:cxn>
                <a:cxn ang="0">
                  <a:pos x="617" y="386"/>
                </a:cxn>
                <a:cxn ang="0">
                  <a:pos x="623" y="354"/>
                </a:cxn>
                <a:cxn ang="0">
                  <a:pos x="625" y="292"/>
                </a:cxn>
                <a:cxn ang="0">
                  <a:pos x="615" y="232"/>
                </a:cxn>
                <a:cxn ang="0">
                  <a:pos x="593" y="176"/>
                </a:cxn>
                <a:cxn ang="0">
                  <a:pos x="563" y="124"/>
                </a:cxn>
                <a:cxn ang="0">
                  <a:pos x="521" y="80"/>
                </a:cxn>
                <a:cxn ang="0">
                  <a:pos x="474" y="44"/>
                </a:cxn>
                <a:cxn ang="0">
                  <a:pos x="418" y="18"/>
                </a:cxn>
                <a:cxn ang="0">
                  <a:pos x="386" y="8"/>
                </a:cxn>
              </a:cxnLst>
              <a:rect l="0" t="0" r="0" b="0"/>
              <a:pathLst>
                <a:path w="625" h="624">
                  <a:moveTo>
                    <a:pt x="386" y="8"/>
                  </a:moveTo>
                  <a:lnTo>
                    <a:pt x="386" y="8"/>
                  </a:lnTo>
                  <a:lnTo>
                    <a:pt x="354" y="2"/>
                  </a:lnTo>
                  <a:lnTo>
                    <a:pt x="324" y="0"/>
                  </a:lnTo>
                  <a:lnTo>
                    <a:pt x="292" y="0"/>
                  </a:lnTo>
                  <a:lnTo>
                    <a:pt x="262" y="4"/>
                  </a:lnTo>
                  <a:lnTo>
                    <a:pt x="232" y="10"/>
                  </a:lnTo>
                  <a:lnTo>
                    <a:pt x="204" y="20"/>
                  </a:lnTo>
                  <a:lnTo>
                    <a:pt x="176" y="32"/>
                  </a:lnTo>
                  <a:lnTo>
                    <a:pt x="150" y="46"/>
                  </a:lnTo>
                  <a:lnTo>
                    <a:pt x="126" y="64"/>
                  </a:lnTo>
                  <a:lnTo>
                    <a:pt x="102" y="82"/>
                  </a:lnTo>
                  <a:lnTo>
                    <a:pt x="80" y="104"/>
                  </a:lnTo>
                  <a:lnTo>
                    <a:pt x="62" y="128"/>
                  </a:lnTo>
                  <a:lnTo>
                    <a:pt x="44" y="152"/>
                  </a:lnTo>
                  <a:lnTo>
                    <a:pt x="30" y="180"/>
                  </a:lnTo>
                  <a:lnTo>
                    <a:pt x="18" y="208"/>
                  </a:lnTo>
                  <a:lnTo>
                    <a:pt x="10" y="240"/>
                  </a:lnTo>
                  <a:lnTo>
                    <a:pt x="4" y="270"/>
                  </a:lnTo>
                  <a:lnTo>
                    <a:pt x="0" y="302"/>
                  </a:lnTo>
                  <a:lnTo>
                    <a:pt x="2" y="332"/>
                  </a:lnTo>
                  <a:lnTo>
                    <a:pt x="4" y="364"/>
                  </a:lnTo>
                  <a:lnTo>
                    <a:pt x="12" y="392"/>
                  </a:lnTo>
                  <a:lnTo>
                    <a:pt x="20" y="422"/>
                  </a:lnTo>
                  <a:lnTo>
                    <a:pt x="32" y="450"/>
                  </a:lnTo>
                  <a:lnTo>
                    <a:pt x="48" y="476"/>
                  </a:lnTo>
                  <a:lnTo>
                    <a:pt x="64" y="500"/>
                  </a:lnTo>
                  <a:lnTo>
                    <a:pt x="84" y="524"/>
                  </a:lnTo>
                  <a:lnTo>
                    <a:pt x="104" y="544"/>
                  </a:lnTo>
                  <a:lnTo>
                    <a:pt x="128" y="564"/>
                  </a:lnTo>
                  <a:lnTo>
                    <a:pt x="154" y="580"/>
                  </a:lnTo>
                  <a:lnTo>
                    <a:pt x="182" y="596"/>
                  </a:lnTo>
                  <a:lnTo>
                    <a:pt x="210" y="608"/>
                  </a:lnTo>
                  <a:lnTo>
                    <a:pt x="240" y="616"/>
                  </a:lnTo>
                  <a:lnTo>
                    <a:pt x="272" y="622"/>
                  </a:lnTo>
                  <a:lnTo>
                    <a:pt x="304" y="624"/>
                  </a:lnTo>
                  <a:lnTo>
                    <a:pt x="334" y="624"/>
                  </a:lnTo>
                  <a:lnTo>
                    <a:pt x="364" y="620"/>
                  </a:lnTo>
                  <a:lnTo>
                    <a:pt x="394" y="614"/>
                  </a:lnTo>
                  <a:lnTo>
                    <a:pt x="424" y="604"/>
                  </a:lnTo>
                  <a:lnTo>
                    <a:pt x="450" y="592"/>
                  </a:lnTo>
                  <a:lnTo>
                    <a:pt x="478" y="578"/>
                  </a:lnTo>
                  <a:lnTo>
                    <a:pt x="502" y="562"/>
                  </a:lnTo>
                  <a:lnTo>
                    <a:pt x="525" y="542"/>
                  </a:lnTo>
                  <a:lnTo>
                    <a:pt x="545" y="522"/>
                  </a:lnTo>
                  <a:lnTo>
                    <a:pt x="565" y="498"/>
                  </a:lnTo>
                  <a:lnTo>
                    <a:pt x="581" y="472"/>
                  </a:lnTo>
                  <a:lnTo>
                    <a:pt x="597" y="444"/>
                  </a:lnTo>
                  <a:lnTo>
                    <a:pt x="607" y="416"/>
                  </a:lnTo>
                  <a:lnTo>
                    <a:pt x="617" y="386"/>
                  </a:lnTo>
                  <a:lnTo>
                    <a:pt x="623" y="354"/>
                  </a:lnTo>
                  <a:lnTo>
                    <a:pt x="625" y="322"/>
                  </a:lnTo>
                  <a:lnTo>
                    <a:pt x="625" y="292"/>
                  </a:lnTo>
                  <a:lnTo>
                    <a:pt x="621" y="262"/>
                  </a:lnTo>
                  <a:lnTo>
                    <a:pt x="615" y="232"/>
                  </a:lnTo>
                  <a:lnTo>
                    <a:pt x="605" y="204"/>
                  </a:lnTo>
                  <a:lnTo>
                    <a:pt x="593" y="176"/>
                  </a:lnTo>
                  <a:lnTo>
                    <a:pt x="579" y="150"/>
                  </a:lnTo>
                  <a:lnTo>
                    <a:pt x="563" y="124"/>
                  </a:lnTo>
                  <a:lnTo>
                    <a:pt x="543" y="102"/>
                  </a:lnTo>
                  <a:lnTo>
                    <a:pt x="521" y="80"/>
                  </a:lnTo>
                  <a:lnTo>
                    <a:pt x="498" y="60"/>
                  </a:lnTo>
                  <a:lnTo>
                    <a:pt x="474" y="44"/>
                  </a:lnTo>
                  <a:lnTo>
                    <a:pt x="446" y="30"/>
                  </a:lnTo>
                  <a:lnTo>
                    <a:pt x="418" y="18"/>
                  </a:lnTo>
                  <a:lnTo>
                    <a:pt x="386" y="8"/>
                  </a:lnTo>
                  <a:close/>
                </a:path>
              </a:pathLst>
            </a:custGeom>
            <a:solidFill>
              <a:srgbClr val="A1CD3A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28" name="Freeform 178"/>
            <p:cNvSpPr/>
            <p:nvPr/>
          </p:nvSpPr>
          <p:spPr>
            <a:xfrm>
              <a:off x="854" y="269"/>
              <a:ext cx="609" cy="608"/>
            </a:xfrm>
            <a:custGeom>
              <a:avLst/>
              <a:gdLst/>
              <a:ahLst/>
              <a:cxnLst>
                <a:cxn ang="0">
                  <a:pos x="376" y="8"/>
                </a:cxn>
                <a:cxn ang="0">
                  <a:pos x="314" y="0"/>
                </a:cxn>
                <a:cxn ang="0">
                  <a:pos x="254" y="4"/>
                </a:cxn>
                <a:cxn ang="0">
                  <a:pos x="198" y="18"/>
                </a:cxn>
                <a:cxn ang="0">
                  <a:pos x="144" y="44"/>
                </a:cxn>
                <a:cxn ang="0">
                  <a:pos x="98" y="80"/>
                </a:cxn>
                <a:cxn ang="0">
                  <a:pos x="58" y="124"/>
                </a:cxn>
                <a:cxn ang="0">
                  <a:pos x="28" y="174"/>
                </a:cxn>
                <a:cxn ang="0">
                  <a:pos x="8" y="232"/>
                </a:cxn>
                <a:cxn ang="0">
                  <a:pos x="2" y="264"/>
                </a:cxn>
                <a:cxn ang="0">
                  <a:pos x="0" y="324"/>
                </a:cxn>
                <a:cxn ang="0">
                  <a:pos x="10" y="382"/>
                </a:cxn>
                <a:cxn ang="0">
                  <a:pos x="30" y="438"/>
                </a:cxn>
                <a:cxn ang="0">
                  <a:pos x="60" y="488"/>
                </a:cxn>
                <a:cxn ang="0">
                  <a:pos x="100" y="530"/>
                </a:cxn>
                <a:cxn ang="0">
                  <a:pos x="148" y="566"/>
                </a:cxn>
                <a:cxn ang="0">
                  <a:pos x="204" y="592"/>
                </a:cxn>
                <a:cxn ang="0">
                  <a:pos x="234" y="600"/>
                </a:cxn>
                <a:cxn ang="0">
                  <a:pos x="294" y="608"/>
                </a:cxn>
                <a:cxn ang="0">
                  <a:pos x="354" y="604"/>
                </a:cxn>
                <a:cxn ang="0">
                  <a:pos x="412" y="590"/>
                </a:cxn>
                <a:cxn ang="0">
                  <a:pos x="464" y="564"/>
                </a:cxn>
                <a:cxn ang="0">
                  <a:pos x="509" y="528"/>
                </a:cxn>
                <a:cxn ang="0">
                  <a:pos x="549" y="484"/>
                </a:cxn>
                <a:cxn ang="0">
                  <a:pos x="579" y="434"/>
                </a:cxn>
                <a:cxn ang="0">
                  <a:pos x="601" y="376"/>
                </a:cxn>
                <a:cxn ang="0">
                  <a:pos x="605" y="344"/>
                </a:cxn>
                <a:cxn ang="0">
                  <a:pos x="607" y="284"/>
                </a:cxn>
                <a:cxn ang="0">
                  <a:pos x="599" y="226"/>
                </a:cxn>
                <a:cxn ang="0">
                  <a:pos x="577" y="170"/>
                </a:cxn>
                <a:cxn ang="0">
                  <a:pos x="547" y="120"/>
                </a:cxn>
                <a:cxn ang="0">
                  <a:pos x="507" y="78"/>
                </a:cxn>
                <a:cxn ang="0">
                  <a:pos x="460" y="42"/>
                </a:cxn>
                <a:cxn ang="0">
                  <a:pos x="406" y="16"/>
                </a:cxn>
                <a:cxn ang="0">
                  <a:pos x="376" y="8"/>
                </a:cxn>
              </a:cxnLst>
              <a:rect l="0" t="0" r="0" b="0"/>
              <a:pathLst>
                <a:path w="609" h="608">
                  <a:moveTo>
                    <a:pt x="376" y="8"/>
                  </a:moveTo>
                  <a:lnTo>
                    <a:pt x="376" y="8"/>
                  </a:lnTo>
                  <a:lnTo>
                    <a:pt x="344" y="2"/>
                  </a:lnTo>
                  <a:lnTo>
                    <a:pt x="314" y="0"/>
                  </a:lnTo>
                  <a:lnTo>
                    <a:pt x="284" y="0"/>
                  </a:lnTo>
                  <a:lnTo>
                    <a:pt x="254" y="4"/>
                  </a:lnTo>
                  <a:lnTo>
                    <a:pt x="226" y="10"/>
                  </a:lnTo>
                  <a:lnTo>
                    <a:pt x="198" y="18"/>
                  </a:lnTo>
                  <a:lnTo>
                    <a:pt x="170" y="30"/>
                  </a:lnTo>
                  <a:lnTo>
                    <a:pt x="144" y="44"/>
                  </a:lnTo>
                  <a:lnTo>
                    <a:pt x="120" y="60"/>
                  </a:lnTo>
                  <a:lnTo>
                    <a:pt x="98" y="80"/>
                  </a:lnTo>
                  <a:lnTo>
                    <a:pt x="76" y="100"/>
                  </a:lnTo>
                  <a:lnTo>
                    <a:pt x="58" y="124"/>
                  </a:lnTo>
                  <a:lnTo>
                    <a:pt x="42" y="148"/>
                  </a:lnTo>
                  <a:lnTo>
                    <a:pt x="28" y="174"/>
                  </a:lnTo>
                  <a:lnTo>
                    <a:pt x="16" y="202"/>
                  </a:lnTo>
                  <a:lnTo>
                    <a:pt x="8" y="232"/>
                  </a:lnTo>
                  <a:lnTo>
                    <a:pt x="2" y="264"/>
                  </a:lnTo>
                  <a:lnTo>
                    <a:pt x="0" y="294"/>
                  </a:lnTo>
                  <a:lnTo>
                    <a:pt x="0" y="324"/>
                  </a:lnTo>
                  <a:lnTo>
                    <a:pt x="4" y="354"/>
                  </a:lnTo>
                  <a:lnTo>
                    <a:pt x="10" y="382"/>
                  </a:lnTo>
                  <a:lnTo>
                    <a:pt x="18" y="410"/>
                  </a:lnTo>
                  <a:lnTo>
                    <a:pt x="30" y="438"/>
                  </a:lnTo>
                  <a:lnTo>
                    <a:pt x="44" y="464"/>
                  </a:lnTo>
                  <a:lnTo>
                    <a:pt x="60" y="488"/>
                  </a:lnTo>
                  <a:lnTo>
                    <a:pt x="80" y="510"/>
                  </a:lnTo>
                  <a:lnTo>
                    <a:pt x="100" y="530"/>
                  </a:lnTo>
                  <a:lnTo>
                    <a:pt x="124" y="550"/>
                  </a:lnTo>
                  <a:lnTo>
                    <a:pt x="148" y="566"/>
                  </a:lnTo>
                  <a:lnTo>
                    <a:pt x="174" y="580"/>
                  </a:lnTo>
                  <a:lnTo>
                    <a:pt x="204" y="592"/>
                  </a:lnTo>
                  <a:lnTo>
                    <a:pt x="234" y="600"/>
                  </a:lnTo>
                  <a:lnTo>
                    <a:pt x="264" y="606"/>
                  </a:lnTo>
                  <a:lnTo>
                    <a:pt x="294" y="608"/>
                  </a:lnTo>
                  <a:lnTo>
                    <a:pt x="324" y="608"/>
                  </a:lnTo>
                  <a:lnTo>
                    <a:pt x="354" y="604"/>
                  </a:lnTo>
                  <a:lnTo>
                    <a:pt x="384" y="598"/>
                  </a:lnTo>
                  <a:lnTo>
                    <a:pt x="412" y="590"/>
                  </a:lnTo>
                  <a:lnTo>
                    <a:pt x="438" y="578"/>
                  </a:lnTo>
                  <a:lnTo>
                    <a:pt x="464" y="564"/>
                  </a:lnTo>
                  <a:lnTo>
                    <a:pt x="488" y="548"/>
                  </a:lnTo>
                  <a:lnTo>
                    <a:pt x="509" y="528"/>
                  </a:lnTo>
                  <a:lnTo>
                    <a:pt x="531" y="508"/>
                  </a:lnTo>
                  <a:lnTo>
                    <a:pt x="549" y="484"/>
                  </a:lnTo>
                  <a:lnTo>
                    <a:pt x="565" y="460"/>
                  </a:lnTo>
                  <a:lnTo>
                    <a:pt x="579" y="434"/>
                  </a:lnTo>
                  <a:lnTo>
                    <a:pt x="591" y="404"/>
                  </a:lnTo>
                  <a:lnTo>
                    <a:pt x="601" y="376"/>
                  </a:lnTo>
                  <a:lnTo>
                    <a:pt x="605" y="344"/>
                  </a:lnTo>
                  <a:lnTo>
                    <a:pt x="609" y="314"/>
                  </a:lnTo>
                  <a:lnTo>
                    <a:pt x="607" y="284"/>
                  </a:lnTo>
                  <a:lnTo>
                    <a:pt x="605" y="254"/>
                  </a:lnTo>
                  <a:lnTo>
                    <a:pt x="599" y="226"/>
                  </a:lnTo>
                  <a:lnTo>
                    <a:pt x="589" y="198"/>
                  </a:lnTo>
                  <a:lnTo>
                    <a:pt x="577" y="170"/>
                  </a:lnTo>
                  <a:lnTo>
                    <a:pt x="563" y="144"/>
                  </a:lnTo>
                  <a:lnTo>
                    <a:pt x="547" y="120"/>
                  </a:lnTo>
                  <a:lnTo>
                    <a:pt x="527" y="98"/>
                  </a:lnTo>
                  <a:lnTo>
                    <a:pt x="507" y="78"/>
                  </a:lnTo>
                  <a:lnTo>
                    <a:pt x="486" y="58"/>
                  </a:lnTo>
                  <a:lnTo>
                    <a:pt x="460" y="42"/>
                  </a:lnTo>
                  <a:lnTo>
                    <a:pt x="434" y="28"/>
                  </a:lnTo>
                  <a:lnTo>
                    <a:pt x="406" y="16"/>
                  </a:lnTo>
                  <a:lnTo>
                    <a:pt x="376" y="8"/>
                  </a:lnTo>
                  <a:close/>
                </a:path>
              </a:pathLst>
            </a:custGeom>
            <a:solidFill>
              <a:srgbClr val="A3CD3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29" name="Freeform 179"/>
            <p:cNvSpPr/>
            <p:nvPr/>
          </p:nvSpPr>
          <p:spPr>
            <a:xfrm>
              <a:off x="862" y="273"/>
              <a:ext cx="593" cy="594"/>
            </a:xfrm>
            <a:custGeom>
              <a:avLst/>
              <a:gdLst/>
              <a:ahLst/>
              <a:cxnLst>
                <a:cxn ang="0">
                  <a:pos x="366" y="8"/>
                </a:cxn>
                <a:cxn ang="0">
                  <a:pos x="306" y="0"/>
                </a:cxn>
                <a:cxn ang="0">
                  <a:pos x="248" y="4"/>
                </a:cxn>
                <a:cxn ang="0">
                  <a:pos x="192" y="20"/>
                </a:cxn>
                <a:cxn ang="0">
                  <a:pos x="142" y="44"/>
                </a:cxn>
                <a:cxn ang="0">
                  <a:pos x="96" y="78"/>
                </a:cxn>
                <a:cxn ang="0">
                  <a:pos x="56" y="122"/>
                </a:cxn>
                <a:cxn ang="0">
                  <a:pos x="28" y="172"/>
                </a:cxn>
                <a:cxn ang="0">
                  <a:pos x="8" y="228"/>
                </a:cxn>
                <a:cxn ang="0">
                  <a:pos x="2" y="258"/>
                </a:cxn>
                <a:cxn ang="0">
                  <a:pos x="0" y="318"/>
                </a:cxn>
                <a:cxn ang="0">
                  <a:pos x="10" y="374"/>
                </a:cxn>
                <a:cxn ang="0">
                  <a:pos x="30" y="428"/>
                </a:cxn>
                <a:cxn ang="0">
                  <a:pos x="60" y="476"/>
                </a:cxn>
                <a:cxn ang="0">
                  <a:pos x="98" y="518"/>
                </a:cxn>
                <a:cxn ang="0">
                  <a:pos x="144" y="552"/>
                </a:cxn>
                <a:cxn ang="0">
                  <a:pos x="198" y="578"/>
                </a:cxn>
                <a:cxn ang="0">
                  <a:pos x="228" y="586"/>
                </a:cxn>
                <a:cxn ang="0">
                  <a:pos x="288" y="594"/>
                </a:cxn>
                <a:cxn ang="0">
                  <a:pos x="346" y="590"/>
                </a:cxn>
                <a:cxn ang="0">
                  <a:pos x="402" y="576"/>
                </a:cxn>
                <a:cxn ang="0">
                  <a:pos x="452" y="550"/>
                </a:cxn>
                <a:cxn ang="0">
                  <a:pos x="497" y="516"/>
                </a:cxn>
                <a:cxn ang="0">
                  <a:pos x="535" y="474"/>
                </a:cxn>
                <a:cxn ang="0">
                  <a:pos x="565" y="424"/>
                </a:cxn>
                <a:cxn ang="0">
                  <a:pos x="585" y="366"/>
                </a:cxn>
                <a:cxn ang="0">
                  <a:pos x="591" y="338"/>
                </a:cxn>
                <a:cxn ang="0">
                  <a:pos x="593" y="278"/>
                </a:cxn>
                <a:cxn ang="0">
                  <a:pos x="583" y="220"/>
                </a:cxn>
                <a:cxn ang="0">
                  <a:pos x="563" y="168"/>
                </a:cxn>
                <a:cxn ang="0">
                  <a:pos x="533" y="118"/>
                </a:cxn>
                <a:cxn ang="0">
                  <a:pos x="495" y="76"/>
                </a:cxn>
                <a:cxn ang="0">
                  <a:pos x="448" y="42"/>
                </a:cxn>
                <a:cxn ang="0">
                  <a:pos x="396" y="18"/>
                </a:cxn>
                <a:cxn ang="0">
                  <a:pos x="366" y="8"/>
                </a:cxn>
              </a:cxnLst>
              <a:rect l="0" t="0" r="0" b="0"/>
              <a:pathLst>
                <a:path w="593" h="594">
                  <a:moveTo>
                    <a:pt x="366" y="8"/>
                  </a:moveTo>
                  <a:lnTo>
                    <a:pt x="366" y="8"/>
                  </a:lnTo>
                  <a:lnTo>
                    <a:pt x="336" y="2"/>
                  </a:lnTo>
                  <a:lnTo>
                    <a:pt x="306" y="0"/>
                  </a:lnTo>
                  <a:lnTo>
                    <a:pt x="276" y="0"/>
                  </a:lnTo>
                  <a:lnTo>
                    <a:pt x="248" y="4"/>
                  </a:lnTo>
                  <a:lnTo>
                    <a:pt x="220" y="10"/>
                  </a:lnTo>
                  <a:lnTo>
                    <a:pt x="192" y="20"/>
                  </a:lnTo>
                  <a:lnTo>
                    <a:pt x="166" y="30"/>
                  </a:lnTo>
                  <a:lnTo>
                    <a:pt x="142" y="44"/>
                  </a:lnTo>
                  <a:lnTo>
                    <a:pt x="118" y="60"/>
                  </a:lnTo>
                  <a:lnTo>
                    <a:pt x="96" y="78"/>
                  </a:lnTo>
                  <a:lnTo>
                    <a:pt x="76" y="98"/>
                  </a:lnTo>
                  <a:lnTo>
                    <a:pt x="56" y="122"/>
                  </a:lnTo>
                  <a:lnTo>
                    <a:pt x="40" y="146"/>
                  </a:lnTo>
                  <a:lnTo>
                    <a:pt x="28" y="172"/>
                  </a:lnTo>
                  <a:lnTo>
                    <a:pt x="16" y="198"/>
                  </a:lnTo>
                  <a:lnTo>
                    <a:pt x="8" y="228"/>
                  </a:lnTo>
                  <a:lnTo>
                    <a:pt x="2" y="258"/>
                  </a:lnTo>
                  <a:lnTo>
                    <a:pt x="0" y="288"/>
                  </a:lnTo>
                  <a:lnTo>
                    <a:pt x="0" y="318"/>
                  </a:lnTo>
                  <a:lnTo>
                    <a:pt x="4" y="346"/>
                  </a:lnTo>
                  <a:lnTo>
                    <a:pt x="10" y="374"/>
                  </a:lnTo>
                  <a:lnTo>
                    <a:pt x="18" y="402"/>
                  </a:lnTo>
                  <a:lnTo>
                    <a:pt x="30" y="428"/>
                  </a:lnTo>
                  <a:lnTo>
                    <a:pt x="44" y="452"/>
                  </a:lnTo>
                  <a:lnTo>
                    <a:pt x="60" y="476"/>
                  </a:lnTo>
                  <a:lnTo>
                    <a:pt x="78" y="498"/>
                  </a:lnTo>
                  <a:lnTo>
                    <a:pt x="98" y="518"/>
                  </a:lnTo>
                  <a:lnTo>
                    <a:pt x="120" y="536"/>
                  </a:lnTo>
                  <a:lnTo>
                    <a:pt x="144" y="552"/>
                  </a:lnTo>
                  <a:lnTo>
                    <a:pt x="170" y="566"/>
                  </a:lnTo>
                  <a:lnTo>
                    <a:pt x="198" y="578"/>
                  </a:lnTo>
                  <a:lnTo>
                    <a:pt x="228" y="586"/>
                  </a:lnTo>
                  <a:lnTo>
                    <a:pt x="258" y="592"/>
                  </a:lnTo>
                  <a:lnTo>
                    <a:pt x="288" y="594"/>
                  </a:lnTo>
                  <a:lnTo>
                    <a:pt x="316" y="594"/>
                  </a:lnTo>
                  <a:lnTo>
                    <a:pt x="346" y="590"/>
                  </a:lnTo>
                  <a:lnTo>
                    <a:pt x="374" y="584"/>
                  </a:lnTo>
                  <a:lnTo>
                    <a:pt x="402" y="576"/>
                  </a:lnTo>
                  <a:lnTo>
                    <a:pt x="428" y="564"/>
                  </a:lnTo>
                  <a:lnTo>
                    <a:pt x="452" y="550"/>
                  </a:lnTo>
                  <a:lnTo>
                    <a:pt x="476" y="534"/>
                  </a:lnTo>
                  <a:lnTo>
                    <a:pt x="497" y="516"/>
                  </a:lnTo>
                  <a:lnTo>
                    <a:pt x="517" y="496"/>
                  </a:lnTo>
                  <a:lnTo>
                    <a:pt x="535" y="474"/>
                  </a:lnTo>
                  <a:lnTo>
                    <a:pt x="551" y="450"/>
                  </a:lnTo>
                  <a:lnTo>
                    <a:pt x="565" y="424"/>
                  </a:lnTo>
                  <a:lnTo>
                    <a:pt x="577" y="396"/>
                  </a:lnTo>
                  <a:lnTo>
                    <a:pt x="585" y="366"/>
                  </a:lnTo>
                  <a:lnTo>
                    <a:pt x="591" y="338"/>
                  </a:lnTo>
                  <a:lnTo>
                    <a:pt x="593" y="308"/>
                  </a:lnTo>
                  <a:lnTo>
                    <a:pt x="593" y="278"/>
                  </a:lnTo>
                  <a:lnTo>
                    <a:pt x="589" y="250"/>
                  </a:lnTo>
                  <a:lnTo>
                    <a:pt x="583" y="220"/>
                  </a:lnTo>
                  <a:lnTo>
                    <a:pt x="575" y="194"/>
                  </a:lnTo>
                  <a:lnTo>
                    <a:pt x="563" y="168"/>
                  </a:lnTo>
                  <a:lnTo>
                    <a:pt x="549" y="142"/>
                  </a:lnTo>
                  <a:lnTo>
                    <a:pt x="533" y="118"/>
                  </a:lnTo>
                  <a:lnTo>
                    <a:pt x="515" y="96"/>
                  </a:lnTo>
                  <a:lnTo>
                    <a:pt x="495" y="76"/>
                  </a:lnTo>
                  <a:lnTo>
                    <a:pt x="474" y="58"/>
                  </a:lnTo>
                  <a:lnTo>
                    <a:pt x="448" y="42"/>
                  </a:lnTo>
                  <a:lnTo>
                    <a:pt x="422" y="28"/>
                  </a:lnTo>
                  <a:lnTo>
                    <a:pt x="396" y="18"/>
                  </a:lnTo>
                  <a:lnTo>
                    <a:pt x="366" y="8"/>
                  </a:lnTo>
                  <a:close/>
                </a:path>
              </a:pathLst>
            </a:custGeom>
            <a:solidFill>
              <a:srgbClr val="A5CE3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30" name="Freeform 180"/>
            <p:cNvSpPr/>
            <p:nvPr/>
          </p:nvSpPr>
          <p:spPr>
            <a:xfrm>
              <a:off x="870" y="279"/>
              <a:ext cx="579" cy="578"/>
            </a:xfrm>
            <a:custGeom>
              <a:avLst/>
              <a:gdLst/>
              <a:ahLst/>
              <a:cxnLst>
                <a:cxn ang="0">
                  <a:pos x="356" y="8"/>
                </a:cxn>
                <a:cxn ang="0">
                  <a:pos x="298" y="0"/>
                </a:cxn>
                <a:cxn ang="0">
                  <a:pos x="242" y="4"/>
                </a:cxn>
                <a:cxn ang="0">
                  <a:pos x="188" y="18"/>
                </a:cxn>
                <a:cxn ang="0">
                  <a:pos x="138" y="42"/>
                </a:cxn>
                <a:cxn ang="0">
                  <a:pos x="94" y="76"/>
                </a:cxn>
                <a:cxn ang="0">
                  <a:pos x="56" y="118"/>
                </a:cxn>
                <a:cxn ang="0">
                  <a:pos x="26" y="166"/>
                </a:cxn>
                <a:cxn ang="0">
                  <a:pos x="8" y="222"/>
                </a:cxn>
                <a:cxn ang="0">
                  <a:pos x="2" y="250"/>
                </a:cxn>
                <a:cxn ang="0">
                  <a:pos x="0" y="308"/>
                </a:cxn>
                <a:cxn ang="0">
                  <a:pos x="10" y="364"/>
                </a:cxn>
                <a:cxn ang="0">
                  <a:pos x="28" y="416"/>
                </a:cxn>
                <a:cxn ang="0">
                  <a:pos x="58" y="464"/>
                </a:cxn>
                <a:cxn ang="0">
                  <a:pos x="96" y="504"/>
                </a:cxn>
                <a:cxn ang="0">
                  <a:pos x="142" y="538"/>
                </a:cxn>
                <a:cxn ang="0">
                  <a:pos x="194" y="562"/>
                </a:cxn>
                <a:cxn ang="0">
                  <a:pos x="222" y="570"/>
                </a:cxn>
                <a:cxn ang="0">
                  <a:pos x="280" y="578"/>
                </a:cxn>
                <a:cxn ang="0">
                  <a:pos x="336" y="574"/>
                </a:cxn>
                <a:cxn ang="0">
                  <a:pos x="392" y="560"/>
                </a:cxn>
                <a:cxn ang="0">
                  <a:pos x="442" y="536"/>
                </a:cxn>
                <a:cxn ang="0">
                  <a:pos x="485" y="502"/>
                </a:cxn>
                <a:cxn ang="0">
                  <a:pos x="523" y="460"/>
                </a:cxn>
                <a:cxn ang="0">
                  <a:pos x="551" y="412"/>
                </a:cxn>
                <a:cxn ang="0">
                  <a:pos x="571" y="356"/>
                </a:cxn>
                <a:cxn ang="0">
                  <a:pos x="575" y="328"/>
                </a:cxn>
                <a:cxn ang="0">
                  <a:pos x="577" y="270"/>
                </a:cxn>
                <a:cxn ang="0">
                  <a:pos x="569" y="214"/>
                </a:cxn>
                <a:cxn ang="0">
                  <a:pos x="549" y="162"/>
                </a:cxn>
                <a:cxn ang="0">
                  <a:pos x="519" y="114"/>
                </a:cxn>
                <a:cxn ang="0">
                  <a:pos x="481" y="74"/>
                </a:cxn>
                <a:cxn ang="0">
                  <a:pos x="438" y="40"/>
                </a:cxn>
                <a:cxn ang="0">
                  <a:pos x="386" y="16"/>
                </a:cxn>
                <a:cxn ang="0">
                  <a:pos x="356" y="8"/>
                </a:cxn>
              </a:cxnLst>
              <a:rect l="0" t="0" r="0" b="0"/>
              <a:pathLst>
                <a:path w="579" h="578">
                  <a:moveTo>
                    <a:pt x="356" y="8"/>
                  </a:moveTo>
                  <a:lnTo>
                    <a:pt x="356" y="8"/>
                  </a:lnTo>
                  <a:lnTo>
                    <a:pt x="328" y="2"/>
                  </a:lnTo>
                  <a:lnTo>
                    <a:pt x="298" y="0"/>
                  </a:lnTo>
                  <a:lnTo>
                    <a:pt x="270" y="0"/>
                  </a:lnTo>
                  <a:lnTo>
                    <a:pt x="242" y="4"/>
                  </a:lnTo>
                  <a:lnTo>
                    <a:pt x="214" y="10"/>
                  </a:lnTo>
                  <a:lnTo>
                    <a:pt x="188" y="18"/>
                  </a:lnTo>
                  <a:lnTo>
                    <a:pt x="162" y="28"/>
                  </a:lnTo>
                  <a:lnTo>
                    <a:pt x="138" y="42"/>
                  </a:lnTo>
                  <a:lnTo>
                    <a:pt x="114" y="58"/>
                  </a:lnTo>
                  <a:lnTo>
                    <a:pt x="94" y="76"/>
                  </a:lnTo>
                  <a:lnTo>
                    <a:pt x="74" y="96"/>
                  </a:lnTo>
                  <a:lnTo>
                    <a:pt x="56" y="118"/>
                  </a:lnTo>
                  <a:lnTo>
                    <a:pt x="40" y="140"/>
                  </a:lnTo>
                  <a:lnTo>
                    <a:pt x="26" y="166"/>
                  </a:lnTo>
                  <a:lnTo>
                    <a:pt x="16" y="194"/>
                  </a:lnTo>
                  <a:lnTo>
                    <a:pt x="8" y="222"/>
                  </a:lnTo>
                  <a:lnTo>
                    <a:pt x="2" y="250"/>
                  </a:lnTo>
                  <a:lnTo>
                    <a:pt x="0" y="280"/>
                  </a:lnTo>
                  <a:lnTo>
                    <a:pt x="0" y="308"/>
                  </a:lnTo>
                  <a:lnTo>
                    <a:pt x="4" y="336"/>
                  </a:lnTo>
                  <a:lnTo>
                    <a:pt x="10" y="364"/>
                  </a:lnTo>
                  <a:lnTo>
                    <a:pt x="18" y="390"/>
                  </a:lnTo>
                  <a:lnTo>
                    <a:pt x="28" y="416"/>
                  </a:lnTo>
                  <a:lnTo>
                    <a:pt x="42" y="440"/>
                  </a:lnTo>
                  <a:lnTo>
                    <a:pt x="58" y="464"/>
                  </a:lnTo>
                  <a:lnTo>
                    <a:pt x="76" y="484"/>
                  </a:lnTo>
                  <a:lnTo>
                    <a:pt x="96" y="504"/>
                  </a:lnTo>
                  <a:lnTo>
                    <a:pt x="118" y="522"/>
                  </a:lnTo>
                  <a:lnTo>
                    <a:pt x="142" y="538"/>
                  </a:lnTo>
                  <a:lnTo>
                    <a:pt x="166" y="552"/>
                  </a:lnTo>
                  <a:lnTo>
                    <a:pt x="194" y="562"/>
                  </a:lnTo>
                  <a:lnTo>
                    <a:pt x="222" y="570"/>
                  </a:lnTo>
                  <a:lnTo>
                    <a:pt x="252" y="576"/>
                  </a:lnTo>
                  <a:lnTo>
                    <a:pt x="280" y="578"/>
                  </a:lnTo>
                  <a:lnTo>
                    <a:pt x="308" y="578"/>
                  </a:lnTo>
                  <a:lnTo>
                    <a:pt x="336" y="574"/>
                  </a:lnTo>
                  <a:lnTo>
                    <a:pt x="364" y="568"/>
                  </a:lnTo>
                  <a:lnTo>
                    <a:pt x="392" y="560"/>
                  </a:lnTo>
                  <a:lnTo>
                    <a:pt x="416" y="550"/>
                  </a:lnTo>
                  <a:lnTo>
                    <a:pt x="442" y="536"/>
                  </a:lnTo>
                  <a:lnTo>
                    <a:pt x="464" y="520"/>
                  </a:lnTo>
                  <a:lnTo>
                    <a:pt x="485" y="502"/>
                  </a:lnTo>
                  <a:lnTo>
                    <a:pt x="505" y="482"/>
                  </a:lnTo>
                  <a:lnTo>
                    <a:pt x="523" y="460"/>
                  </a:lnTo>
                  <a:lnTo>
                    <a:pt x="537" y="438"/>
                  </a:lnTo>
                  <a:lnTo>
                    <a:pt x="551" y="412"/>
                  </a:lnTo>
                  <a:lnTo>
                    <a:pt x="563" y="386"/>
                  </a:lnTo>
                  <a:lnTo>
                    <a:pt x="571" y="356"/>
                  </a:lnTo>
                  <a:lnTo>
                    <a:pt x="575" y="328"/>
                  </a:lnTo>
                  <a:lnTo>
                    <a:pt x="579" y="298"/>
                  </a:lnTo>
                  <a:lnTo>
                    <a:pt x="577" y="270"/>
                  </a:lnTo>
                  <a:lnTo>
                    <a:pt x="575" y="242"/>
                  </a:lnTo>
                  <a:lnTo>
                    <a:pt x="569" y="214"/>
                  </a:lnTo>
                  <a:lnTo>
                    <a:pt x="559" y="188"/>
                  </a:lnTo>
                  <a:lnTo>
                    <a:pt x="549" y="162"/>
                  </a:lnTo>
                  <a:lnTo>
                    <a:pt x="535" y="138"/>
                  </a:lnTo>
                  <a:lnTo>
                    <a:pt x="519" y="114"/>
                  </a:lnTo>
                  <a:lnTo>
                    <a:pt x="501" y="94"/>
                  </a:lnTo>
                  <a:lnTo>
                    <a:pt x="481" y="74"/>
                  </a:lnTo>
                  <a:lnTo>
                    <a:pt x="462" y="56"/>
                  </a:lnTo>
                  <a:lnTo>
                    <a:pt x="438" y="40"/>
                  </a:lnTo>
                  <a:lnTo>
                    <a:pt x="412" y="26"/>
                  </a:lnTo>
                  <a:lnTo>
                    <a:pt x="386" y="16"/>
                  </a:lnTo>
                  <a:lnTo>
                    <a:pt x="356" y="8"/>
                  </a:lnTo>
                  <a:close/>
                </a:path>
              </a:pathLst>
            </a:custGeom>
            <a:solidFill>
              <a:srgbClr val="A8CF38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31" name="Freeform 181"/>
            <p:cNvSpPr/>
            <p:nvPr/>
          </p:nvSpPr>
          <p:spPr>
            <a:xfrm>
              <a:off x="878" y="283"/>
              <a:ext cx="563" cy="564"/>
            </a:xfrm>
            <a:custGeom>
              <a:avLst/>
              <a:gdLst/>
              <a:ahLst/>
              <a:cxnLst>
                <a:cxn ang="0">
                  <a:pos x="348" y="8"/>
                </a:cxn>
                <a:cxn ang="0">
                  <a:pos x="292" y="0"/>
                </a:cxn>
                <a:cxn ang="0">
                  <a:pos x="236" y="4"/>
                </a:cxn>
                <a:cxn ang="0">
                  <a:pos x="182" y="18"/>
                </a:cxn>
                <a:cxn ang="0">
                  <a:pos x="134" y="42"/>
                </a:cxn>
                <a:cxn ang="0">
                  <a:pos x="90" y="74"/>
                </a:cxn>
                <a:cxn ang="0">
                  <a:pos x="54" y="116"/>
                </a:cxn>
                <a:cxn ang="0">
                  <a:pos x="26" y="164"/>
                </a:cxn>
                <a:cxn ang="0">
                  <a:pos x="8" y="216"/>
                </a:cxn>
                <a:cxn ang="0">
                  <a:pos x="2" y="246"/>
                </a:cxn>
                <a:cxn ang="0">
                  <a:pos x="0" y="302"/>
                </a:cxn>
                <a:cxn ang="0">
                  <a:pos x="10" y="356"/>
                </a:cxn>
                <a:cxn ang="0">
                  <a:pos x="28" y="406"/>
                </a:cxn>
                <a:cxn ang="0">
                  <a:pos x="56" y="452"/>
                </a:cxn>
                <a:cxn ang="0">
                  <a:pos x="94" y="492"/>
                </a:cxn>
                <a:cxn ang="0">
                  <a:pos x="138" y="526"/>
                </a:cxn>
                <a:cxn ang="0">
                  <a:pos x="188" y="548"/>
                </a:cxn>
                <a:cxn ang="0">
                  <a:pos x="216" y="556"/>
                </a:cxn>
                <a:cxn ang="0">
                  <a:pos x="272" y="564"/>
                </a:cxn>
                <a:cxn ang="0">
                  <a:pos x="328" y="560"/>
                </a:cxn>
                <a:cxn ang="0">
                  <a:pos x="380" y="546"/>
                </a:cxn>
                <a:cxn ang="0">
                  <a:pos x="430" y="522"/>
                </a:cxn>
                <a:cxn ang="0">
                  <a:pos x="472" y="490"/>
                </a:cxn>
                <a:cxn ang="0">
                  <a:pos x="509" y="450"/>
                </a:cxn>
                <a:cxn ang="0">
                  <a:pos x="537" y="402"/>
                </a:cxn>
                <a:cxn ang="0">
                  <a:pos x="555" y="348"/>
                </a:cxn>
                <a:cxn ang="0">
                  <a:pos x="561" y="320"/>
                </a:cxn>
                <a:cxn ang="0">
                  <a:pos x="563" y="264"/>
                </a:cxn>
                <a:cxn ang="0">
                  <a:pos x="553" y="210"/>
                </a:cxn>
                <a:cxn ang="0">
                  <a:pos x="535" y="160"/>
                </a:cxn>
                <a:cxn ang="0">
                  <a:pos x="507" y="114"/>
                </a:cxn>
                <a:cxn ang="0">
                  <a:pos x="470" y="72"/>
                </a:cxn>
                <a:cxn ang="0">
                  <a:pos x="426" y="40"/>
                </a:cxn>
                <a:cxn ang="0">
                  <a:pos x="376" y="16"/>
                </a:cxn>
                <a:cxn ang="0">
                  <a:pos x="348" y="8"/>
                </a:cxn>
              </a:cxnLst>
              <a:rect l="0" t="0" r="0" b="0"/>
              <a:pathLst>
                <a:path w="563" h="564">
                  <a:moveTo>
                    <a:pt x="348" y="8"/>
                  </a:moveTo>
                  <a:lnTo>
                    <a:pt x="348" y="8"/>
                  </a:lnTo>
                  <a:lnTo>
                    <a:pt x="320" y="4"/>
                  </a:lnTo>
                  <a:lnTo>
                    <a:pt x="292" y="0"/>
                  </a:lnTo>
                  <a:lnTo>
                    <a:pt x="264" y="2"/>
                  </a:lnTo>
                  <a:lnTo>
                    <a:pt x="236" y="4"/>
                  </a:lnTo>
                  <a:lnTo>
                    <a:pt x="208" y="10"/>
                  </a:lnTo>
                  <a:lnTo>
                    <a:pt x="182" y="18"/>
                  </a:lnTo>
                  <a:lnTo>
                    <a:pt x="158" y="30"/>
                  </a:lnTo>
                  <a:lnTo>
                    <a:pt x="134" y="42"/>
                  </a:lnTo>
                  <a:lnTo>
                    <a:pt x="112" y="58"/>
                  </a:lnTo>
                  <a:lnTo>
                    <a:pt x="90" y="74"/>
                  </a:lnTo>
                  <a:lnTo>
                    <a:pt x="72" y="94"/>
                  </a:lnTo>
                  <a:lnTo>
                    <a:pt x="54" y="116"/>
                  </a:lnTo>
                  <a:lnTo>
                    <a:pt x="40" y="138"/>
                  </a:lnTo>
                  <a:lnTo>
                    <a:pt x="26" y="164"/>
                  </a:lnTo>
                  <a:lnTo>
                    <a:pt x="16" y="190"/>
                  </a:lnTo>
                  <a:lnTo>
                    <a:pt x="8" y="216"/>
                  </a:lnTo>
                  <a:lnTo>
                    <a:pt x="2" y="246"/>
                  </a:lnTo>
                  <a:lnTo>
                    <a:pt x="0" y="274"/>
                  </a:lnTo>
                  <a:lnTo>
                    <a:pt x="0" y="302"/>
                  </a:lnTo>
                  <a:lnTo>
                    <a:pt x="4" y="328"/>
                  </a:lnTo>
                  <a:lnTo>
                    <a:pt x="10" y="356"/>
                  </a:lnTo>
                  <a:lnTo>
                    <a:pt x="18" y="382"/>
                  </a:lnTo>
                  <a:lnTo>
                    <a:pt x="28" y="406"/>
                  </a:lnTo>
                  <a:lnTo>
                    <a:pt x="42" y="430"/>
                  </a:lnTo>
                  <a:lnTo>
                    <a:pt x="56" y="452"/>
                  </a:lnTo>
                  <a:lnTo>
                    <a:pt x="74" y="474"/>
                  </a:lnTo>
                  <a:lnTo>
                    <a:pt x="94" y="492"/>
                  </a:lnTo>
                  <a:lnTo>
                    <a:pt x="114" y="510"/>
                  </a:lnTo>
                  <a:lnTo>
                    <a:pt x="138" y="526"/>
                  </a:lnTo>
                  <a:lnTo>
                    <a:pt x="162" y="538"/>
                  </a:lnTo>
                  <a:lnTo>
                    <a:pt x="188" y="548"/>
                  </a:lnTo>
                  <a:lnTo>
                    <a:pt x="216" y="556"/>
                  </a:lnTo>
                  <a:lnTo>
                    <a:pt x="244" y="562"/>
                  </a:lnTo>
                  <a:lnTo>
                    <a:pt x="272" y="564"/>
                  </a:lnTo>
                  <a:lnTo>
                    <a:pt x="300" y="564"/>
                  </a:lnTo>
                  <a:lnTo>
                    <a:pt x="328" y="560"/>
                  </a:lnTo>
                  <a:lnTo>
                    <a:pt x="354" y="556"/>
                  </a:lnTo>
                  <a:lnTo>
                    <a:pt x="380" y="546"/>
                  </a:lnTo>
                  <a:lnTo>
                    <a:pt x="406" y="536"/>
                  </a:lnTo>
                  <a:lnTo>
                    <a:pt x="430" y="522"/>
                  </a:lnTo>
                  <a:lnTo>
                    <a:pt x="452" y="508"/>
                  </a:lnTo>
                  <a:lnTo>
                    <a:pt x="472" y="490"/>
                  </a:lnTo>
                  <a:lnTo>
                    <a:pt x="491" y="472"/>
                  </a:lnTo>
                  <a:lnTo>
                    <a:pt x="509" y="450"/>
                  </a:lnTo>
                  <a:lnTo>
                    <a:pt x="523" y="426"/>
                  </a:lnTo>
                  <a:lnTo>
                    <a:pt x="537" y="402"/>
                  </a:lnTo>
                  <a:lnTo>
                    <a:pt x="547" y="376"/>
                  </a:lnTo>
                  <a:lnTo>
                    <a:pt x="555" y="348"/>
                  </a:lnTo>
                  <a:lnTo>
                    <a:pt x="561" y="320"/>
                  </a:lnTo>
                  <a:lnTo>
                    <a:pt x="563" y="292"/>
                  </a:lnTo>
                  <a:lnTo>
                    <a:pt x="563" y="264"/>
                  </a:lnTo>
                  <a:lnTo>
                    <a:pt x="559" y="236"/>
                  </a:lnTo>
                  <a:lnTo>
                    <a:pt x="553" y="210"/>
                  </a:lnTo>
                  <a:lnTo>
                    <a:pt x="545" y="184"/>
                  </a:lnTo>
                  <a:lnTo>
                    <a:pt x="535" y="160"/>
                  </a:lnTo>
                  <a:lnTo>
                    <a:pt x="521" y="136"/>
                  </a:lnTo>
                  <a:lnTo>
                    <a:pt x="507" y="114"/>
                  </a:lnTo>
                  <a:lnTo>
                    <a:pt x="489" y="92"/>
                  </a:lnTo>
                  <a:lnTo>
                    <a:pt x="470" y="72"/>
                  </a:lnTo>
                  <a:lnTo>
                    <a:pt x="450" y="56"/>
                  </a:lnTo>
                  <a:lnTo>
                    <a:pt x="426" y="40"/>
                  </a:lnTo>
                  <a:lnTo>
                    <a:pt x="402" y="28"/>
                  </a:lnTo>
                  <a:lnTo>
                    <a:pt x="376" y="16"/>
                  </a:lnTo>
                  <a:lnTo>
                    <a:pt x="348" y="8"/>
                  </a:lnTo>
                  <a:close/>
                </a:path>
              </a:pathLst>
            </a:custGeom>
            <a:solidFill>
              <a:srgbClr val="AAD037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32" name="Freeform 182"/>
            <p:cNvSpPr/>
            <p:nvPr/>
          </p:nvSpPr>
          <p:spPr>
            <a:xfrm>
              <a:off x="886" y="289"/>
              <a:ext cx="549" cy="548"/>
            </a:xfrm>
            <a:custGeom>
              <a:avLst/>
              <a:gdLst/>
              <a:ahLst/>
              <a:cxnLst>
                <a:cxn ang="0">
                  <a:pos x="338" y="8"/>
                </a:cxn>
                <a:cxn ang="0">
                  <a:pos x="284" y="0"/>
                </a:cxn>
                <a:cxn ang="0">
                  <a:pos x="230" y="4"/>
                </a:cxn>
                <a:cxn ang="0">
                  <a:pos x="178" y="18"/>
                </a:cxn>
                <a:cxn ang="0">
                  <a:pos x="130" y="40"/>
                </a:cxn>
                <a:cxn ang="0">
                  <a:pos x="88" y="72"/>
                </a:cxn>
                <a:cxn ang="0">
                  <a:pos x="54" y="112"/>
                </a:cxn>
                <a:cxn ang="0">
                  <a:pos x="26" y="158"/>
                </a:cxn>
                <a:cxn ang="0">
                  <a:pos x="8" y="210"/>
                </a:cxn>
                <a:cxn ang="0">
                  <a:pos x="2" y="238"/>
                </a:cxn>
                <a:cxn ang="0">
                  <a:pos x="0" y="292"/>
                </a:cxn>
                <a:cxn ang="0">
                  <a:pos x="10" y="344"/>
                </a:cxn>
                <a:cxn ang="0">
                  <a:pos x="28" y="394"/>
                </a:cxn>
                <a:cxn ang="0">
                  <a:pos x="56" y="440"/>
                </a:cxn>
                <a:cxn ang="0">
                  <a:pos x="92" y="478"/>
                </a:cxn>
                <a:cxn ang="0">
                  <a:pos x="134" y="510"/>
                </a:cxn>
                <a:cxn ang="0">
                  <a:pos x="184" y="534"/>
                </a:cxn>
                <a:cxn ang="0">
                  <a:pos x="210" y="542"/>
                </a:cxn>
                <a:cxn ang="0">
                  <a:pos x="266" y="548"/>
                </a:cxn>
                <a:cxn ang="0">
                  <a:pos x="320" y="544"/>
                </a:cxn>
                <a:cxn ang="0">
                  <a:pos x="370" y="532"/>
                </a:cxn>
                <a:cxn ang="0">
                  <a:pos x="418" y="508"/>
                </a:cxn>
                <a:cxn ang="0">
                  <a:pos x="460" y="476"/>
                </a:cxn>
                <a:cxn ang="0">
                  <a:pos x="495" y="436"/>
                </a:cxn>
                <a:cxn ang="0">
                  <a:pos x="523" y="390"/>
                </a:cxn>
                <a:cxn ang="0">
                  <a:pos x="541" y="338"/>
                </a:cxn>
                <a:cxn ang="0">
                  <a:pos x="547" y="310"/>
                </a:cxn>
                <a:cxn ang="0">
                  <a:pos x="547" y="256"/>
                </a:cxn>
                <a:cxn ang="0">
                  <a:pos x="539" y="204"/>
                </a:cxn>
                <a:cxn ang="0">
                  <a:pos x="521" y="154"/>
                </a:cxn>
                <a:cxn ang="0">
                  <a:pos x="493" y="110"/>
                </a:cxn>
                <a:cxn ang="0">
                  <a:pos x="458" y="70"/>
                </a:cxn>
                <a:cxn ang="0">
                  <a:pos x="414" y="38"/>
                </a:cxn>
                <a:cxn ang="0">
                  <a:pos x="366" y="16"/>
                </a:cxn>
                <a:cxn ang="0">
                  <a:pos x="338" y="8"/>
                </a:cxn>
              </a:cxnLst>
              <a:rect l="0" t="0" r="0" b="0"/>
              <a:pathLst>
                <a:path w="549" h="548">
                  <a:moveTo>
                    <a:pt x="338" y="8"/>
                  </a:moveTo>
                  <a:lnTo>
                    <a:pt x="338" y="8"/>
                  </a:lnTo>
                  <a:lnTo>
                    <a:pt x="310" y="2"/>
                  </a:lnTo>
                  <a:lnTo>
                    <a:pt x="284" y="0"/>
                  </a:lnTo>
                  <a:lnTo>
                    <a:pt x="256" y="0"/>
                  </a:lnTo>
                  <a:lnTo>
                    <a:pt x="230" y="4"/>
                  </a:lnTo>
                  <a:lnTo>
                    <a:pt x="204" y="10"/>
                  </a:lnTo>
                  <a:lnTo>
                    <a:pt x="178" y="18"/>
                  </a:lnTo>
                  <a:lnTo>
                    <a:pt x="154" y="28"/>
                  </a:lnTo>
                  <a:lnTo>
                    <a:pt x="130" y="40"/>
                  </a:lnTo>
                  <a:lnTo>
                    <a:pt x="108" y="56"/>
                  </a:lnTo>
                  <a:lnTo>
                    <a:pt x="88" y="72"/>
                  </a:lnTo>
                  <a:lnTo>
                    <a:pt x="70" y="90"/>
                  </a:lnTo>
                  <a:lnTo>
                    <a:pt x="54" y="112"/>
                  </a:lnTo>
                  <a:lnTo>
                    <a:pt x="38" y="134"/>
                  </a:lnTo>
                  <a:lnTo>
                    <a:pt x="26" y="158"/>
                  </a:lnTo>
                  <a:lnTo>
                    <a:pt x="16" y="184"/>
                  </a:lnTo>
                  <a:lnTo>
                    <a:pt x="8" y="210"/>
                  </a:lnTo>
                  <a:lnTo>
                    <a:pt x="2" y="238"/>
                  </a:lnTo>
                  <a:lnTo>
                    <a:pt x="0" y="266"/>
                  </a:lnTo>
                  <a:lnTo>
                    <a:pt x="0" y="292"/>
                  </a:lnTo>
                  <a:lnTo>
                    <a:pt x="4" y="318"/>
                  </a:lnTo>
                  <a:lnTo>
                    <a:pt x="10" y="344"/>
                  </a:lnTo>
                  <a:lnTo>
                    <a:pt x="18" y="370"/>
                  </a:lnTo>
                  <a:lnTo>
                    <a:pt x="28" y="394"/>
                  </a:lnTo>
                  <a:lnTo>
                    <a:pt x="40" y="418"/>
                  </a:lnTo>
                  <a:lnTo>
                    <a:pt x="56" y="440"/>
                  </a:lnTo>
                  <a:lnTo>
                    <a:pt x="72" y="460"/>
                  </a:lnTo>
                  <a:lnTo>
                    <a:pt x="92" y="478"/>
                  </a:lnTo>
                  <a:lnTo>
                    <a:pt x="112" y="496"/>
                  </a:lnTo>
                  <a:lnTo>
                    <a:pt x="134" y="510"/>
                  </a:lnTo>
                  <a:lnTo>
                    <a:pt x="158" y="522"/>
                  </a:lnTo>
                  <a:lnTo>
                    <a:pt x="184" y="534"/>
                  </a:lnTo>
                  <a:lnTo>
                    <a:pt x="210" y="542"/>
                  </a:lnTo>
                  <a:lnTo>
                    <a:pt x="238" y="546"/>
                  </a:lnTo>
                  <a:lnTo>
                    <a:pt x="266" y="548"/>
                  </a:lnTo>
                  <a:lnTo>
                    <a:pt x="292" y="548"/>
                  </a:lnTo>
                  <a:lnTo>
                    <a:pt x="320" y="544"/>
                  </a:lnTo>
                  <a:lnTo>
                    <a:pt x="346" y="540"/>
                  </a:lnTo>
                  <a:lnTo>
                    <a:pt x="370" y="532"/>
                  </a:lnTo>
                  <a:lnTo>
                    <a:pt x="396" y="520"/>
                  </a:lnTo>
                  <a:lnTo>
                    <a:pt x="418" y="508"/>
                  </a:lnTo>
                  <a:lnTo>
                    <a:pt x="440" y="494"/>
                  </a:lnTo>
                  <a:lnTo>
                    <a:pt x="460" y="476"/>
                  </a:lnTo>
                  <a:lnTo>
                    <a:pt x="479" y="458"/>
                  </a:lnTo>
                  <a:lnTo>
                    <a:pt x="495" y="436"/>
                  </a:lnTo>
                  <a:lnTo>
                    <a:pt x="509" y="414"/>
                  </a:lnTo>
                  <a:lnTo>
                    <a:pt x="523" y="390"/>
                  </a:lnTo>
                  <a:lnTo>
                    <a:pt x="533" y="366"/>
                  </a:lnTo>
                  <a:lnTo>
                    <a:pt x="541" y="338"/>
                  </a:lnTo>
                  <a:lnTo>
                    <a:pt x="547" y="310"/>
                  </a:lnTo>
                  <a:lnTo>
                    <a:pt x="549" y="284"/>
                  </a:lnTo>
                  <a:lnTo>
                    <a:pt x="547" y="256"/>
                  </a:lnTo>
                  <a:lnTo>
                    <a:pt x="545" y="230"/>
                  </a:lnTo>
                  <a:lnTo>
                    <a:pt x="539" y="204"/>
                  </a:lnTo>
                  <a:lnTo>
                    <a:pt x="531" y="178"/>
                  </a:lnTo>
                  <a:lnTo>
                    <a:pt x="521" y="154"/>
                  </a:lnTo>
                  <a:lnTo>
                    <a:pt x="507" y="130"/>
                  </a:lnTo>
                  <a:lnTo>
                    <a:pt x="493" y="110"/>
                  </a:lnTo>
                  <a:lnTo>
                    <a:pt x="475" y="88"/>
                  </a:lnTo>
                  <a:lnTo>
                    <a:pt x="458" y="70"/>
                  </a:lnTo>
                  <a:lnTo>
                    <a:pt x="438" y="54"/>
                  </a:lnTo>
                  <a:lnTo>
                    <a:pt x="414" y="38"/>
                  </a:lnTo>
                  <a:lnTo>
                    <a:pt x="390" y="26"/>
                  </a:lnTo>
                  <a:lnTo>
                    <a:pt x="366" y="16"/>
                  </a:lnTo>
                  <a:lnTo>
                    <a:pt x="338" y="8"/>
                  </a:lnTo>
                  <a:close/>
                </a:path>
              </a:pathLst>
            </a:custGeom>
            <a:solidFill>
              <a:srgbClr val="ACD037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33" name="Freeform 183"/>
            <p:cNvSpPr/>
            <p:nvPr/>
          </p:nvSpPr>
          <p:spPr>
            <a:xfrm>
              <a:off x="894" y="295"/>
              <a:ext cx="533" cy="532"/>
            </a:xfrm>
            <a:custGeom>
              <a:avLst/>
              <a:gdLst/>
              <a:ahLst/>
              <a:cxnLst>
                <a:cxn ang="0">
                  <a:pos x="330" y="6"/>
                </a:cxn>
                <a:cxn ang="0">
                  <a:pos x="276" y="0"/>
                </a:cxn>
                <a:cxn ang="0">
                  <a:pos x="224" y="2"/>
                </a:cxn>
                <a:cxn ang="0">
                  <a:pos x="174" y="16"/>
                </a:cxn>
                <a:cxn ang="0">
                  <a:pos x="128" y="38"/>
                </a:cxn>
                <a:cxn ang="0">
                  <a:pos x="86" y="70"/>
                </a:cxn>
                <a:cxn ang="0">
                  <a:pos x="52" y="108"/>
                </a:cxn>
                <a:cxn ang="0">
                  <a:pos x="24" y="152"/>
                </a:cxn>
                <a:cxn ang="0">
                  <a:pos x="8" y="204"/>
                </a:cxn>
                <a:cxn ang="0">
                  <a:pos x="2" y="230"/>
                </a:cxn>
                <a:cxn ang="0">
                  <a:pos x="0" y="284"/>
                </a:cxn>
                <a:cxn ang="0">
                  <a:pos x="8" y="334"/>
                </a:cxn>
                <a:cxn ang="0">
                  <a:pos x="28" y="382"/>
                </a:cxn>
                <a:cxn ang="0">
                  <a:pos x="54" y="426"/>
                </a:cxn>
                <a:cxn ang="0">
                  <a:pos x="88" y="464"/>
                </a:cxn>
                <a:cxn ang="0">
                  <a:pos x="130" y="496"/>
                </a:cxn>
                <a:cxn ang="0">
                  <a:pos x="178" y="518"/>
                </a:cxn>
                <a:cxn ang="0">
                  <a:pos x="204" y="526"/>
                </a:cxn>
                <a:cxn ang="0">
                  <a:pos x="258" y="532"/>
                </a:cxn>
                <a:cxn ang="0">
                  <a:pos x="310" y="530"/>
                </a:cxn>
                <a:cxn ang="0">
                  <a:pos x="360" y="516"/>
                </a:cxn>
                <a:cxn ang="0">
                  <a:pos x="406" y="494"/>
                </a:cxn>
                <a:cxn ang="0">
                  <a:pos x="448" y="462"/>
                </a:cxn>
                <a:cxn ang="0">
                  <a:pos x="481" y="424"/>
                </a:cxn>
                <a:cxn ang="0">
                  <a:pos x="509" y="380"/>
                </a:cxn>
                <a:cxn ang="0">
                  <a:pos x="527" y="328"/>
                </a:cxn>
                <a:cxn ang="0">
                  <a:pos x="531" y="302"/>
                </a:cxn>
                <a:cxn ang="0">
                  <a:pos x="533" y="248"/>
                </a:cxn>
                <a:cxn ang="0">
                  <a:pos x="525" y="198"/>
                </a:cxn>
                <a:cxn ang="0">
                  <a:pos x="507" y="148"/>
                </a:cxn>
                <a:cxn ang="0">
                  <a:pos x="479" y="106"/>
                </a:cxn>
                <a:cxn ang="0">
                  <a:pos x="446" y="68"/>
                </a:cxn>
                <a:cxn ang="0">
                  <a:pos x="404" y="36"/>
                </a:cxn>
                <a:cxn ang="0">
                  <a:pos x="356" y="14"/>
                </a:cxn>
                <a:cxn ang="0">
                  <a:pos x="330" y="6"/>
                </a:cxn>
              </a:cxnLst>
              <a:rect l="0" t="0" r="0" b="0"/>
              <a:pathLst>
                <a:path w="533" h="532">
                  <a:moveTo>
                    <a:pt x="330" y="6"/>
                  </a:moveTo>
                  <a:lnTo>
                    <a:pt x="330" y="6"/>
                  </a:lnTo>
                  <a:lnTo>
                    <a:pt x="302" y="2"/>
                  </a:lnTo>
                  <a:lnTo>
                    <a:pt x="276" y="0"/>
                  </a:lnTo>
                  <a:lnTo>
                    <a:pt x="250" y="0"/>
                  </a:lnTo>
                  <a:lnTo>
                    <a:pt x="224" y="2"/>
                  </a:lnTo>
                  <a:lnTo>
                    <a:pt x="198" y="8"/>
                  </a:lnTo>
                  <a:lnTo>
                    <a:pt x="174" y="16"/>
                  </a:lnTo>
                  <a:lnTo>
                    <a:pt x="150" y="26"/>
                  </a:lnTo>
                  <a:lnTo>
                    <a:pt x="128" y="38"/>
                  </a:lnTo>
                  <a:lnTo>
                    <a:pt x="106" y="52"/>
                  </a:lnTo>
                  <a:lnTo>
                    <a:pt x="86" y="70"/>
                  </a:lnTo>
                  <a:lnTo>
                    <a:pt x="68" y="88"/>
                  </a:lnTo>
                  <a:lnTo>
                    <a:pt x="52" y="108"/>
                  </a:lnTo>
                  <a:lnTo>
                    <a:pt x="38" y="130"/>
                  </a:lnTo>
                  <a:lnTo>
                    <a:pt x="24" y="152"/>
                  </a:lnTo>
                  <a:lnTo>
                    <a:pt x="14" y="178"/>
                  </a:lnTo>
                  <a:lnTo>
                    <a:pt x="8" y="204"/>
                  </a:lnTo>
                  <a:lnTo>
                    <a:pt x="2" y="230"/>
                  </a:lnTo>
                  <a:lnTo>
                    <a:pt x="0" y="256"/>
                  </a:lnTo>
                  <a:lnTo>
                    <a:pt x="0" y="284"/>
                  </a:lnTo>
                  <a:lnTo>
                    <a:pt x="4" y="310"/>
                  </a:lnTo>
                  <a:lnTo>
                    <a:pt x="8" y="334"/>
                  </a:lnTo>
                  <a:lnTo>
                    <a:pt x="16" y="360"/>
                  </a:lnTo>
                  <a:lnTo>
                    <a:pt x="28" y="382"/>
                  </a:lnTo>
                  <a:lnTo>
                    <a:pt x="40" y="406"/>
                  </a:lnTo>
                  <a:lnTo>
                    <a:pt x="54" y="426"/>
                  </a:lnTo>
                  <a:lnTo>
                    <a:pt x="70" y="446"/>
                  </a:lnTo>
                  <a:lnTo>
                    <a:pt x="88" y="464"/>
                  </a:lnTo>
                  <a:lnTo>
                    <a:pt x="108" y="480"/>
                  </a:lnTo>
                  <a:lnTo>
                    <a:pt x="130" y="496"/>
                  </a:lnTo>
                  <a:lnTo>
                    <a:pt x="154" y="508"/>
                  </a:lnTo>
                  <a:lnTo>
                    <a:pt x="178" y="518"/>
                  </a:lnTo>
                  <a:lnTo>
                    <a:pt x="204" y="526"/>
                  </a:lnTo>
                  <a:lnTo>
                    <a:pt x="232" y="530"/>
                  </a:lnTo>
                  <a:lnTo>
                    <a:pt x="258" y="532"/>
                  </a:lnTo>
                  <a:lnTo>
                    <a:pt x="284" y="532"/>
                  </a:lnTo>
                  <a:lnTo>
                    <a:pt x="310" y="530"/>
                  </a:lnTo>
                  <a:lnTo>
                    <a:pt x="336" y="524"/>
                  </a:lnTo>
                  <a:lnTo>
                    <a:pt x="360" y="516"/>
                  </a:lnTo>
                  <a:lnTo>
                    <a:pt x="384" y="506"/>
                  </a:lnTo>
                  <a:lnTo>
                    <a:pt x="406" y="494"/>
                  </a:lnTo>
                  <a:lnTo>
                    <a:pt x="428" y="478"/>
                  </a:lnTo>
                  <a:lnTo>
                    <a:pt x="448" y="462"/>
                  </a:lnTo>
                  <a:lnTo>
                    <a:pt x="465" y="444"/>
                  </a:lnTo>
                  <a:lnTo>
                    <a:pt x="481" y="424"/>
                  </a:lnTo>
                  <a:lnTo>
                    <a:pt x="495" y="402"/>
                  </a:lnTo>
                  <a:lnTo>
                    <a:pt x="509" y="380"/>
                  </a:lnTo>
                  <a:lnTo>
                    <a:pt x="519" y="354"/>
                  </a:lnTo>
                  <a:lnTo>
                    <a:pt x="527" y="328"/>
                  </a:lnTo>
                  <a:lnTo>
                    <a:pt x="531" y="302"/>
                  </a:lnTo>
                  <a:lnTo>
                    <a:pt x="533" y="274"/>
                  </a:lnTo>
                  <a:lnTo>
                    <a:pt x="533" y="248"/>
                  </a:lnTo>
                  <a:lnTo>
                    <a:pt x="529" y="222"/>
                  </a:lnTo>
                  <a:lnTo>
                    <a:pt x="525" y="198"/>
                  </a:lnTo>
                  <a:lnTo>
                    <a:pt x="517" y="172"/>
                  </a:lnTo>
                  <a:lnTo>
                    <a:pt x="507" y="148"/>
                  </a:lnTo>
                  <a:lnTo>
                    <a:pt x="493" y="126"/>
                  </a:lnTo>
                  <a:lnTo>
                    <a:pt x="479" y="106"/>
                  </a:lnTo>
                  <a:lnTo>
                    <a:pt x="463" y="86"/>
                  </a:lnTo>
                  <a:lnTo>
                    <a:pt x="446" y="68"/>
                  </a:lnTo>
                  <a:lnTo>
                    <a:pt x="426" y="50"/>
                  </a:lnTo>
                  <a:lnTo>
                    <a:pt x="404" y="36"/>
                  </a:lnTo>
                  <a:lnTo>
                    <a:pt x="380" y="24"/>
                  </a:lnTo>
                  <a:lnTo>
                    <a:pt x="356" y="14"/>
                  </a:lnTo>
                  <a:lnTo>
                    <a:pt x="330" y="6"/>
                  </a:lnTo>
                  <a:close/>
                </a:path>
              </a:pathLst>
            </a:custGeom>
            <a:solidFill>
              <a:srgbClr val="AED136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34" name="Freeform 184"/>
            <p:cNvSpPr/>
            <p:nvPr/>
          </p:nvSpPr>
          <p:spPr>
            <a:xfrm>
              <a:off x="902" y="299"/>
              <a:ext cx="519" cy="518"/>
            </a:xfrm>
            <a:custGeom>
              <a:avLst/>
              <a:gdLst/>
              <a:ahLst/>
              <a:cxnLst>
                <a:cxn ang="0">
                  <a:pos x="320" y="8"/>
                </a:cxn>
                <a:cxn ang="0">
                  <a:pos x="268" y="0"/>
                </a:cxn>
                <a:cxn ang="0">
                  <a:pos x="218" y="4"/>
                </a:cxn>
                <a:cxn ang="0">
                  <a:pos x="168" y="16"/>
                </a:cxn>
                <a:cxn ang="0">
                  <a:pos x="124" y="38"/>
                </a:cxn>
                <a:cxn ang="0">
                  <a:pos x="84" y="68"/>
                </a:cxn>
                <a:cxn ang="0">
                  <a:pos x="50" y="106"/>
                </a:cxn>
                <a:cxn ang="0">
                  <a:pos x="24" y="150"/>
                </a:cxn>
                <a:cxn ang="0">
                  <a:pos x="8" y="198"/>
                </a:cxn>
                <a:cxn ang="0">
                  <a:pos x="2" y="224"/>
                </a:cxn>
                <a:cxn ang="0">
                  <a:pos x="0" y="276"/>
                </a:cxn>
                <a:cxn ang="0">
                  <a:pos x="8" y="326"/>
                </a:cxn>
                <a:cxn ang="0">
                  <a:pos x="26" y="372"/>
                </a:cxn>
                <a:cxn ang="0">
                  <a:pos x="52" y="416"/>
                </a:cxn>
                <a:cxn ang="0">
                  <a:pos x="86" y="452"/>
                </a:cxn>
                <a:cxn ang="0">
                  <a:pos x="128" y="482"/>
                </a:cxn>
                <a:cxn ang="0">
                  <a:pos x="174" y="504"/>
                </a:cxn>
                <a:cxn ang="0">
                  <a:pos x="200" y="512"/>
                </a:cxn>
                <a:cxn ang="0">
                  <a:pos x="252" y="518"/>
                </a:cxn>
                <a:cxn ang="0">
                  <a:pos x="302" y="516"/>
                </a:cxn>
                <a:cxn ang="0">
                  <a:pos x="350" y="502"/>
                </a:cxn>
                <a:cxn ang="0">
                  <a:pos x="396" y="480"/>
                </a:cxn>
                <a:cxn ang="0">
                  <a:pos x="436" y="450"/>
                </a:cxn>
                <a:cxn ang="0">
                  <a:pos x="467" y="414"/>
                </a:cxn>
                <a:cxn ang="0">
                  <a:pos x="493" y="370"/>
                </a:cxn>
                <a:cxn ang="0">
                  <a:pos x="511" y="320"/>
                </a:cxn>
                <a:cxn ang="0">
                  <a:pos x="517" y="294"/>
                </a:cxn>
                <a:cxn ang="0">
                  <a:pos x="517" y="242"/>
                </a:cxn>
                <a:cxn ang="0">
                  <a:pos x="509" y="192"/>
                </a:cxn>
                <a:cxn ang="0">
                  <a:pos x="491" y="146"/>
                </a:cxn>
                <a:cxn ang="0">
                  <a:pos x="465" y="104"/>
                </a:cxn>
                <a:cxn ang="0">
                  <a:pos x="434" y="66"/>
                </a:cxn>
                <a:cxn ang="0">
                  <a:pos x="392" y="36"/>
                </a:cxn>
                <a:cxn ang="0">
                  <a:pos x="346" y="14"/>
                </a:cxn>
                <a:cxn ang="0">
                  <a:pos x="320" y="8"/>
                </a:cxn>
              </a:cxnLst>
              <a:rect l="0" t="0" r="0" b="0"/>
              <a:pathLst>
                <a:path w="519" h="518">
                  <a:moveTo>
                    <a:pt x="320" y="8"/>
                  </a:moveTo>
                  <a:lnTo>
                    <a:pt x="320" y="8"/>
                  </a:lnTo>
                  <a:lnTo>
                    <a:pt x="294" y="2"/>
                  </a:lnTo>
                  <a:lnTo>
                    <a:pt x="268" y="0"/>
                  </a:lnTo>
                  <a:lnTo>
                    <a:pt x="242" y="0"/>
                  </a:lnTo>
                  <a:lnTo>
                    <a:pt x="218" y="4"/>
                  </a:lnTo>
                  <a:lnTo>
                    <a:pt x="192" y="8"/>
                  </a:lnTo>
                  <a:lnTo>
                    <a:pt x="168" y="16"/>
                  </a:lnTo>
                  <a:lnTo>
                    <a:pt x="146" y="26"/>
                  </a:lnTo>
                  <a:lnTo>
                    <a:pt x="124" y="38"/>
                  </a:lnTo>
                  <a:lnTo>
                    <a:pt x="104" y="52"/>
                  </a:lnTo>
                  <a:lnTo>
                    <a:pt x="84" y="68"/>
                  </a:lnTo>
                  <a:lnTo>
                    <a:pt x="66" y="86"/>
                  </a:lnTo>
                  <a:lnTo>
                    <a:pt x="50" y="106"/>
                  </a:lnTo>
                  <a:lnTo>
                    <a:pt x="36" y="126"/>
                  </a:lnTo>
                  <a:lnTo>
                    <a:pt x="24" y="150"/>
                  </a:lnTo>
                  <a:lnTo>
                    <a:pt x="14" y="174"/>
                  </a:lnTo>
                  <a:lnTo>
                    <a:pt x="8" y="198"/>
                  </a:lnTo>
                  <a:lnTo>
                    <a:pt x="2" y="224"/>
                  </a:lnTo>
                  <a:lnTo>
                    <a:pt x="0" y="250"/>
                  </a:lnTo>
                  <a:lnTo>
                    <a:pt x="0" y="276"/>
                  </a:lnTo>
                  <a:lnTo>
                    <a:pt x="4" y="302"/>
                  </a:lnTo>
                  <a:lnTo>
                    <a:pt x="8" y="326"/>
                  </a:lnTo>
                  <a:lnTo>
                    <a:pt x="16" y="350"/>
                  </a:lnTo>
                  <a:lnTo>
                    <a:pt x="26" y="372"/>
                  </a:lnTo>
                  <a:lnTo>
                    <a:pt x="38" y="394"/>
                  </a:lnTo>
                  <a:lnTo>
                    <a:pt x="52" y="416"/>
                  </a:lnTo>
                  <a:lnTo>
                    <a:pt x="68" y="434"/>
                  </a:lnTo>
                  <a:lnTo>
                    <a:pt x="86" y="452"/>
                  </a:lnTo>
                  <a:lnTo>
                    <a:pt x="106" y="468"/>
                  </a:lnTo>
                  <a:lnTo>
                    <a:pt x="128" y="482"/>
                  </a:lnTo>
                  <a:lnTo>
                    <a:pt x="150" y="494"/>
                  </a:lnTo>
                  <a:lnTo>
                    <a:pt x="174" y="504"/>
                  </a:lnTo>
                  <a:lnTo>
                    <a:pt x="200" y="512"/>
                  </a:lnTo>
                  <a:lnTo>
                    <a:pt x="226" y="516"/>
                  </a:lnTo>
                  <a:lnTo>
                    <a:pt x="252" y="518"/>
                  </a:lnTo>
                  <a:lnTo>
                    <a:pt x="276" y="518"/>
                  </a:lnTo>
                  <a:lnTo>
                    <a:pt x="302" y="516"/>
                  </a:lnTo>
                  <a:lnTo>
                    <a:pt x="326" y="510"/>
                  </a:lnTo>
                  <a:lnTo>
                    <a:pt x="350" y="502"/>
                  </a:lnTo>
                  <a:lnTo>
                    <a:pt x="374" y="492"/>
                  </a:lnTo>
                  <a:lnTo>
                    <a:pt x="396" y="480"/>
                  </a:lnTo>
                  <a:lnTo>
                    <a:pt x="416" y="466"/>
                  </a:lnTo>
                  <a:lnTo>
                    <a:pt x="436" y="450"/>
                  </a:lnTo>
                  <a:lnTo>
                    <a:pt x="451" y="432"/>
                  </a:lnTo>
                  <a:lnTo>
                    <a:pt x="467" y="414"/>
                  </a:lnTo>
                  <a:lnTo>
                    <a:pt x="481" y="392"/>
                  </a:lnTo>
                  <a:lnTo>
                    <a:pt x="493" y="370"/>
                  </a:lnTo>
                  <a:lnTo>
                    <a:pt x="503" y="346"/>
                  </a:lnTo>
                  <a:lnTo>
                    <a:pt x="511" y="320"/>
                  </a:lnTo>
                  <a:lnTo>
                    <a:pt x="517" y="294"/>
                  </a:lnTo>
                  <a:lnTo>
                    <a:pt x="519" y="268"/>
                  </a:lnTo>
                  <a:lnTo>
                    <a:pt x="517" y="242"/>
                  </a:lnTo>
                  <a:lnTo>
                    <a:pt x="515" y="218"/>
                  </a:lnTo>
                  <a:lnTo>
                    <a:pt x="509" y="192"/>
                  </a:lnTo>
                  <a:lnTo>
                    <a:pt x="501" y="168"/>
                  </a:lnTo>
                  <a:lnTo>
                    <a:pt x="491" y="146"/>
                  </a:lnTo>
                  <a:lnTo>
                    <a:pt x="479" y="124"/>
                  </a:lnTo>
                  <a:lnTo>
                    <a:pt x="465" y="104"/>
                  </a:lnTo>
                  <a:lnTo>
                    <a:pt x="449" y="84"/>
                  </a:lnTo>
                  <a:lnTo>
                    <a:pt x="434" y="66"/>
                  </a:lnTo>
                  <a:lnTo>
                    <a:pt x="414" y="50"/>
                  </a:lnTo>
                  <a:lnTo>
                    <a:pt x="392" y="36"/>
                  </a:lnTo>
                  <a:lnTo>
                    <a:pt x="370" y="24"/>
                  </a:lnTo>
                  <a:lnTo>
                    <a:pt x="346" y="14"/>
                  </a:lnTo>
                  <a:lnTo>
                    <a:pt x="320" y="8"/>
                  </a:lnTo>
                  <a:close/>
                </a:path>
              </a:pathLst>
            </a:custGeom>
            <a:solidFill>
              <a:srgbClr val="B0D236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35" name="Freeform 185"/>
            <p:cNvSpPr/>
            <p:nvPr/>
          </p:nvSpPr>
          <p:spPr>
            <a:xfrm>
              <a:off x="910" y="305"/>
              <a:ext cx="503" cy="502"/>
            </a:xfrm>
            <a:custGeom>
              <a:avLst/>
              <a:gdLst/>
              <a:ahLst/>
              <a:cxnLst>
                <a:cxn ang="0">
                  <a:pos x="310" y="6"/>
                </a:cxn>
                <a:cxn ang="0">
                  <a:pos x="260" y="0"/>
                </a:cxn>
                <a:cxn ang="0">
                  <a:pos x="210" y="2"/>
                </a:cxn>
                <a:cxn ang="0">
                  <a:pos x="164" y="16"/>
                </a:cxn>
                <a:cxn ang="0">
                  <a:pos x="120" y="36"/>
                </a:cxn>
                <a:cxn ang="0">
                  <a:pos x="82" y="66"/>
                </a:cxn>
                <a:cxn ang="0">
                  <a:pos x="50" y="102"/>
                </a:cxn>
                <a:cxn ang="0">
                  <a:pos x="24" y="144"/>
                </a:cxn>
                <a:cxn ang="0">
                  <a:pos x="8" y="192"/>
                </a:cxn>
                <a:cxn ang="0">
                  <a:pos x="2" y="218"/>
                </a:cxn>
                <a:cxn ang="0">
                  <a:pos x="0" y="268"/>
                </a:cxn>
                <a:cxn ang="0">
                  <a:pos x="8" y="316"/>
                </a:cxn>
                <a:cxn ang="0">
                  <a:pos x="26" y="362"/>
                </a:cxn>
                <a:cxn ang="0">
                  <a:pos x="52" y="402"/>
                </a:cxn>
                <a:cxn ang="0">
                  <a:pos x="84" y="438"/>
                </a:cxn>
                <a:cxn ang="0">
                  <a:pos x="124" y="468"/>
                </a:cxn>
                <a:cxn ang="0">
                  <a:pos x="168" y="488"/>
                </a:cxn>
                <a:cxn ang="0">
                  <a:pos x="194" y="496"/>
                </a:cxn>
                <a:cxn ang="0">
                  <a:pos x="244" y="502"/>
                </a:cxn>
                <a:cxn ang="0">
                  <a:pos x="294" y="500"/>
                </a:cxn>
                <a:cxn ang="0">
                  <a:pos x="340" y="486"/>
                </a:cxn>
                <a:cxn ang="0">
                  <a:pos x="384" y="466"/>
                </a:cxn>
                <a:cxn ang="0">
                  <a:pos x="422" y="436"/>
                </a:cxn>
                <a:cxn ang="0">
                  <a:pos x="455" y="400"/>
                </a:cxn>
                <a:cxn ang="0">
                  <a:pos x="479" y="358"/>
                </a:cxn>
                <a:cxn ang="0">
                  <a:pos x="497" y="310"/>
                </a:cxn>
                <a:cxn ang="0">
                  <a:pos x="501" y="284"/>
                </a:cxn>
                <a:cxn ang="0">
                  <a:pos x="503" y="234"/>
                </a:cxn>
                <a:cxn ang="0">
                  <a:pos x="495" y="186"/>
                </a:cxn>
                <a:cxn ang="0">
                  <a:pos x="477" y="140"/>
                </a:cxn>
                <a:cxn ang="0">
                  <a:pos x="453" y="100"/>
                </a:cxn>
                <a:cxn ang="0">
                  <a:pos x="420" y="64"/>
                </a:cxn>
                <a:cxn ang="0">
                  <a:pos x="382" y="34"/>
                </a:cxn>
                <a:cxn ang="0">
                  <a:pos x="336" y="14"/>
                </a:cxn>
                <a:cxn ang="0">
                  <a:pos x="310" y="6"/>
                </a:cxn>
              </a:cxnLst>
              <a:rect l="0" t="0" r="0" b="0"/>
              <a:pathLst>
                <a:path w="503" h="502">
                  <a:moveTo>
                    <a:pt x="310" y="6"/>
                  </a:moveTo>
                  <a:lnTo>
                    <a:pt x="310" y="6"/>
                  </a:lnTo>
                  <a:lnTo>
                    <a:pt x="286" y="2"/>
                  </a:lnTo>
                  <a:lnTo>
                    <a:pt x="260" y="0"/>
                  </a:lnTo>
                  <a:lnTo>
                    <a:pt x="236" y="0"/>
                  </a:lnTo>
                  <a:lnTo>
                    <a:pt x="210" y="2"/>
                  </a:lnTo>
                  <a:lnTo>
                    <a:pt x="188" y="8"/>
                  </a:lnTo>
                  <a:lnTo>
                    <a:pt x="164" y="16"/>
                  </a:lnTo>
                  <a:lnTo>
                    <a:pt x="142" y="24"/>
                  </a:lnTo>
                  <a:lnTo>
                    <a:pt x="120" y="36"/>
                  </a:lnTo>
                  <a:lnTo>
                    <a:pt x="100" y="50"/>
                  </a:lnTo>
                  <a:lnTo>
                    <a:pt x="82" y="66"/>
                  </a:lnTo>
                  <a:lnTo>
                    <a:pt x="64" y="82"/>
                  </a:lnTo>
                  <a:lnTo>
                    <a:pt x="50" y="102"/>
                  </a:lnTo>
                  <a:lnTo>
                    <a:pt x="36" y="122"/>
                  </a:lnTo>
                  <a:lnTo>
                    <a:pt x="24" y="144"/>
                  </a:lnTo>
                  <a:lnTo>
                    <a:pt x="14" y="168"/>
                  </a:lnTo>
                  <a:lnTo>
                    <a:pt x="8" y="192"/>
                  </a:lnTo>
                  <a:lnTo>
                    <a:pt x="2" y="218"/>
                  </a:lnTo>
                  <a:lnTo>
                    <a:pt x="0" y="242"/>
                  </a:lnTo>
                  <a:lnTo>
                    <a:pt x="0" y="268"/>
                  </a:lnTo>
                  <a:lnTo>
                    <a:pt x="4" y="292"/>
                  </a:lnTo>
                  <a:lnTo>
                    <a:pt x="8" y="316"/>
                  </a:lnTo>
                  <a:lnTo>
                    <a:pt x="16" y="338"/>
                  </a:lnTo>
                  <a:lnTo>
                    <a:pt x="26" y="362"/>
                  </a:lnTo>
                  <a:lnTo>
                    <a:pt x="38" y="382"/>
                  </a:lnTo>
                  <a:lnTo>
                    <a:pt x="52" y="402"/>
                  </a:lnTo>
                  <a:lnTo>
                    <a:pt x="66" y="422"/>
                  </a:lnTo>
                  <a:lnTo>
                    <a:pt x="84" y="438"/>
                  </a:lnTo>
                  <a:lnTo>
                    <a:pt x="102" y="454"/>
                  </a:lnTo>
                  <a:lnTo>
                    <a:pt x="124" y="468"/>
                  </a:lnTo>
                  <a:lnTo>
                    <a:pt x="146" y="478"/>
                  </a:lnTo>
                  <a:lnTo>
                    <a:pt x="168" y="488"/>
                  </a:lnTo>
                  <a:lnTo>
                    <a:pt x="194" y="496"/>
                  </a:lnTo>
                  <a:lnTo>
                    <a:pt x="218" y="500"/>
                  </a:lnTo>
                  <a:lnTo>
                    <a:pt x="244" y="502"/>
                  </a:lnTo>
                  <a:lnTo>
                    <a:pt x="270" y="502"/>
                  </a:lnTo>
                  <a:lnTo>
                    <a:pt x="294" y="500"/>
                  </a:lnTo>
                  <a:lnTo>
                    <a:pt x="318" y="494"/>
                  </a:lnTo>
                  <a:lnTo>
                    <a:pt x="340" y="486"/>
                  </a:lnTo>
                  <a:lnTo>
                    <a:pt x="362" y="478"/>
                  </a:lnTo>
                  <a:lnTo>
                    <a:pt x="384" y="466"/>
                  </a:lnTo>
                  <a:lnTo>
                    <a:pt x="404" y="452"/>
                  </a:lnTo>
                  <a:lnTo>
                    <a:pt x="422" y="436"/>
                  </a:lnTo>
                  <a:lnTo>
                    <a:pt x="440" y="420"/>
                  </a:lnTo>
                  <a:lnTo>
                    <a:pt x="455" y="400"/>
                  </a:lnTo>
                  <a:lnTo>
                    <a:pt x="469" y="380"/>
                  </a:lnTo>
                  <a:lnTo>
                    <a:pt x="479" y="358"/>
                  </a:lnTo>
                  <a:lnTo>
                    <a:pt x="489" y="334"/>
                  </a:lnTo>
                  <a:lnTo>
                    <a:pt x="497" y="310"/>
                  </a:lnTo>
                  <a:lnTo>
                    <a:pt x="501" y="284"/>
                  </a:lnTo>
                  <a:lnTo>
                    <a:pt x="503" y="260"/>
                  </a:lnTo>
                  <a:lnTo>
                    <a:pt x="503" y="234"/>
                  </a:lnTo>
                  <a:lnTo>
                    <a:pt x="499" y="210"/>
                  </a:lnTo>
                  <a:lnTo>
                    <a:pt x="495" y="186"/>
                  </a:lnTo>
                  <a:lnTo>
                    <a:pt x="487" y="164"/>
                  </a:lnTo>
                  <a:lnTo>
                    <a:pt x="477" y="140"/>
                  </a:lnTo>
                  <a:lnTo>
                    <a:pt x="465" y="120"/>
                  </a:lnTo>
                  <a:lnTo>
                    <a:pt x="453" y="100"/>
                  </a:lnTo>
                  <a:lnTo>
                    <a:pt x="438" y="80"/>
                  </a:lnTo>
                  <a:lnTo>
                    <a:pt x="420" y="64"/>
                  </a:lnTo>
                  <a:lnTo>
                    <a:pt x="402" y="48"/>
                  </a:lnTo>
                  <a:lnTo>
                    <a:pt x="382" y="34"/>
                  </a:lnTo>
                  <a:lnTo>
                    <a:pt x="360" y="24"/>
                  </a:lnTo>
                  <a:lnTo>
                    <a:pt x="336" y="14"/>
                  </a:lnTo>
                  <a:lnTo>
                    <a:pt x="310" y="6"/>
                  </a:lnTo>
                  <a:close/>
                </a:path>
              </a:pathLst>
            </a:custGeom>
            <a:solidFill>
              <a:srgbClr val="B2D235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36" name="Freeform 186"/>
            <p:cNvSpPr/>
            <p:nvPr/>
          </p:nvSpPr>
          <p:spPr>
            <a:xfrm>
              <a:off x="918" y="309"/>
              <a:ext cx="489" cy="488"/>
            </a:xfrm>
            <a:custGeom>
              <a:avLst/>
              <a:gdLst/>
              <a:ahLst/>
              <a:cxnLst>
                <a:cxn ang="0">
                  <a:pos x="302" y="8"/>
                </a:cxn>
                <a:cxn ang="0">
                  <a:pos x="252" y="0"/>
                </a:cxn>
                <a:cxn ang="0">
                  <a:pos x="204" y="4"/>
                </a:cxn>
                <a:cxn ang="0">
                  <a:pos x="160" y="16"/>
                </a:cxn>
                <a:cxn ang="0">
                  <a:pos x="116" y="36"/>
                </a:cxn>
                <a:cxn ang="0">
                  <a:pos x="80" y="64"/>
                </a:cxn>
                <a:cxn ang="0">
                  <a:pos x="48" y="100"/>
                </a:cxn>
                <a:cxn ang="0">
                  <a:pos x="24" y="142"/>
                </a:cxn>
                <a:cxn ang="0">
                  <a:pos x="8" y="188"/>
                </a:cxn>
                <a:cxn ang="0">
                  <a:pos x="2" y="212"/>
                </a:cxn>
                <a:cxn ang="0">
                  <a:pos x="0" y="260"/>
                </a:cxn>
                <a:cxn ang="0">
                  <a:pos x="8" y="308"/>
                </a:cxn>
                <a:cxn ang="0">
                  <a:pos x="26" y="352"/>
                </a:cxn>
                <a:cxn ang="0">
                  <a:pos x="50" y="392"/>
                </a:cxn>
                <a:cxn ang="0">
                  <a:pos x="82" y="426"/>
                </a:cxn>
                <a:cxn ang="0">
                  <a:pos x="120" y="454"/>
                </a:cxn>
                <a:cxn ang="0">
                  <a:pos x="164" y="474"/>
                </a:cxn>
                <a:cxn ang="0">
                  <a:pos x="188" y="482"/>
                </a:cxn>
                <a:cxn ang="0">
                  <a:pos x="236" y="488"/>
                </a:cxn>
                <a:cxn ang="0">
                  <a:pos x="284" y="486"/>
                </a:cxn>
                <a:cxn ang="0">
                  <a:pos x="330" y="474"/>
                </a:cxn>
                <a:cxn ang="0">
                  <a:pos x="372" y="452"/>
                </a:cxn>
                <a:cxn ang="0">
                  <a:pos x="410" y="424"/>
                </a:cxn>
                <a:cxn ang="0">
                  <a:pos x="441" y="390"/>
                </a:cxn>
                <a:cxn ang="0">
                  <a:pos x="465" y="348"/>
                </a:cxn>
                <a:cxn ang="0">
                  <a:pos x="481" y="302"/>
                </a:cxn>
                <a:cxn ang="0">
                  <a:pos x="487" y="278"/>
                </a:cxn>
                <a:cxn ang="0">
                  <a:pos x="487" y="228"/>
                </a:cxn>
                <a:cxn ang="0">
                  <a:pos x="479" y="182"/>
                </a:cxn>
                <a:cxn ang="0">
                  <a:pos x="463" y="138"/>
                </a:cxn>
                <a:cxn ang="0">
                  <a:pos x="439" y="98"/>
                </a:cxn>
                <a:cxn ang="0">
                  <a:pos x="408" y="64"/>
                </a:cxn>
                <a:cxn ang="0">
                  <a:pos x="370" y="34"/>
                </a:cxn>
                <a:cxn ang="0">
                  <a:pos x="326" y="14"/>
                </a:cxn>
                <a:cxn ang="0">
                  <a:pos x="302" y="8"/>
                </a:cxn>
              </a:cxnLst>
              <a:rect l="0" t="0" r="0" b="0"/>
              <a:pathLst>
                <a:path w="489" h="488">
                  <a:moveTo>
                    <a:pt x="302" y="8"/>
                  </a:moveTo>
                  <a:lnTo>
                    <a:pt x="302" y="8"/>
                  </a:lnTo>
                  <a:lnTo>
                    <a:pt x="278" y="2"/>
                  </a:lnTo>
                  <a:lnTo>
                    <a:pt x="252" y="0"/>
                  </a:lnTo>
                  <a:lnTo>
                    <a:pt x="228" y="2"/>
                  </a:lnTo>
                  <a:lnTo>
                    <a:pt x="204" y="4"/>
                  </a:lnTo>
                  <a:lnTo>
                    <a:pt x="182" y="8"/>
                  </a:lnTo>
                  <a:lnTo>
                    <a:pt x="160" y="16"/>
                  </a:lnTo>
                  <a:lnTo>
                    <a:pt x="138" y="26"/>
                  </a:lnTo>
                  <a:lnTo>
                    <a:pt x="116" y="36"/>
                  </a:lnTo>
                  <a:lnTo>
                    <a:pt x="98" y="50"/>
                  </a:lnTo>
                  <a:lnTo>
                    <a:pt x="80" y="64"/>
                  </a:lnTo>
                  <a:lnTo>
                    <a:pt x="62" y="82"/>
                  </a:lnTo>
                  <a:lnTo>
                    <a:pt x="48" y="100"/>
                  </a:lnTo>
                  <a:lnTo>
                    <a:pt x="34" y="120"/>
                  </a:lnTo>
                  <a:lnTo>
                    <a:pt x="24" y="142"/>
                  </a:lnTo>
                  <a:lnTo>
                    <a:pt x="14" y="164"/>
                  </a:lnTo>
                  <a:lnTo>
                    <a:pt x="8" y="188"/>
                  </a:lnTo>
                  <a:lnTo>
                    <a:pt x="2" y="212"/>
                  </a:lnTo>
                  <a:lnTo>
                    <a:pt x="0" y="236"/>
                  </a:lnTo>
                  <a:lnTo>
                    <a:pt x="0" y="260"/>
                  </a:lnTo>
                  <a:lnTo>
                    <a:pt x="4" y="284"/>
                  </a:lnTo>
                  <a:lnTo>
                    <a:pt x="8" y="308"/>
                  </a:lnTo>
                  <a:lnTo>
                    <a:pt x="16" y="330"/>
                  </a:lnTo>
                  <a:lnTo>
                    <a:pt x="26" y="352"/>
                  </a:lnTo>
                  <a:lnTo>
                    <a:pt x="36" y="372"/>
                  </a:lnTo>
                  <a:lnTo>
                    <a:pt x="50" y="392"/>
                  </a:lnTo>
                  <a:lnTo>
                    <a:pt x="64" y="410"/>
                  </a:lnTo>
                  <a:lnTo>
                    <a:pt x="82" y="426"/>
                  </a:lnTo>
                  <a:lnTo>
                    <a:pt x="100" y="442"/>
                  </a:lnTo>
                  <a:lnTo>
                    <a:pt x="120" y="454"/>
                  </a:lnTo>
                  <a:lnTo>
                    <a:pt x="142" y="466"/>
                  </a:lnTo>
                  <a:lnTo>
                    <a:pt x="164" y="474"/>
                  </a:lnTo>
                  <a:lnTo>
                    <a:pt x="188" y="482"/>
                  </a:lnTo>
                  <a:lnTo>
                    <a:pt x="212" y="486"/>
                  </a:lnTo>
                  <a:lnTo>
                    <a:pt x="236" y="488"/>
                  </a:lnTo>
                  <a:lnTo>
                    <a:pt x="262" y="488"/>
                  </a:lnTo>
                  <a:lnTo>
                    <a:pt x="284" y="486"/>
                  </a:lnTo>
                  <a:lnTo>
                    <a:pt x="308" y="480"/>
                  </a:lnTo>
                  <a:lnTo>
                    <a:pt x="330" y="474"/>
                  </a:lnTo>
                  <a:lnTo>
                    <a:pt x="352" y="464"/>
                  </a:lnTo>
                  <a:lnTo>
                    <a:pt x="372" y="452"/>
                  </a:lnTo>
                  <a:lnTo>
                    <a:pt x="392" y="440"/>
                  </a:lnTo>
                  <a:lnTo>
                    <a:pt x="410" y="424"/>
                  </a:lnTo>
                  <a:lnTo>
                    <a:pt x="426" y="408"/>
                  </a:lnTo>
                  <a:lnTo>
                    <a:pt x="441" y="390"/>
                  </a:lnTo>
                  <a:lnTo>
                    <a:pt x="455" y="370"/>
                  </a:lnTo>
                  <a:lnTo>
                    <a:pt x="465" y="348"/>
                  </a:lnTo>
                  <a:lnTo>
                    <a:pt x="475" y="326"/>
                  </a:lnTo>
                  <a:lnTo>
                    <a:pt x="481" y="302"/>
                  </a:lnTo>
                  <a:lnTo>
                    <a:pt x="487" y="278"/>
                  </a:lnTo>
                  <a:lnTo>
                    <a:pt x="489" y="252"/>
                  </a:lnTo>
                  <a:lnTo>
                    <a:pt x="487" y="228"/>
                  </a:lnTo>
                  <a:lnTo>
                    <a:pt x="485" y="204"/>
                  </a:lnTo>
                  <a:lnTo>
                    <a:pt x="479" y="182"/>
                  </a:lnTo>
                  <a:lnTo>
                    <a:pt x="473" y="160"/>
                  </a:lnTo>
                  <a:lnTo>
                    <a:pt x="463" y="138"/>
                  </a:lnTo>
                  <a:lnTo>
                    <a:pt x="453" y="118"/>
                  </a:lnTo>
                  <a:lnTo>
                    <a:pt x="439" y="98"/>
                  </a:lnTo>
                  <a:lnTo>
                    <a:pt x="424" y="80"/>
                  </a:lnTo>
                  <a:lnTo>
                    <a:pt x="408" y="64"/>
                  </a:lnTo>
                  <a:lnTo>
                    <a:pt x="390" y="48"/>
                  </a:lnTo>
                  <a:lnTo>
                    <a:pt x="370" y="34"/>
                  </a:lnTo>
                  <a:lnTo>
                    <a:pt x="348" y="24"/>
                  </a:lnTo>
                  <a:lnTo>
                    <a:pt x="326" y="14"/>
                  </a:lnTo>
                  <a:lnTo>
                    <a:pt x="302" y="8"/>
                  </a:lnTo>
                  <a:close/>
                </a:path>
              </a:pathLst>
            </a:custGeom>
            <a:solidFill>
              <a:srgbClr val="B5D334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37" name="Freeform 187"/>
            <p:cNvSpPr/>
            <p:nvPr/>
          </p:nvSpPr>
          <p:spPr>
            <a:xfrm>
              <a:off x="926" y="315"/>
              <a:ext cx="473" cy="472"/>
            </a:xfrm>
            <a:custGeom>
              <a:avLst/>
              <a:gdLst/>
              <a:ahLst/>
              <a:cxnLst>
                <a:cxn ang="0">
                  <a:pos x="292" y="6"/>
                </a:cxn>
                <a:cxn ang="0">
                  <a:pos x="246" y="0"/>
                </a:cxn>
                <a:cxn ang="0">
                  <a:pos x="198" y="2"/>
                </a:cxn>
                <a:cxn ang="0">
                  <a:pos x="154" y="14"/>
                </a:cxn>
                <a:cxn ang="0">
                  <a:pos x="114" y="34"/>
                </a:cxn>
                <a:cxn ang="0">
                  <a:pos x="78" y="62"/>
                </a:cxn>
                <a:cxn ang="0">
                  <a:pos x="46" y="96"/>
                </a:cxn>
                <a:cxn ang="0">
                  <a:pos x="22" y="136"/>
                </a:cxn>
                <a:cxn ang="0">
                  <a:pos x="6" y="180"/>
                </a:cxn>
                <a:cxn ang="0">
                  <a:pos x="2" y="204"/>
                </a:cxn>
                <a:cxn ang="0">
                  <a:pos x="2" y="252"/>
                </a:cxn>
                <a:cxn ang="0">
                  <a:pos x="8" y="298"/>
                </a:cxn>
                <a:cxn ang="0">
                  <a:pos x="24" y="340"/>
                </a:cxn>
                <a:cxn ang="0">
                  <a:pos x="48" y="378"/>
                </a:cxn>
                <a:cxn ang="0">
                  <a:pos x="80" y="412"/>
                </a:cxn>
                <a:cxn ang="0">
                  <a:pos x="116" y="440"/>
                </a:cxn>
                <a:cxn ang="0">
                  <a:pos x="160" y="460"/>
                </a:cxn>
                <a:cxn ang="0">
                  <a:pos x="182" y="466"/>
                </a:cxn>
                <a:cxn ang="0">
                  <a:pos x="230" y="472"/>
                </a:cxn>
                <a:cxn ang="0">
                  <a:pos x="276" y="470"/>
                </a:cxn>
                <a:cxn ang="0">
                  <a:pos x="320" y="458"/>
                </a:cxn>
                <a:cxn ang="0">
                  <a:pos x="362" y="438"/>
                </a:cxn>
                <a:cxn ang="0">
                  <a:pos x="398" y="410"/>
                </a:cxn>
                <a:cxn ang="0">
                  <a:pos x="427" y="376"/>
                </a:cxn>
                <a:cxn ang="0">
                  <a:pos x="451" y="336"/>
                </a:cxn>
                <a:cxn ang="0">
                  <a:pos x="467" y="292"/>
                </a:cxn>
                <a:cxn ang="0">
                  <a:pos x="471" y="268"/>
                </a:cxn>
                <a:cxn ang="0">
                  <a:pos x="473" y="220"/>
                </a:cxn>
                <a:cxn ang="0">
                  <a:pos x="465" y="176"/>
                </a:cxn>
                <a:cxn ang="0">
                  <a:pos x="449" y="132"/>
                </a:cxn>
                <a:cxn ang="0">
                  <a:pos x="425" y="94"/>
                </a:cxn>
                <a:cxn ang="0">
                  <a:pos x="396" y="60"/>
                </a:cxn>
                <a:cxn ang="0">
                  <a:pos x="358" y="32"/>
                </a:cxn>
                <a:cxn ang="0">
                  <a:pos x="316" y="14"/>
                </a:cxn>
                <a:cxn ang="0">
                  <a:pos x="292" y="6"/>
                </a:cxn>
              </a:cxnLst>
              <a:rect l="0" t="0" r="0" b="0"/>
              <a:pathLst>
                <a:path w="473" h="472">
                  <a:moveTo>
                    <a:pt x="292" y="6"/>
                  </a:moveTo>
                  <a:lnTo>
                    <a:pt x="292" y="6"/>
                  </a:lnTo>
                  <a:lnTo>
                    <a:pt x="268" y="2"/>
                  </a:lnTo>
                  <a:lnTo>
                    <a:pt x="246" y="0"/>
                  </a:lnTo>
                  <a:lnTo>
                    <a:pt x="222" y="0"/>
                  </a:lnTo>
                  <a:lnTo>
                    <a:pt x="198" y="2"/>
                  </a:lnTo>
                  <a:lnTo>
                    <a:pt x="176" y="8"/>
                  </a:lnTo>
                  <a:lnTo>
                    <a:pt x="154" y="14"/>
                  </a:lnTo>
                  <a:lnTo>
                    <a:pt x="134" y="24"/>
                  </a:lnTo>
                  <a:lnTo>
                    <a:pt x="114" y="34"/>
                  </a:lnTo>
                  <a:lnTo>
                    <a:pt x="94" y="48"/>
                  </a:lnTo>
                  <a:lnTo>
                    <a:pt x="78" y="62"/>
                  </a:lnTo>
                  <a:lnTo>
                    <a:pt x="62" y="78"/>
                  </a:lnTo>
                  <a:lnTo>
                    <a:pt x="46" y="96"/>
                  </a:lnTo>
                  <a:lnTo>
                    <a:pt x="34" y="116"/>
                  </a:lnTo>
                  <a:lnTo>
                    <a:pt x="22" y="136"/>
                  </a:lnTo>
                  <a:lnTo>
                    <a:pt x="14" y="158"/>
                  </a:lnTo>
                  <a:lnTo>
                    <a:pt x="6" y="180"/>
                  </a:lnTo>
                  <a:lnTo>
                    <a:pt x="2" y="204"/>
                  </a:lnTo>
                  <a:lnTo>
                    <a:pt x="0" y="228"/>
                  </a:lnTo>
                  <a:lnTo>
                    <a:pt x="2" y="252"/>
                  </a:lnTo>
                  <a:lnTo>
                    <a:pt x="4" y="274"/>
                  </a:lnTo>
                  <a:lnTo>
                    <a:pt x="8" y="298"/>
                  </a:lnTo>
                  <a:lnTo>
                    <a:pt x="16" y="318"/>
                  </a:lnTo>
                  <a:lnTo>
                    <a:pt x="24" y="340"/>
                  </a:lnTo>
                  <a:lnTo>
                    <a:pt x="36" y="360"/>
                  </a:lnTo>
                  <a:lnTo>
                    <a:pt x="48" y="378"/>
                  </a:lnTo>
                  <a:lnTo>
                    <a:pt x="64" y="396"/>
                  </a:lnTo>
                  <a:lnTo>
                    <a:pt x="80" y="412"/>
                  </a:lnTo>
                  <a:lnTo>
                    <a:pt x="98" y="426"/>
                  </a:lnTo>
                  <a:lnTo>
                    <a:pt x="116" y="440"/>
                  </a:lnTo>
                  <a:lnTo>
                    <a:pt x="138" y="450"/>
                  </a:lnTo>
                  <a:lnTo>
                    <a:pt x="160" y="460"/>
                  </a:lnTo>
                  <a:lnTo>
                    <a:pt x="182" y="466"/>
                  </a:lnTo>
                  <a:lnTo>
                    <a:pt x="206" y="470"/>
                  </a:lnTo>
                  <a:lnTo>
                    <a:pt x="230" y="472"/>
                  </a:lnTo>
                  <a:lnTo>
                    <a:pt x="254" y="472"/>
                  </a:lnTo>
                  <a:lnTo>
                    <a:pt x="276" y="470"/>
                  </a:lnTo>
                  <a:lnTo>
                    <a:pt x="298" y="464"/>
                  </a:lnTo>
                  <a:lnTo>
                    <a:pt x="320" y="458"/>
                  </a:lnTo>
                  <a:lnTo>
                    <a:pt x="342" y="448"/>
                  </a:lnTo>
                  <a:lnTo>
                    <a:pt x="362" y="438"/>
                  </a:lnTo>
                  <a:lnTo>
                    <a:pt x="380" y="424"/>
                  </a:lnTo>
                  <a:lnTo>
                    <a:pt x="398" y="410"/>
                  </a:lnTo>
                  <a:lnTo>
                    <a:pt x="414" y="394"/>
                  </a:lnTo>
                  <a:lnTo>
                    <a:pt x="427" y="376"/>
                  </a:lnTo>
                  <a:lnTo>
                    <a:pt x="441" y="358"/>
                  </a:lnTo>
                  <a:lnTo>
                    <a:pt x="451" y="336"/>
                  </a:lnTo>
                  <a:lnTo>
                    <a:pt x="461" y="314"/>
                  </a:lnTo>
                  <a:lnTo>
                    <a:pt x="467" y="292"/>
                  </a:lnTo>
                  <a:lnTo>
                    <a:pt x="471" y="268"/>
                  </a:lnTo>
                  <a:lnTo>
                    <a:pt x="473" y="244"/>
                  </a:lnTo>
                  <a:lnTo>
                    <a:pt x="473" y="220"/>
                  </a:lnTo>
                  <a:lnTo>
                    <a:pt x="471" y="198"/>
                  </a:lnTo>
                  <a:lnTo>
                    <a:pt x="465" y="176"/>
                  </a:lnTo>
                  <a:lnTo>
                    <a:pt x="459" y="154"/>
                  </a:lnTo>
                  <a:lnTo>
                    <a:pt x="449" y="132"/>
                  </a:lnTo>
                  <a:lnTo>
                    <a:pt x="439" y="112"/>
                  </a:lnTo>
                  <a:lnTo>
                    <a:pt x="425" y="94"/>
                  </a:lnTo>
                  <a:lnTo>
                    <a:pt x="412" y="76"/>
                  </a:lnTo>
                  <a:lnTo>
                    <a:pt x="396" y="60"/>
                  </a:lnTo>
                  <a:lnTo>
                    <a:pt x="378" y="46"/>
                  </a:lnTo>
                  <a:lnTo>
                    <a:pt x="358" y="32"/>
                  </a:lnTo>
                  <a:lnTo>
                    <a:pt x="338" y="22"/>
                  </a:lnTo>
                  <a:lnTo>
                    <a:pt x="316" y="14"/>
                  </a:lnTo>
                  <a:lnTo>
                    <a:pt x="292" y="6"/>
                  </a:lnTo>
                  <a:close/>
                </a:path>
              </a:pathLst>
            </a:custGeom>
            <a:solidFill>
              <a:srgbClr val="B7D43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38" name="Freeform 188"/>
            <p:cNvSpPr/>
            <p:nvPr/>
          </p:nvSpPr>
          <p:spPr>
            <a:xfrm>
              <a:off x="934" y="319"/>
              <a:ext cx="459" cy="458"/>
            </a:xfrm>
            <a:custGeom>
              <a:avLst/>
              <a:gdLst/>
              <a:ahLst/>
              <a:cxnLst>
                <a:cxn ang="0">
                  <a:pos x="284" y="8"/>
                </a:cxn>
                <a:cxn ang="0">
                  <a:pos x="238" y="0"/>
                </a:cxn>
                <a:cxn ang="0">
                  <a:pos x="192" y="4"/>
                </a:cxn>
                <a:cxn ang="0">
                  <a:pos x="150" y="16"/>
                </a:cxn>
                <a:cxn ang="0">
                  <a:pos x="110" y="34"/>
                </a:cxn>
                <a:cxn ang="0">
                  <a:pos x="74" y="62"/>
                </a:cxn>
                <a:cxn ang="0">
                  <a:pos x="46" y="94"/>
                </a:cxn>
                <a:cxn ang="0">
                  <a:pos x="22" y="132"/>
                </a:cxn>
                <a:cxn ang="0">
                  <a:pos x="6" y="176"/>
                </a:cxn>
                <a:cxn ang="0">
                  <a:pos x="2" y="200"/>
                </a:cxn>
                <a:cxn ang="0">
                  <a:pos x="2" y="244"/>
                </a:cxn>
                <a:cxn ang="0">
                  <a:pos x="8" y="288"/>
                </a:cxn>
                <a:cxn ang="0">
                  <a:pos x="24" y="330"/>
                </a:cxn>
                <a:cxn ang="0">
                  <a:pos x="48" y="368"/>
                </a:cxn>
                <a:cxn ang="0">
                  <a:pos x="76" y="400"/>
                </a:cxn>
                <a:cxn ang="0">
                  <a:pos x="112" y="426"/>
                </a:cxn>
                <a:cxn ang="0">
                  <a:pos x="154" y="446"/>
                </a:cxn>
                <a:cxn ang="0">
                  <a:pos x="176" y="452"/>
                </a:cxn>
                <a:cxn ang="0">
                  <a:pos x="222" y="458"/>
                </a:cxn>
                <a:cxn ang="0">
                  <a:pos x="268" y="456"/>
                </a:cxn>
                <a:cxn ang="0">
                  <a:pos x="310" y="444"/>
                </a:cxn>
                <a:cxn ang="0">
                  <a:pos x="350" y="424"/>
                </a:cxn>
                <a:cxn ang="0">
                  <a:pos x="386" y="398"/>
                </a:cxn>
                <a:cxn ang="0">
                  <a:pos x="414" y="366"/>
                </a:cxn>
                <a:cxn ang="0">
                  <a:pos x="437" y="326"/>
                </a:cxn>
                <a:cxn ang="0">
                  <a:pos x="453" y="284"/>
                </a:cxn>
                <a:cxn ang="0">
                  <a:pos x="457" y="260"/>
                </a:cxn>
                <a:cxn ang="0">
                  <a:pos x="457" y="214"/>
                </a:cxn>
                <a:cxn ang="0">
                  <a:pos x="451" y="170"/>
                </a:cxn>
                <a:cxn ang="0">
                  <a:pos x="435" y="130"/>
                </a:cxn>
                <a:cxn ang="0">
                  <a:pos x="412" y="92"/>
                </a:cxn>
                <a:cxn ang="0">
                  <a:pos x="384" y="60"/>
                </a:cxn>
                <a:cxn ang="0">
                  <a:pos x="348" y="34"/>
                </a:cxn>
                <a:cxn ang="0">
                  <a:pos x="306" y="14"/>
                </a:cxn>
                <a:cxn ang="0">
                  <a:pos x="284" y="8"/>
                </a:cxn>
              </a:cxnLst>
              <a:rect l="0" t="0" r="0" b="0"/>
              <a:pathLst>
                <a:path w="459" h="458">
                  <a:moveTo>
                    <a:pt x="284" y="8"/>
                  </a:moveTo>
                  <a:lnTo>
                    <a:pt x="284" y="8"/>
                  </a:lnTo>
                  <a:lnTo>
                    <a:pt x="260" y="2"/>
                  </a:lnTo>
                  <a:lnTo>
                    <a:pt x="238" y="0"/>
                  </a:lnTo>
                  <a:lnTo>
                    <a:pt x="214" y="2"/>
                  </a:lnTo>
                  <a:lnTo>
                    <a:pt x="192" y="4"/>
                  </a:lnTo>
                  <a:lnTo>
                    <a:pt x="170" y="8"/>
                  </a:lnTo>
                  <a:lnTo>
                    <a:pt x="150" y="16"/>
                  </a:lnTo>
                  <a:lnTo>
                    <a:pt x="130" y="24"/>
                  </a:lnTo>
                  <a:lnTo>
                    <a:pt x="110" y="34"/>
                  </a:lnTo>
                  <a:lnTo>
                    <a:pt x="92" y="48"/>
                  </a:lnTo>
                  <a:lnTo>
                    <a:pt x="74" y="62"/>
                  </a:lnTo>
                  <a:lnTo>
                    <a:pt x="60" y="76"/>
                  </a:lnTo>
                  <a:lnTo>
                    <a:pt x="46" y="94"/>
                  </a:lnTo>
                  <a:lnTo>
                    <a:pt x="32" y="112"/>
                  </a:lnTo>
                  <a:lnTo>
                    <a:pt x="22" y="132"/>
                  </a:lnTo>
                  <a:lnTo>
                    <a:pt x="14" y="154"/>
                  </a:lnTo>
                  <a:lnTo>
                    <a:pt x="6" y="176"/>
                  </a:lnTo>
                  <a:lnTo>
                    <a:pt x="2" y="200"/>
                  </a:lnTo>
                  <a:lnTo>
                    <a:pt x="0" y="222"/>
                  </a:lnTo>
                  <a:lnTo>
                    <a:pt x="2" y="244"/>
                  </a:lnTo>
                  <a:lnTo>
                    <a:pt x="4" y="268"/>
                  </a:lnTo>
                  <a:lnTo>
                    <a:pt x="8" y="288"/>
                  </a:lnTo>
                  <a:lnTo>
                    <a:pt x="16" y="310"/>
                  </a:lnTo>
                  <a:lnTo>
                    <a:pt x="24" y="330"/>
                  </a:lnTo>
                  <a:lnTo>
                    <a:pt x="34" y="350"/>
                  </a:lnTo>
                  <a:lnTo>
                    <a:pt x="48" y="368"/>
                  </a:lnTo>
                  <a:lnTo>
                    <a:pt x="62" y="384"/>
                  </a:lnTo>
                  <a:lnTo>
                    <a:pt x="76" y="400"/>
                  </a:lnTo>
                  <a:lnTo>
                    <a:pt x="94" y="414"/>
                  </a:lnTo>
                  <a:lnTo>
                    <a:pt x="112" y="426"/>
                  </a:lnTo>
                  <a:lnTo>
                    <a:pt x="132" y="438"/>
                  </a:lnTo>
                  <a:lnTo>
                    <a:pt x="154" y="446"/>
                  </a:lnTo>
                  <a:lnTo>
                    <a:pt x="176" y="452"/>
                  </a:lnTo>
                  <a:lnTo>
                    <a:pt x="200" y="456"/>
                  </a:lnTo>
                  <a:lnTo>
                    <a:pt x="222" y="458"/>
                  </a:lnTo>
                  <a:lnTo>
                    <a:pt x="246" y="458"/>
                  </a:lnTo>
                  <a:lnTo>
                    <a:pt x="268" y="456"/>
                  </a:lnTo>
                  <a:lnTo>
                    <a:pt x="290" y="450"/>
                  </a:lnTo>
                  <a:lnTo>
                    <a:pt x="310" y="444"/>
                  </a:lnTo>
                  <a:lnTo>
                    <a:pt x="330" y="436"/>
                  </a:lnTo>
                  <a:lnTo>
                    <a:pt x="350" y="424"/>
                  </a:lnTo>
                  <a:lnTo>
                    <a:pt x="368" y="412"/>
                  </a:lnTo>
                  <a:lnTo>
                    <a:pt x="386" y="398"/>
                  </a:lnTo>
                  <a:lnTo>
                    <a:pt x="400" y="382"/>
                  </a:lnTo>
                  <a:lnTo>
                    <a:pt x="414" y="366"/>
                  </a:lnTo>
                  <a:lnTo>
                    <a:pt x="427" y="346"/>
                  </a:lnTo>
                  <a:lnTo>
                    <a:pt x="437" y="326"/>
                  </a:lnTo>
                  <a:lnTo>
                    <a:pt x="445" y="306"/>
                  </a:lnTo>
                  <a:lnTo>
                    <a:pt x="453" y="284"/>
                  </a:lnTo>
                  <a:lnTo>
                    <a:pt x="457" y="260"/>
                  </a:lnTo>
                  <a:lnTo>
                    <a:pt x="459" y="238"/>
                  </a:lnTo>
                  <a:lnTo>
                    <a:pt x="457" y="214"/>
                  </a:lnTo>
                  <a:lnTo>
                    <a:pt x="455" y="192"/>
                  </a:lnTo>
                  <a:lnTo>
                    <a:pt x="451" y="170"/>
                  </a:lnTo>
                  <a:lnTo>
                    <a:pt x="443" y="150"/>
                  </a:lnTo>
                  <a:lnTo>
                    <a:pt x="435" y="130"/>
                  </a:lnTo>
                  <a:lnTo>
                    <a:pt x="425" y="110"/>
                  </a:lnTo>
                  <a:lnTo>
                    <a:pt x="412" y="92"/>
                  </a:lnTo>
                  <a:lnTo>
                    <a:pt x="398" y="76"/>
                  </a:lnTo>
                  <a:lnTo>
                    <a:pt x="384" y="60"/>
                  </a:lnTo>
                  <a:lnTo>
                    <a:pt x="366" y="46"/>
                  </a:lnTo>
                  <a:lnTo>
                    <a:pt x="348" y="34"/>
                  </a:lnTo>
                  <a:lnTo>
                    <a:pt x="328" y="22"/>
                  </a:lnTo>
                  <a:lnTo>
                    <a:pt x="306" y="14"/>
                  </a:lnTo>
                  <a:lnTo>
                    <a:pt x="284" y="8"/>
                  </a:lnTo>
                  <a:close/>
                </a:path>
              </a:pathLst>
            </a:custGeom>
            <a:solidFill>
              <a:srgbClr val="B9D53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39" name="Freeform 189"/>
            <p:cNvSpPr/>
            <p:nvPr/>
          </p:nvSpPr>
          <p:spPr>
            <a:xfrm>
              <a:off x="942" y="325"/>
              <a:ext cx="443" cy="442"/>
            </a:xfrm>
            <a:custGeom>
              <a:avLst/>
              <a:gdLst/>
              <a:ahLst/>
              <a:cxnLst>
                <a:cxn ang="0">
                  <a:pos x="274" y="6"/>
                </a:cxn>
                <a:cxn ang="0">
                  <a:pos x="230" y="0"/>
                </a:cxn>
                <a:cxn ang="0">
                  <a:pos x="186" y="2"/>
                </a:cxn>
                <a:cxn ang="0">
                  <a:pos x="144" y="14"/>
                </a:cxn>
                <a:cxn ang="0">
                  <a:pos x="106" y="32"/>
                </a:cxn>
                <a:cxn ang="0">
                  <a:pos x="72" y="58"/>
                </a:cxn>
                <a:cxn ang="0">
                  <a:pos x="44" y="90"/>
                </a:cxn>
                <a:cxn ang="0">
                  <a:pos x="22" y="128"/>
                </a:cxn>
                <a:cxn ang="0">
                  <a:pos x="6" y="170"/>
                </a:cxn>
                <a:cxn ang="0">
                  <a:pos x="2" y="192"/>
                </a:cxn>
                <a:cxn ang="0">
                  <a:pos x="2" y="236"/>
                </a:cxn>
                <a:cxn ang="0">
                  <a:pos x="8" y="278"/>
                </a:cxn>
                <a:cxn ang="0">
                  <a:pos x="24" y="318"/>
                </a:cxn>
                <a:cxn ang="0">
                  <a:pos x="46" y="354"/>
                </a:cxn>
                <a:cxn ang="0">
                  <a:pos x="74" y="386"/>
                </a:cxn>
                <a:cxn ang="0">
                  <a:pos x="110" y="412"/>
                </a:cxn>
                <a:cxn ang="0">
                  <a:pos x="150" y="430"/>
                </a:cxn>
                <a:cxn ang="0">
                  <a:pos x="170" y="436"/>
                </a:cxn>
                <a:cxn ang="0">
                  <a:pos x="216" y="442"/>
                </a:cxn>
                <a:cxn ang="0">
                  <a:pos x="258" y="440"/>
                </a:cxn>
                <a:cxn ang="0">
                  <a:pos x="300" y="428"/>
                </a:cxn>
                <a:cxn ang="0">
                  <a:pos x="338" y="410"/>
                </a:cxn>
                <a:cxn ang="0">
                  <a:pos x="372" y="384"/>
                </a:cxn>
                <a:cxn ang="0">
                  <a:pos x="402" y="352"/>
                </a:cxn>
                <a:cxn ang="0">
                  <a:pos x="423" y="316"/>
                </a:cxn>
                <a:cxn ang="0">
                  <a:pos x="437" y="274"/>
                </a:cxn>
                <a:cxn ang="0">
                  <a:pos x="441" y="250"/>
                </a:cxn>
                <a:cxn ang="0">
                  <a:pos x="443" y="206"/>
                </a:cxn>
                <a:cxn ang="0">
                  <a:pos x="435" y="164"/>
                </a:cxn>
                <a:cxn ang="0">
                  <a:pos x="421" y="124"/>
                </a:cxn>
                <a:cxn ang="0">
                  <a:pos x="400" y="88"/>
                </a:cxn>
                <a:cxn ang="0">
                  <a:pos x="370" y="56"/>
                </a:cxn>
                <a:cxn ang="0">
                  <a:pos x="336" y="32"/>
                </a:cxn>
                <a:cxn ang="0">
                  <a:pos x="296" y="12"/>
                </a:cxn>
                <a:cxn ang="0">
                  <a:pos x="274" y="6"/>
                </a:cxn>
              </a:cxnLst>
              <a:rect l="0" t="0" r="0" b="0"/>
              <a:pathLst>
                <a:path w="443" h="442">
                  <a:moveTo>
                    <a:pt x="274" y="6"/>
                  </a:moveTo>
                  <a:lnTo>
                    <a:pt x="274" y="6"/>
                  </a:lnTo>
                  <a:lnTo>
                    <a:pt x="252" y="2"/>
                  </a:lnTo>
                  <a:lnTo>
                    <a:pt x="230" y="0"/>
                  </a:lnTo>
                  <a:lnTo>
                    <a:pt x="208" y="0"/>
                  </a:lnTo>
                  <a:lnTo>
                    <a:pt x="186" y="2"/>
                  </a:lnTo>
                  <a:lnTo>
                    <a:pt x="166" y="8"/>
                  </a:lnTo>
                  <a:lnTo>
                    <a:pt x="144" y="14"/>
                  </a:lnTo>
                  <a:lnTo>
                    <a:pt x="126" y="22"/>
                  </a:lnTo>
                  <a:lnTo>
                    <a:pt x="106" y="32"/>
                  </a:lnTo>
                  <a:lnTo>
                    <a:pt x="90" y="44"/>
                  </a:lnTo>
                  <a:lnTo>
                    <a:pt x="72" y="58"/>
                  </a:lnTo>
                  <a:lnTo>
                    <a:pt x="58" y="74"/>
                  </a:lnTo>
                  <a:lnTo>
                    <a:pt x="44" y="90"/>
                  </a:lnTo>
                  <a:lnTo>
                    <a:pt x="32" y="108"/>
                  </a:lnTo>
                  <a:lnTo>
                    <a:pt x="22" y="128"/>
                  </a:lnTo>
                  <a:lnTo>
                    <a:pt x="14" y="148"/>
                  </a:lnTo>
                  <a:lnTo>
                    <a:pt x="6" y="170"/>
                  </a:lnTo>
                  <a:lnTo>
                    <a:pt x="2" y="192"/>
                  </a:lnTo>
                  <a:lnTo>
                    <a:pt x="0" y="214"/>
                  </a:lnTo>
                  <a:lnTo>
                    <a:pt x="2" y="236"/>
                  </a:lnTo>
                  <a:lnTo>
                    <a:pt x="4" y="258"/>
                  </a:lnTo>
                  <a:lnTo>
                    <a:pt x="8" y="278"/>
                  </a:lnTo>
                  <a:lnTo>
                    <a:pt x="16" y="298"/>
                  </a:lnTo>
                  <a:lnTo>
                    <a:pt x="24" y="318"/>
                  </a:lnTo>
                  <a:lnTo>
                    <a:pt x="34" y="336"/>
                  </a:lnTo>
                  <a:lnTo>
                    <a:pt x="46" y="354"/>
                  </a:lnTo>
                  <a:lnTo>
                    <a:pt x="60" y="370"/>
                  </a:lnTo>
                  <a:lnTo>
                    <a:pt x="74" y="386"/>
                  </a:lnTo>
                  <a:lnTo>
                    <a:pt x="92" y="400"/>
                  </a:lnTo>
                  <a:lnTo>
                    <a:pt x="110" y="412"/>
                  </a:lnTo>
                  <a:lnTo>
                    <a:pt x="128" y="422"/>
                  </a:lnTo>
                  <a:lnTo>
                    <a:pt x="150" y="430"/>
                  </a:lnTo>
                  <a:lnTo>
                    <a:pt x="170" y="436"/>
                  </a:lnTo>
                  <a:lnTo>
                    <a:pt x="194" y="440"/>
                  </a:lnTo>
                  <a:lnTo>
                    <a:pt x="216" y="442"/>
                  </a:lnTo>
                  <a:lnTo>
                    <a:pt x="238" y="442"/>
                  </a:lnTo>
                  <a:lnTo>
                    <a:pt x="258" y="440"/>
                  </a:lnTo>
                  <a:lnTo>
                    <a:pt x="280" y="436"/>
                  </a:lnTo>
                  <a:lnTo>
                    <a:pt x="300" y="428"/>
                  </a:lnTo>
                  <a:lnTo>
                    <a:pt x="320" y="420"/>
                  </a:lnTo>
                  <a:lnTo>
                    <a:pt x="338" y="410"/>
                  </a:lnTo>
                  <a:lnTo>
                    <a:pt x="356" y="398"/>
                  </a:lnTo>
                  <a:lnTo>
                    <a:pt x="372" y="384"/>
                  </a:lnTo>
                  <a:lnTo>
                    <a:pt x="388" y="370"/>
                  </a:lnTo>
                  <a:lnTo>
                    <a:pt x="402" y="352"/>
                  </a:lnTo>
                  <a:lnTo>
                    <a:pt x="413" y="334"/>
                  </a:lnTo>
                  <a:lnTo>
                    <a:pt x="423" y="316"/>
                  </a:lnTo>
                  <a:lnTo>
                    <a:pt x="431" y="294"/>
                  </a:lnTo>
                  <a:lnTo>
                    <a:pt x="437" y="274"/>
                  </a:lnTo>
                  <a:lnTo>
                    <a:pt x="441" y="250"/>
                  </a:lnTo>
                  <a:lnTo>
                    <a:pt x="443" y="228"/>
                  </a:lnTo>
                  <a:lnTo>
                    <a:pt x="443" y="206"/>
                  </a:lnTo>
                  <a:lnTo>
                    <a:pt x="441" y="186"/>
                  </a:lnTo>
                  <a:lnTo>
                    <a:pt x="435" y="164"/>
                  </a:lnTo>
                  <a:lnTo>
                    <a:pt x="429" y="144"/>
                  </a:lnTo>
                  <a:lnTo>
                    <a:pt x="421" y="124"/>
                  </a:lnTo>
                  <a:lnTo>
                    <a:pt x="411" y="106"/>
                  </a:lnTo>
                  <a:lnTo>
                    <a:pt x="400" y="88"/>
                  </a:lnTo>
                  <a:lnTo>
                    <a:pt x="386" y="72"/>
                  </a:lnTo>
                  <a:lnTo>
                    <a:pt x="370" y="56"/>
                  </a:lnTo>
                  <a:lnTo>
                    <a:pt x="354" y="44"/>
                  </a:lnTo>
                  <a:lnTo>
                    <a:pt x="336" y="32"/>
                  </a:lnTo>
                  <a:lnTo>
                    <a:pt x="316" y="20"/>
                  </a:lnTo>
                  <a:lnTo>
                    <a:pt x="296" y="12"/>
                  </a:lnTo>
                  <a:lnTo>
                    <a:pt x="274" y="6"/>
                  </a:lnTo>
                  <a:close/>
                </a:path>
              </a:pathLst>
            </a:custGeom>
            <a:solidFill>
              <a:srgbClr val="BAD53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40" name="Freeform 190"/>
            <p:cNvSpPr/>
            <p:nvPr/>
          </p:nvSpPr>
          <p:spPr>
            <a:xfrm>
              <a:off x="952" y="331"/>
              <a:ext cx="427" cy="426"/>
            </a:xfrm>
            <a:custGeom>
              <a:avLst/>
              <a:gdLst/>
              <a:ahLst/>
              <a:cxnLst>
                <a:cxn ang="0">
                  <a:pos x="262" y="6"/>
                </a:cxn>
                <a:cxn ang="0">
                  <a:pos x="220" y="0"/>
                </a:cxn>
                <a:cxn ang="0">
                  <a:pos x="178" y="2"/>
                </a:cxn>
                <a:cxn ang="0">
                  <a:pos x="138" y="12"/>
                </a:cxn>
                <a:cxn ang="0">
                  <a:pos x="102" y="30"/>
                </a:cxn>
                <a:cxn ang="0">
                  <a:pos x="68" y="56"/>
                </a:cxn>
                <a:cxn ang="0">
                  <a:pos x="40" y="86"/>
                </a:cxn>
                <a:cxn ang="0">
                  <a:pos x="20" y="122"/>
                </a:cxn>
                <a:cxn ang="0">
                  <a:pos x="4" y="164"/>
                </a:cxn>
                <a:cxn ang="0">
                  <a:pos x="0" y="184"/>
                </a:cxn>
                <a:cxn ang="0">
                  <a:pos x="0" y="226"/>
                </a:cxn>
                <a:cxn ang="0">
                  <a:pos x="6" y="268"/>
                </a:cxn>
                <a:cxn ang="0">
                  <a:pos x="20" y="306"/>
                </a:cxn>
                <a:cxn ang="0">
                  <a:pos x="42" y="342"/>
                </a:cxn>
                <a:cxn ang="0">
                  <a:pos x="70" y="372"/>
                </a:cxn>
                <a:cxn ang="0">
                  <a:pos x="104" y="396"/>
                </a:cxn>
                <a:cxn ang="0">
                  <a:pos x="142" y="414"/>
                </a:cxn>
                <a:cxn ang="0">
                  <a:pos x="164" y="420"/>
                </a:cxn>
                <a:cxn ang="0">
                  <a:pos x="206" y="426"/>
                </a:cxn>
                <a:cxn ang="0">
                  <a:pos x="248" y="424"/>
                </a:cxn>
                <a:cxn ang="0">
                  <a:pos x="288" y="414"/>
                </a:cxn>
                <a:cxn ang="0">
                  <a:pos x="326" y="396"/>
                </a:cxn>
                <a:cxn ang="0">
                  <a:pos x="358" y="370"/>
                </a:cxn>
                <a:cxn ang="0">
                  <a:pos x="386" y="340"/>
                </a:cxn>
                <a:cxn ang="0">
                  <a:pos x="407" y="304"/>
                </a:cxn>
                <a:cxn ang="0">
                  <a:pos x="421" y="262"/>
                </a:cxn>
                <a:cxn ang="0">
                  <a:pos x="425" y="242"/>
                </a:cxn>
                <a:cxn ang="0">
                  <a:pos x="425" y="198"/>
                </a:cxn>
                <a:cxn ang="0">
                  <a:pos x="419" y="158"/>
                </a:cxn>
                <a:cxn ang="0">
                  <a:pos x="405" y="120"/>
                </a:cxn>
                <a:cxn ang="0">
                  <a:pos x="384" y="84"/>
                </a:cxn>
                <a:cxn ang="0">
                  <a:pos x="356" y="54"/>
                </a:cxn>
                <a:cxn ang="0">
                  <a:pos x="322" y="30"/>
                </a:cxn>
                <a:cxn ang="0">
                  <a:pos x="284" y="12"/>
                </a:cxn>
                <a:cxn ang="0">
                  <a:pos x="262" y="6"/>
                </a:cxn>
              </a:cxnLst>
              <a:rect l="0" t="0" r="0" b="0"/>
              <a:pathLst>
                <a:path w="427" h="426">
                  <a:moveTo>
                    <a:pt x="262" y="6"/>
                  </a:moveTo>
                  <a:lnTo>
                    <a:pt x="262" y="6"/>
                  </a:lnTo>
                  <a:lnTo>
                    <a:pt x="242" y="2"/>
                  </a:lnTo>
                  <a:lnTo>
                    <a:pt x="220" y="0"/>
                  </a:lnTo>
                  <a:lnTo>
                    <a:pt x="198" y="0"/>
                  </a:lnTo>
                  <a:lnTo>
                    <a:pt x="178" y="2"/>
                  </a:lnTo>
                  <a:lnTo>
                    <a:pt x="158" y="6"/>
                  </a:lnTo>
                  <a:lnTo>
                    <a:pt x="138" y="12"/>
                  </a:lnTo>
                  <a:lnTo>
                    <a:pt x="120" y="20"/>
                  </a:lnTo>
                  <a:lnTo>
                    <a:pt x="102" y="30"/>
                  </a:lnTo>
                  <a:lnTo>
                    <a:pt x="84" y="42"/>
                  </a:lnTo>
                  <a:lnTo>
                    <a:pt x="68" y="56"/>
                  </a:lnTo>
                  <a:lnTo>
                    <a:pt x="54" y="70"/>
                  </a:lnTo>
                  <a:lnTo>
                    <a:pt x="40" y="86"/>
                  </a:lnTo>
                  <a:lnTo>
                    <a:pt x="30" y="104"/>
                  </a:lnTo>
                  <a:lnTo>
                    <a:pt x="20" y="122"/>
                  </a:lnTo>
                  <a:lnTo>
                    <a:pt x="12" y="142"/>
                  </a:lnTo>
                  <a:lnTo>
                    <a:pt x="4" y="164"/>
                  </a:lnTo>
                  <a:lnTo>
                    <a:pt x="0" y="184"/>
                  </a:lnTo>
                  <a:lnTo>
                    <a:pt x="0" y="206"/>
                  </a:lnTo>
                  <a:lnTo>
                    <a:pt x="0" y="226"/>
                  </a:lnTo>
                  <a:lnTo>
                    <a:pt x="2" y="248"/>
                  </a:lnTo>
                  <a:lnTo>
                    <a:pt x="6" y="268"/>
                  </a:lnTo>
                  <a:lnTo>
                    <a:pt x="12" y="288"/>
                  </a:lnTo>
                  <a:lnTo>
                    <a:pt x="20" y="306"/>
                  </a:lnTo>
                  <a:lnTo>
                    <a:pt x="30" y="324"/>
                  </a:lnTo>
                  <a:lnTo>
                    <a:pt x="42" y="342"/>
                  </a:lnTo>
                  <a:lnTo>
                    <a:pt x="56" y="358"/>
                  </a:lnTo>
                  <a:lnTo>
                    <a:pt x="70" y="372"/>
                  </a:lnTo>
                  <a:lnTo>
                    <a:pt x="86" y="386"/>
                  </a:lnTo>
                  <a:lnTo>
                    <a:pt x="104" y="396"/>
                  </a:lnTo>
                  <a:lnTo>
                    <a:pt x="122" y="406"/>
                  </a:lnTo>
                  <a:lnTo>
                    <a:pt x="142" y="414"/>
                  </a:lnTo>
                  <a:lnTo>
                    <a:pt x="164" y="420"/>
                  </a:lnTo>
                  <a:lnTo>
                    <a:pt x="184" y="424"/>
                  </a:lnTo>
                  <a:lnTo>
                    <a:pt x="206" y="426"/>
                  </a:lnTo>
                  <a:lnTo>
                    <a:pt x="228" y="426"/>
                  </a:lnTo>
                  <a:lnTo>
                    <a:pt x="248" y="424"/>
                  </a:lnTo>
                  <a:lnTo>
                    <a:pt x="268" y="420"/>
                  </a:lnTo>
                  <a:lnTo>
                    <a:pt x="288" y="414"/>
                  </a:lnTo>
                  <a:lnTo>
                    <a:pt x="308" y="404"/>
                  </a:lnTo>
                  <a:lnTo>
                    <a:pt x="326" y="396"/>
                  </a:lnTo>
                  <a:lnTo>
                    <a:pt x="342" y="384"/>
                  </a:lnTo>
                  <a:lnTo>
                    <a:pt x="358" y="370"/>
                  </a:lnTo>
                  <a:lnTo>
                    <a:pt x="372" y="356"/>
                  </a:lnTo>
                  <a:lnTo>
                    <a:pt x="386" y="340"/>
                  </a:lnTo>
                  <a:lnTo>
                    <a:pt x="398" y="322"/>
                  </a:lnTo>
                  <a:lnTo>
                    <a:pt x="407" y="304"/>
                  </a:lnTo>
                  <a:lnTo>
                    <a:pt x="415" y="284"/>
                  </a:lnTo>
                  <a:lnTo>
                    <a:pt x="421" y="262"/>
                  </a:lnTo>
                  <a:lnTo>
                    <a:pt x="425" y="242"/>
                  </a:lnTo>
                  <a:lnTo>
                    <a:pt x="427" y="220"/>
                  </a:lnTo>
                  <a:lnTo>
                    <a:pt x="425" y="198"/>
                  </a:lnTo>
                  <a:lnTo>
                    <a:pt x="423" y="178"/>
                  </a:lnTo>
                  <a:lnTo>
                    <a:pt x="419" y="158"/>
                  </a:lnTo>
                  <a:lnTo>
                    <a:pt x="413" y="138"/>
                  </a:lnTo>
                  <a:lnTo>
                    <a:pt x="405" y="120"/>
                  </a:lnTo>
                  <a:lnTo>
                    <a:pt x="396" y="102"/>
                  </a:lnTo>
                  <a:lnTo>
                    <a:pt x="384" y="84"/>
                  </a:lnTo>
                  <a:lnTo>
                    <a:pt x="370" y="68"/>
                  </a:lnTo>
                  <a:lnTo>
                    <a:pt x="356" y="54"/>
                  </a:lnTo>
                  <a:lnTo>
                    <a:pt x="340" y="40"/>
                  </a:lnTo>
                  <a:lnTo>
                    <a:pt x="322" y="30"/>
                  </a:lnTo>
                  <a:lnTo>
                    <a:pt x="304" y="20"/>
                  </a:lnTo>
                  <a:lnTo>
                    <a:pt x="284" y="12"/>
                  </a:lnTo>
                  <a:lnTo>
                    <a:pt x="262" y="6"/>
                  </a:lnTo>
                  <a:close/>
                </a:path>
              </a:pathLst>
            </a:custGeom>
            <a:solidFill>
              <a:srgbClr val="BCD63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41" name="Freeform 191"/>
            <p:cNvSpPr/>
            <p:nvPr/>
          </p:nvSpPr>
          <p:spPr>
            <a:xfrm>
              <a:off x="960" y="335"/>
              <a:ext cx="411" cy="412"/>
            </a:xfrm>
            <a:custGeom>
              <a:avLst/>
              <a:gdLst/>
              <a:ahLst/>
              <a:cxnLst>
                <a:cxn ang="0">
                  <a:pos x="254" y="6"/>
                </a:cxn>
                <a:cxn ang="0">
                  <a:pos x="212" y="0"/>
                </a:cxn>
                <a:cxn ang="0">
                  <a:pos x="172" y="4"/>
                </a:cxn>
                <a:cxn ang="0">
                  <a:pos x="134" y="14"/>
                </a:cxn>
                <a:cxn ang="0">
                  <a:pos x="98" y="30"/>
                </a:cxn>
                <a:cxn ang="0">
                  <a:pos x="66" y="54"/>
                </a:cxn>
                <a:cxn ang="0">
                  <a:pos x="40" y="84"/>
                </a:cxn>
                <a:cxn ang="0">
                  <a:pos x="18" y="120"/>
                </a:cxn>
                <a:cxn ang="0">
                  <a:pos x="4" y="158"/>
                </a:cxn>
                <a:cxn ang="0">
                  <a:pos x="2" y="180"/>
                </a:cxn>
                <a:cxn ang="0">
                  <a:pos x="0" y="220"/>
                </a:cxn>
                <a:cxn ang="0">
                  <a:pos x="6" y="260"/>
                </a:cxn>
                <a:cxn ang="0">
                  <a:pos x="20" y="296"/>
                </a:cxn>
                <a:cxn ang="0">
                  <a:pos x="42" y="330"/>
                </a:cxn>
                <a:cxn ang="0">
                  <a:pos x="68" y="360"/>
                </a:cxn>
                <a:cxn ang="0">
                  <a:pos x="100" y="384"/>
                </a:cxn>
                <a:cxn ang="0">
                  <a:pos x="138" y="402"/>
                </a:cxn>
                <a:cxn ang="0">
                  <a:pos x="158" y="406"/>
                </a:cxn>
                <a:cxn ang="0">
                  <a:pos x="200" y="412"/>
                </a:cxn>
                <a:cxn ang="0">
                  <a:pos x="240" y="410"/>
                </a:cxn>
                <a:cxn ang="0">
                  <a:pos x="278" y="400"/>
                </a:cxn>
                <a:cxn ang="0">
                  <a:pos x="314" y="382"/>
                </a:cxn>
                <a:cxn ang="0">
                  <a:pos x="346" y="358"/>
                </a:cxn>
                <a:cxn ang="0">
                  <a:pos x="372" y="328"/>
                </a:cxn>
                <a:cxn ang="0">
                  <a:pos x="391" y="294"/>
                </a:cxn>
                <a:cxn ang="0">
                  <a:pos x="405" y="254"/>
                </a:cxn>
                <a:cxn ang="0">
                  <a:pos x="409" y="234"/>
                </a:cxn>
                <a:cxn ang="0">
                  <a:pos x="411" y="192"/>
                </a:cxn>
                <a:cxn ang="0">
                  <a:pos x="405" y="154"/>
                </a:cxn>
                <a:cxn ang="0">
                  <a:pos x="391" y="116"/>
                </a:cxn>
                <a:cxn ang="0">
                  <a:pos x="370" y="82"/>
                </a:cxn>
                <a:cxn ang="0">
                  <a:pos x="344" y="54"/>
                </a:cxn>
                <a:cxn ang="0">
                  <a:pos x="312" y="30"/>
                </a:cxn>
                <a:cxn ang="0">
                  <a:pos x="274" y="12"/>
                </a:cxn>
                <a:cxn ang="0">
                  <a:pos x="254" y="6"/>
                </a:cxn>
              </a:cxnLst>
              <a:rect l="0" t="0" r="0" b="0"/>
              <a:pathLst>
                <a:path w="411" h="412">
                  <a:moveTo>
                    <a:pt x="254" y="6"/>
                  </a:moveTo>
                  <a:lnTo>
                    <a:pt x="254" y="6"/>
                  </a:lnTo>
                  <a:lnTo>
                    <a:pt x="234" y="2"/>
                  </a:lnTo>
                  <a:lnTo>
                    <a:pt x="212" y="0"/>
                  </a:lnTo>
                  <a:lnTo>
                    <a:pt x="192" y="0"/>
                  </a:lnTo>
                  <a:lnTo>
                    <a:pt x="172" y="4"/>
                  </a:lnTo>
                  <a:lnTo>
                    <a:pt x="152" y="8"/>
                  </a:lnTo>
                  <a:lnTo>
                    <a:pt x="134" y="14"/>
                  </a:lnTo>
                  <a:lnTo>
                    <a:pt x="116" y="22"/>
                  </a:lnTo>
                  <a:lnTo>
                    <a:pt x="98" y="30"/>
                  </a:lnTo>
                  <a:lnTo>
                    <a:pt x="82" y="42"/>
                  </a:lnTo>
                  <a:lnTo>
                    <a:pt x="66" y="54"/>
                  </a:lnTo>
                  <a:lnTo>
                    <a:pt x="52" y="68"/>
                  </a:lnTo>
                  <a:lnTo>
                    <a:pt x="40" y="84"/>
                  </a:lnTo>
                  <a:lnTo>
                    <a:pt x="28" y="102"/>
                  </a:lnTo>
                  <a:lnTo>
                    <a:pt x="18" y="120"/>
                  </a:lnTo>
                  <a:lnTo>
                    <a:pt x="10" y="138"/>
                  </a:lnTo>
                  <a:lnTo>
                    <a:pt x="4" y="158"/>
                  </a:lnTo>
                  <a:lnTo>
                    <a:pt x="2" y="180"/>
                  </a:lnTo>
                  <a:lnTo>
                    <a:pt x="0" y="200"/>
                  </a:lnTo>
                  <a:lnTo>
                    <a:pt x="0" y="220"/>
                  </a:lnTo>
                  <a:lnTo>
                    <a:pt x="2" y="240"/>
                  </a:lnTo>
                  <a:lnTo>
                    <a:pt x="6" y="260"/>
                  </a:lnTo>
                  <a:lnTo>
                    <a:pt x="12" y="278"/>
                  </a:lnTo>
                  <a:lnTo>
                    <a:pt x="20" y="296"/>
                  </a:lnTo>
                  <a:lnTo>
                    <a:pt x="30" y="314"/>
                  </a:lnTo>
                  <a:lnTo>
                    <a:pt x="42" y="330"/>
                  </a:lnTo>
                  <a:lnTo>
                    <a:pt x="54" y="346"/>
                  </a:lnTo>
                  <a:lnTo>
                    <a:pt x="68" y="360"/>
                  </a:lnTo>
                  <a:lnTo>
                    <a:pt x="84" y="372"/>
                  </a:lnTo>
                  <a:lnTo>
                    <a:pt x="100" y="384"/>
                  </a:lnTo>
                  <a:lnTo>
                    <a:pt x="118" y="394"/>
                  </a:lnTo>
                  <a:lnTo>
                    <a:pt x="138" y="402"/>
                  </a:lnTo>
                  <a:lnTo>
                    <a:pt x="158" y="406"/>
                  </a:lnTo>
                  <a:lnTo>
                    <a:pt x="178" y="410"/>
                  </a:lnTo>
                  <a:lnTo>
                    <a:pt x="200" y="412"/>
                  </a:lnTo>
                  <a:lnTo>
                    <a:pt x="220" y="412"/>
                  </a:lnTo>
                  <a:lnTo>
                    <a:pt x="240" y="410"/>
                  </a:lnTo>
                  <a:lnTo>
                    <a:pt x="260" y="406"/>
                  </a:lnTo>
                  <a:lnTo>
                    <a:pt x="278" y="400"/>
                  </a:lnTo>
                  <a:lnTo>
                    <a:pt x="296" y="392"/>
                  </a:lnTo>
                  <a:lnTo>
                    <a:pt x="314" y="382"/>
                  </a:lnTo>
                  <a:lnTo>
                    <a:pt x="330" y="372"/>
                  </a:lnTo>
                  <a:lnTo>
                    <a:pt x="346" y="358"/>
                  </a:lnTo>
                  <a:lnTo>
                    <a:pt x="360" y="344"/>
                  </a:lnTo>
                  <a:lnTo>
                    <a:pt x="372" y="328"/>
                  </a:lnTo>
                  <a:lnTo>
                    <a:pt x="384" y="312"/>
                  </a:lnTo>
                  <a:lnTo>
                    <a:pt x="391" y="294"/>
                  </a:lnTo>
                  <a:lnTo>
                    <a:pt x="399" y="274"/>
                  </a:lnTo>
                  <a:lnTo>
                    <a:pt x="405" y="254"/>
                  </a:lnTo>
                  <a:lnTo>
                    <a:pt x="409" y="234"/>
                  </a:lnTo>
                  <a:lnTo>
                    <a:pt x="411" y="214"/>
                  </a:lnTo>
                  <a:lnTo>
                    <a:pt x="411" y="192"/>
                  </a:lnTo>
                  <a:lnTo>
                    <a:pt x="409" y="172"/>
                  </a:lnTo>
                  <a:lnTo>
                    <a:pt x="405" y="154"/>
                  </a:lnTo>
                  <a:lnTo>
                    <a:pt x="399" y="134"/>
                  </a:lnTo>
                  <a:lnTo>
                    <a:pt x="391" y="116"/>
                  </a:lnTo>
                  <a:lnTo>
                    <a:pt x="382" y="98"/>
                  </a:lnTo>
                  <a:lnTo>
                    <a:pt x="370" y="82"/>
                  </a:lnTo>
                  <a:lnTo>
                    <a:pt x="358" y="68"/>
                  </a:lnTo>
                  <a:lnTo>
                    <a:pt x="344" y="54"/>
                  </a:lnTo>
                  <a:lnTo>
                    <a:pt x="328" y="40"/>
                  </a:lnTo>
                  <a:lnTo>
                    <a:pt x="312" y="30"/>
                  </a:lnTo>
                  <a:lnTo>
                    <a:pt x="294" y="20"/>
                  </a:lnTo>
                  <a:lnTo>
                    <a:pt x="274" y="12"/>
                  </a:lnTo>
                  <a:lnTo>
                    <a:pt x="254" y="6"/>
                  </a:lnTo>
                  <a:close/>
                </a:path>
              </a:pathLst>
            </a:custGeom>
            <a:solidFill>
              <a:srgbClr val="BED73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42" name="Freeform 192"/>
            <p:cNvSpPr/>
            <p:nvPr/>
          </p:nvSpPr>
          <p:spPr>
            <a:xfrm>
              <a:off x="968" y="341"/>
              <a:ext cx="397" cy="396"/>
            </a:xfrm>
            <a:custGeom>
              <a:avLst/>
              <a:gdLst/>
              <a:ahLst/>
              <a:cxnLst>
                <a:cxn ang="0">
                  <a:pos x="244" y="4"/>
                </a:cxn>
                <a:cxn ang="0">
                  <a:pos x="204" y="0"/>
                </a:cxn>
                <a:cxn ang="0">
                  <a:pos x="166" y="2"/>
                </a:cxn>
                <a:cxn ang="0">
                  <a:pos x="128" y="12"/>
                </a:cxn>
                <a:cxn ang="0">
                  <a:pos x="94" y="28"/>
                </a:cxn>
                <a:cxn ang="0">
                  <a:pos x="64" y="52"/>
                </a:cxn>
                <a:cxn ang="0">
                  <a:pos x="38" y="80"/>
                </a:cxn>
                <a:cxn ang="0">
                  <a:pos x="18" y="114"/>
                </a:cxn>
                <a:cxn ang="0">
                  <a:pos x="4" y="152"/>
                </a:cxn>
                <a:cxn ang="0">
                  <a:pos x="2" y="172"/>
                </a:cxn>
                <a:cxn ang="0">
                  <a:pos x="0" y="212"/>
                </a:cxn>
                <a:cxn ang="0">
                  <a:pos x="6" y="250"/>
                </a:cxn>
                <a:cxn ang="0">
                  <a:pos x="20" y="286"/>
                </a:cxn>
                <a:cxn ang="0">
                  <a:pos x="40" y="318"/>
                </a:cxn>
                <a:cxn ang="0">
                  <a:pos x="66" y="346"/>
                </a:cxn>
                <a:cxn ang="0">
                  <a:pos x="96" y="368"/>
                </a:cxn>
                <a:cxn ang="0">
                  <a:pos x="132" y="386"/>
                </a:cxn>
                <a:cxn ang="0">
                  <a:pos x="152" y="392"/>
                </a:cxn>
                <a:cxn ang="0">
                  <a:pos x="192" y="396"/>
                </a:cxn>
                <a:cxn ang="0">
                  <a:pos x="230" y="394"/>
                </a:cxn>
                <a:cxn ang="0">
                  <a:pos x="268" y="384"/>
                </a:cxn>
                <a:cxn ang="0">
                  <a:pos x="302" y="368"/>
                </a:cxn>
                <a:cxn ang="0">
                  <a:pos x="332" y="344"/>
                </a:cxn>
                <a:cxn ang="0">
                  <a:pos x="358" y="316"/>
                </a:cxn>
                <a:cxn ang="0">
                  <a:pos x="378" y="282"/>
                </a:cxn>
                <a:cxn ang="0">
                  <a:pos x="391" y="244"/>
                </a:cxn>
                <a:cxn ang="0">
                  <a:pos x="395" y="224"/>
                </a:cxn>
                <a:cxn ang="0">
                  <a:pos x="395" y="186"/>
                </a:cxn>
                <a:cxn ang="0">
                  <a:pos x="389" y="146"/>
                </a:cxn>
                <a:cxn ang="0">
                  <a:pos x="376" y="112"/>
                </a:cxn>
                <a:cxn ang="0">
                  <a:pos x="356" y="78"/>
                </a:cxn>
                <a:cxn ang="0">
                  <a:pos x="332" y="50"/>
                </a:cxn>
                <a:cxn ang="0">
                  <a:pos x="300" y="28"/>
                </a:cxn>
                <a:cxn ang="0">
                  <a:pos x="264" y="10"/>
                </a:cxn>
                <a:cxn ang="0">
                  <a:pos x="244" y="4"/>
                </a:cxn>
              </a:cxnLst>
              <a:rect l="0" t="0" r="0" b="0"/>
              <a:pathLst>
                <a:path w="397" h="396">
                  <a:moveTo>
                    <a:pt x="244" y="4"/>
                  </a:moveTo>
                  <a:lnTo>
                    <a:pt x="244" y="4"/>
                  </a:lnTo>
                  <a:lnTo>
                    <a:pt x="224" y="2"/>
                  </a:lnTo>
                  <a:lnTo>
                    <a:pt x="204" y="0"/>
                  </a:lnTo>
                  <a:lnTo>
                    <a:pt x="186" y="0"/>
                  </a:lnTo>
                  <a:lnTo>
                    <a:pt x="166" y="2"/>
                  </a:lnTo>
                  <a:lnTo>
                    <a:pt x="146" y="6"/>
                  </a:lnTo>
                  <a:lnTo>
                    <a:pt x="128" y="12"/>
                  </a:lnTo>
                  <a:lnTo>
                    <a:pt x="112" y="20"/>
                  </a:lnTo>
                  <a:lnTo>
                    <a:pt x="94" y="28"/>
                  </a:lnTo>
                  <a:lnTo>
                    <a:pt x="78" y="40"/>
                  </a:lnTo>
                  <a:lnTo>
                    <a:pt x="64" y="52"/>
                  </a:lnTo>
                  <a:lnTo>
                    <a:pt x="50" y="66"/>
                  </a:lnTo>
                  <a:lnTo>
                    <a:pt x="38" y="80"/>
                  </a:lnTo>
                  <a:lnTo>
                    <a:pt x="28" y="96"/>
                  </a:lnTo>
                  <a:lnTo>
                    <a:pt x="18" y="114"/>
                  </a:lnTo>
                  <a:lnTo>
                    <a:pt x="10" y="132"/>
                  </a:lnTo>
                  <a:lnTo>
                    <a:pt x="4" y="152"/>
                  </a:lnTo>
                  <a:lnTo>
                    <a:pt x="2" y="172"/>
                  </a:lnTo>
                  <a:lnTo>
                    <a:pt x="0" y="192"/>
                  </a:lnTo>
                  <a:lnTo>
                    <a:pt x="0" y="212"/>
                  </a:lnTo>
                  <a:lnTo>
                    <a:pt x="2" y="230"/>
                  </a:lnTo>
                  <a:lnTo>
                    <a:pt x="6" y="250"/>
                  </a:lnTo>
                  <a:lnTo>
                    <a:pt x="12" y="268"/>
                  </a:lnTo>
                  <a:lnTo>
                    <a:pt x="20" y="286"/>
                  </a:lnTo>
                  <a:lnTo>
                    <a:pt x="28" y="302"/>
                  </a:lnTo>
                  <a:lnTo>
                    <a:pt x="40" y="318"/>
                  </a:lnTo>
                  <a:lnTo>
                    <a:pt x="52" y="332"/>
                  </a:lnTo>
                  <a:lnTo>
                    <a:pt x="66" y="346"/>
                  </a:lnTo>
                  <a:lnTo>
                    <a:pt x="80" y="358"/>
                  </a:lnTo>
                  <a:lnTo>
                    <a:pt x="96" y="368"/>
                  </a:lnTo>
                  <a:lnTo>
                    <a:pt x="114" y="378"/>
                  </a:lnTo>
                  <a:lnTo>
                    <a:pt x="132" y="386"/>
                  </a:lnTo>
                  <a:lnTo>
                    <a:pt x="152" y="392"/>
                  </a:lnTo>
                  <a:lnTo>
                    <a:pt x="172" y="394"/>
                  </a:lnTo>
                  <a:lnTo>
                    <a:pt x="192" y="396"/>
                  </a:lnTo>
                  <a:lnTo>
                    <a:pt x="212" y="396"/>
                  </a:lnTo>
                  <a:lnTo>
                    <a:pt x="230" y="394"/>
                  </a:lnTo>
                  <a:lnTo>
                    <a:pt x="250" y="390"/>
                  </a:lnTo>
                  <a:lnTo>
                    <a:pt x="268" y="384"/>
                  </a:lnTo>
                  <a:lnTo>
                    <a:pt x="286" y="376"/>
                  </a:lnTo>
                  <a:lnTo>
                    <a:pt x="302" y="368"/>
                  </a:lnTo>
                  <a:lnTo>
                    <a:pt x="318" y="356"/>
                  </a:lnTo>
                  <a:lnTo>
                    <a:pt x="332" y="344"/>
                  </a:lnTo>
                  <a:lnTo>
                    <a:pt x="346" y="330"/>
                  </a:lnTo>
                  <a:lnTo>
                    <a:pt x="358" y="316"/>
                  </a:lnTo>
                  <a:lnTo>
                    <a:pt x="370" y="300"/>
                  </a:lnTo>
                  <a:lnTo>
                    <a:pt x="378" y="282"/>
                  </a:lnTo>
                  <a:lnTo>
                    <a:pt x="385" y="264"/>
                  </a:lnTo>
                  <a:lnTo>
                    <a:pt x="391" y="244"/>
                  </a:lnTo>
                  <a:lnTo>
                    <a:pt x="395" y="224"/>
                  </a:lnTo>
                  <a:lnTo>
                    <a:pt x="397" y="204"/>
                  </a:lnTo>
                  <a:lnTo>
                    <a:pt x="395" y="186"/>
                  </a:lnTo>
                  <a:lnTo>
                    <a:pt x="393" y="166"/>
                  </a:lnTo>
                  <a:lnTo>
                    <a:pt x="389" y="146"/>
                  </a:lnTo>
                  <a:lnTo>
                    <a:pt x="383" y="128"/>
                  </a:lnTo>
                  <a:lnTo>
                    <a:pt x="376" y="112"/>
                  </a:lnTo>
                  <a:lnTo>
                    <a:pt x="368" y="94"/>
                  </a:lnTo>
                  <a:lnTo>
                    <a:pt x="356" y="78"/>
                  </a:lnTo>
                  <a:lnTo>
                    <a:pt x="344" y="64"/>
                  </a:lnTo>
                  <a:lnTo>
                    <a:pt x="332" y="50"/>
                  </a:lnTo>
                  <a:lnTo>
                    <a:pt x="316" y="38"/>
                  </a:lnTo>
                  <a:lnTo>
                    <a:pt x="300" y="28"/>
                  </a:lnTo>
                  <a:lnTo>
                    <a:pt x="282" y="18"/>
                  </a:lnTo>
                  <a:lnTo>
                    <a:pt x="264" y="10"/>
                  </a:lnTo>
                  <a:lnTo>
                    <a:pt x="244" y="4"/>
                  </a:lnTo>
                  <a:close/>
                </a:path>
              </a:pathLst>
            </a:custGeom>
            <a:solidFill>
              <a:srgbClr val="C0D72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43" name="Freeform 193"/>
            <p:cNvSpPr/>
            <p:nvPr/>
          </p:nvSpPr>
          <p:spPr>
            <a:xfrm>
              <a:off x="976" y="345"/>
              <a:ext cx="381" cy="382"/>
            </a:xfrm>
            <a:custGeom>
              <a:avLst/>
              <a:gdLst/>
              <a:ahLst/>
              <a:cxnLst>
                <a:cxn ang="0">
                  <a:pos x="236" y="6"/>
                </a:cxn>
                <a:cxn ang="0">
                  <a:pos x="198" y="0"/>
                </a:cxn>
                <a:cxn ang="0">
                  <a:pos x="160" y="4"/>
                </a:cxn>
                <a:cxn ang="0">
                  <a:pos x="124" y="12"/>
                </a:cxn>
                <a:cxn ang="0">
                  <a:pos x="90" y="28"/>
                </a:cxn>
                <a:cxn ang="0">
                  <a:pos x="62" y="52"/>
                </a:cxn>
                <a:cxn ang="0">
                  <a:pos x="36" y="78"/>
                </a:cxn>
                <a:cxn ang="0">
                  <a:pos x="18" y="110"/>
                </a:cxn>
                <a:cxn ang="0">
                  <a:pos x="4" y="148"/>
                </a:cxn>
                <a:cxn ang="0">
                  <a:pos x="2" y="166"/>
                </a:cxn>
                <a:cxn ang="0">
                  <a:pos x="0" y="204"/>
                </a:cxn>
                <a:cxn ang="0">
                  <a:pos x="6" y="240"/>
                </a:cxn>
                <a:cxn ang="0">
                  <a:pos x="20" y="276"/>
                </a:cxn>
                <a:cxn ang="0">
                  <a:pos x="38" y="306"/>
                </a:cxn>
                <a:cxn ang="0">
                  <a:pos x="64" y="334"/>
                </a:cxn>
                <a:cxn ang="0">
                  <a:pos x="94" y="356"/>
                </a:cxn>
                <a:cxn ang="0">
                  <a:pos x="128" y="372"/>
                </a:cxn>
                <a:cxn ang="0">
                  <a:pos x="146" y="378"/>
                </a:cxn>
                <a:cxn ang="0">
                  <a:pos x="184" y="382"/>
                </a:cxn>
                <a:cxn ang="0">
                  <a:pos x="222" y="380"/>
                </a:cxn>
                <a:cxn ang="0">
                  <a:pos x="258" y="370"/>
                </a:cxn>
                <a:cxn ang="0">
                  <a:pos x="290" y="354"/>
                </a:cxn>
                <a:cxn ang="0">
                  <a:pos x="320" y="332"/>
                </a:cxn>
                <a:cxn ang="0">
                  <a:pos x="346" y="304"/>
                </a:cxn>
                <a:cxn ang="0">
                  <a:pos x="364" y="272"/>
                </a:cxn>
                <a:cxn ang="0">
                  <a:pos x="375" y="236"/>
                </a:cxn>
                <a:cxn ang="0">
                  <a:pos x="379" y="218"/>
                </a:cxn>
                <a:cxn ang="0">
                  <a:pos x="381" y="180"/>
                </a:cxn>
                <a:cxn ang="0">
                  <a:pos x="375" y="142"/>
                </a:cxn>
                <a:cxn ang="0">
                  <a:pos x="362" y="108"/>
                </a:cxn>
                <a:cxn ang="0">
                  <a:pos x="344" y="76"/>
                </a:cxn>
                <a:cxn ang="0">
                  <a:pos x="318" y="50"/>
                </a:cxn>
                <a:cxn ang="0">
                  <a:pos x="288" y="28"/>
                </a:cxn>
                <a:cxn ang="0">
                  <a:pos x="254" y="12"/>
                </a:cxn>
                <a:cxn ang="0">
                  <a:pos x="236" y="6"/>
                </a:cxn>
              </a:cxnLst>
              <a:rect l="0" t="0" r="0" b="0"/>
              <a:pathLst>
                <a:path w="381" h="382">
                  <a:moveTo>
                    <a:pt x="236" y="6"/>
                  </a:moveTo>
                  <a:lnTo>
                    <a:pt x="236" y="6"/>
                  </a:lnTo>
                  <a:lnTo>
                    <a:pt x="216" y="2"/>
                  </a:lnTo>
                  <a:lnTo>
                    <a:pt x="198" y="0"/>
                  </a:lnTo>
                  <a:lnTo>
                    <a:pt x="178" y="2"/>
                  </a:lnTo>
                  <a:lnTo>
                    <a:pt x="160" y="4"/>
                  </a:lnTo>
                  <a:lnTo>
                    <a:pt x="142" y="8"/>
                  </a:lnTo>
                  <a:lnTo>
                    <a:pt x="124" y="12"/>
                  </a:lnTo>
                  <a:lnTo>
                    <a:pt x="106" y="20"/>
                  </a:lnTo>
                  <a:lnTo>
                    <a:pt x="90" y="28"/>
                  </a:lnTo>
                  <a:lnTo>
                    <a:pt x="76" y="40"/>
                  </a:lnTo>
                  <a:lnTo>
                    <a:pt x="62" y="52"/>
                  </a:lnTo>
                  <a:lnTo>
                    <a:pt x="48" y="64"/>
                  </a:lnTo>
                  <a:lnTo>
                    <a:pt x="36" y="78"/>
                  </a:lnTo>
                  <a:lnTo>
                    <a:pt x="26" y="94"/>
                  </a:lnTo>
                  <a:lnTo>
                    <a:pt x="18" y="110"/>
                  </a:lnTo>
                  <a:lnTo>
                    <a:pt x="10" y="128"/>
                  </a:lnTo>
                  <a:lnTo>
                    <a:pt x="4" y="148"/>
                  </a:lnTo>
                  <a:lnTo>
                    <a:pt x="2" y="166"/>
                  </a:lnTo>
                  <a:lnTo>
                    <a:pt x="0" y="186"/>
                  </a:lnTo>
                  <a:lnTo>
                    <a:pt x="0" y="204"/>
                  </a:lnTo>
                  <a:lnTo>
                    <a:pt x="2" y="222"/>
                  </a:lnTo>
                  <a:lnTo>
                    <a:pt x="6" y="240"/>
                  </a:lnTo>
                  <a:lnTo>
                    <a:pt x="12" y="258"/>
                  </a:lnTo>
                  <a:lnTo>
                    <a:pt x="20" y="276"/>
                  </a:lnTo>
                  <a:lnTo>
                    <a:pt x="28" y="292"/>
                  </a:lnTo>
                  <a:lnTo>
                    <a:pt x="38" y="306"/>
                  </a:lnTo>
                  <a:lnTo>
                    <a:pt x="50" y="320"/>
                  </a:lnTo>
                  <a:lnTo>
                    <a:pt x="64" y="334"/>
                  </a:lnTo>
                  <a:lnTo>
                    <a:pt x="78" y="346"/>
                  </a:lnTo>
                  <a:lnTo>
                    <a:pt x="94" y="356"/>
                  </a:lnTo>
                  <a:lnTo>
                    <a:pt x="110" y="364"/>
                  </a:lnTo>
                  <a:lnTo>
                    <a:pt x="128" y="372"/>
                  </a:lnTo>
                  <a:lnTo>
                    <a:pt x="146" y="378"/>
                  </a:lnTo>
                  <a:lnTo>
                    <a:pt x="166" y="382"/>
                  </a:lnTo>
                  <a:lnTo>
                    <a:pt x="184" y="382"/>
                  </a:lnTo>
                  <a:lnTo>
                    <a:pt x="204" y="382"/>
                  </a:lnTo>
                  <a:lnTo>
                    <a:pt x="222" y="380"/>
                  </a:lnTo>
                  <a:lnTo>
                    <a:pt x="240" y="376"/>
                  </a:lnTo>
                  <a:lnTo>
                    <a:pt x="258" y="370"/>
                  </a:lnTo>
                  <a:lnTo>
                    <a:pt x="274" y="364"/>
                  </a:lnTo>
                  <a:lnTo>
                    <a:pt x="290" y="354"/>
                  </a:lnTo>
                  <a:lnTo>
                    <a:pt x="306" y="344"/>
                  </a:lnTo>
                  <a:lnTo>
                    <a:pt x="320" y="332"/>
                  </a:lnTo>
                  <a:lnTo>
                    <a:pt x="334" y="320"/>
                  </a:lnTo>
                  <a:lnTo>
                    <a:pt x="346" y="304"/>
                  </a:lnTo>
                  <a:lnTo>
                    <a:pt x="356" y="290"/>
                  </a:lnTo>
                  <a:lnTo>
                    <a:pt x="364" y="272"/>
                  </a:lnTo>
                  <a:lnTo>
                    <a:pt x="372" y="254"/>
                  </a:lnTo>
                  <a:lnTo>
                    <a:pt x="375" y="236"/>
                  </a:lnTo>
                  <a:lnTo>
                    <a:pt x="379" y="218"/>
                  </a:lnTo>
                  <a:lnTo>
                    <a:pt x="381" y="198"/>
                  </a:lnTo>
                  <a:lnTo>
                    <a:pt x="381" y="180"/>
                  </a:lnTo>
                  <a:lnTo>
                    <a:pt x="379" y="160"/>
                  </a:lnTo>
                  <a:lnTo>
                    <a:pt x="375" y="142"/>
                  </a:lnTo>
                  <a:lnTo>
                    <a:pt x="370" y="124"/>
                  </a:lnTo>
                  <a:lnTo>
                    <a:pt x="362" y="108"/>
                  </a:lnTo>
                  <a:lnTo>
                    <a:pt x="354" y="92"/>
                  </a:lnTo>
                  <a:lnTo>
                    <a:pt x="344" y="76"/>
                  </a:lnTo>
                  <a:lnTo>
                    <a:pt x="332" y="62"/>
                  </a:lnTo>
                  <a:lnTo>
                    <a:pt x="318" y="50"/>
                  </a:lnTo>
                  <a:lnTo>
                    <a:pt x="304" y="38"/>
                  </a:lnTo>
                  <a:lnTo>
                    <a:pt x="288" y="28"/>
                  </a:lnTo>
                  <a:lnTo>
                    <a:pt x="272" y="18"/>
                  </a:lnTo>
                  <a:lnTo>
                    <a:pt x="254" y="12"/>
                  </a:lnTo>
                  <a:lnTo>
                    <a:pt x="236" y="6"/>
                  </a:lnTo>
                  <a:close/>
                </a:path>
              </a:pathLst>
            </a:custGeom>
            <a:solidFill>
              <a:srgbClr val="C3D82E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44" name="Freeform 194"/>
            <p:cNvSpPr/>
            <p:nvPr/>
          </p:nvSpPr>
          <p:spPr>
            <a:xfrm>
              <a:off x="984" y="351"/>
              <a:ext cx="367" cy="366"/>
            </a:xfrm>
            <a:custGeom>
              <a:avLst/>
              <a:gdLst/>
              <a:ahLst/>
              <a:cxnLst>
                <a:cxn ang="0">
                  <a:pos x="226" y="4"/>
                </a:cxn>
                <a:cxn ang="0">
                  <a:pos x="190" y="0"/>
                </a:cxn>
                <a:cxn ang="0">
                  <a:pos x="154" y="2"/>
                </a:cxn>
                <a:cxn ang="0">
                  <a:pos x="120" y="12"/>
                </a:cxn>
                <a:cxn ang="0">
                  <a:pos x="88" y="26"/>
                </a:cxn>
                <a:cxn ang="0">
                  <a:pos x="60" y="48"/>
                </a:cxn>
                <a:cxn ang="0">
                  <a:pos x="36" y="74"/>
                </a:cxn>
                <a:cxn ang="0">
                  <a:pos x="18" y="106"/>
                </a:cxn>
                <a:cxn ang="0">
                  <a:pos x="4" y="140"/>
                </a:cxn>
                <a:cxn ang="0">
                  <a:pos x="2" y="158"/>
                </a:cxn>
                <a:cxn ang="0">
                  <a:pos x="0" y="196"/>
                </a:cxn>
                <a:cxn ang="0">
                  <a:pos x="6" y="230"/>
                </a:cxn>
                <a:cxn ang="0">
                  <a:pos x="18" y="264"/>
                </a:cxn>
                <a:cxn ang="0">
                  <a:pos x="36" y="294"/>
                </a:cxn>
                <a:cxn ang="0">
                  <a:pos x="60" y="320"/>
                </a:cxn>
                <a:cxn ang="0">
                  <a:pos x="90" y="340"/>
                </a:cxn>
                <a:cxn ang="0">
                  <a:pos x="122" y="356"/>
                </a:cxn>
                <a:cxn ang="0">
                  <a:pos x="140" y="362"/>
                </a:cxn>
                <a:cxn ang="0">
                  <a:pos x="178" y="366"/>
                </a:cxn>
                <a:cxn ang="0">
                  <a:pos x="214" y="364"/>
                </a:cxn>
                <a:cxn ang="0">
                  <a:pos x="248" y="354"/>
                </a:cxn>
                <a:cxn ang="0">
                  <a:pos x="280" y="340"/>
                </a:cxn>
                <a:cxn ang="0">
                  <a:pos x="308" y="318"/>
                </a:cxn>
                <a:cxn ang="0">
                  <a:pos x="332" y="292"/>
                </a:cxn>
                <a:cxn ang="0">
                  <a:pos x="350" y="262"/>
                </a:cxn>
                <a:cxn ang="0">
                  <a:pos x="362" y="226"/>
                </a:cxn>
                <a:cxn ang="0">
                  <a:pos x="366" y="208"/>
                </a:cxn>
                <a:cxn ang="0">
                  <a:pos x="366" y="172"/>
                </a:cxn>
                <a:cxn ang="0">
                  <a:pos x="360" y="136"/>
                </a:cxn>
                <a:cxn ang="0">
                  <a:pos x="348" y="102"/>
                </a:cxn>
                <a:cxn ang="0">
                  <a:pos x="330" y="72"/>
                </a:cxn>
                <a:cxn ang="0">
                  <a:pos x="306" y="46"/>
                </a:cxn>
                <a:cxn ang="0">
                  <a:pos x="278" y="26"/>
                </a:cxn>
                <a:cxn ang="0">
                  <a:pos x="244" y="10"/>
                </a:cxn>
                <a:cxn ang="0">
                  <a:pos x="226" y="4"/>
                </a:cxn>
              </a:cxnLst>
              <a:rect l="0" t="0" r="0" b="0"/>
              <a:pathLst>
                <a:path w="367" h="366">
                  <a:moveTo>
                    <a:pt x="226" y="4"/>
                  </a:moveTo>
                  <a:lnTo>
                    <a:pt x="226" y="4"/>
                  </a:lnTo>
                  <a:lnTo>
                    <a:pt x="208" y="2"/>
                  </a:lnTo>
                  <a:lnTo>
                    <a:pt x="190" y="0"/>
                  </a:lnTo>
                  <a:lnTo>
                    <a:pt x="172" y="0"/>
                  </a:lnTo>
                  <a:lnTo>
                    <a:pt x="154" y="2"/>
                  </a:lnTo>
                  <a:lnTo>
                    <a:pt x="136" y="6"/>
                  </a:lnTo>
                  <a:lnTo>
                    <a:pt x="120" y="12"/>
                  </a:lnTo>
                  <a:lnTo>
                    <a:pt x="102" y="18"/>
                  </a:lnTo>
                  <a:lnTo>
                    <a:pt x="88" y="26"/>
                  </a:lnTo>
                  <a:lnTo>
                    <a:pt x="72" y="36"/>
                  </a:lnTo>
                  <a:lnTo>
                    <a:pt x="60" y="48"/>
                  </a:lnTo>
                  <a:lnTo>
                    <a:pt x="46" y="60"/>
                  </a:lnTo>
                  <a:lnTo>
                    <a:pt x="36" y="74"/>
                  </a:lnTo>
                  <a:lnTo>
                    <a:pt x="26" y="90"/>
                  </a:lnTo>
                  <a:lnTo>
                    <a:pt x="18" y="106"/>
                  </a:lnTo>
                  <a:lnTo>
                    <a:pt x="10" y="122"/>
                  </a:lnTo>
                  <a:lnTo>
                    <a:pt x="4" y="140"/>
                  </a:lnTo>
                  <a:lnTo>
                    <a:pt x="2" y="158"/>
                  </a:lnTo>
                  <a:lnTo>
                    <a:pt x="0" y="178"/>
                  </a:lnTo>
                  <a:lnTo>
                    <a:pt x="0" y="196"/>
                  </a:lnTo>
                  <a:lnTo>
                    <a:pt x="2" y="214"/>
                  </a:lnTo>
                  <a:lnTo>
                    <a:pt x="6" y="230"/>
                  </a:lnTo>
                  <a:lnTo>
                    <a:pt x="12" y="248"/>
                  </a:lnTo>
                  <a:lnTo>
                    <a:pt x="18" y="264"/>
                  </a:lnTo>
                  <a:lnTo>
                    <a:pt x="28" y="280"/>
                  </a:lnTo>
                  <a:lnTo>
                    <a:pt x="36" y="294"/>
                  </a:lnTo>
                  <a:lnTo>
                    <a:pt x="48" y="308"/>
                  </a:lnTo>
                  <a:lnTo>
                    <a:pt x="60" y="320"/>
                  </a:lnTo>
                  <a:lnTo>
                    <a:pt x="74" y="330"/>
                  </a:lnTo>
                  <a:lnTo>
                    <a:pt x="90" y="340"/>
                  </a:lnTo>
                  <a:lnTo>
                    <a:pt x="106" y="350"/>
                  </a:lnTo>
                  <a:lnTo>
                    <a:pt x="122" y="356"/>
                  </a:lnTo>
                  <a:lnTo>
                    <a:pt x="140" y="362"/>
                  </a:lnTo>
                  <a:lnTo>
                    <a:pt x="160" y="366"/>
                  </a:lnTo>
                  <a:lnTo>
                    <a:pt x="178" y="366"/>
                  </a:lnTo>
                  <a:lnTo>
                    <a:pt x="196" y="366"/>
                  </a:lnTo>
                  <a:lnTo>
                    <a:pt x="214" y="364"/>
                  </a:lnTo>
                  <a:lnTo>
                    <a:pt x="230" y="360"/>
                  </a:lnTo>
                  <a:lnTo>
                    <a:pt x="248" y="354"/>
                  </a:lnTo>
                  <a:lnTo>
                    <a:pt x="264" y="348"/>
                  </a:lnTo>
                  <a:lnTo>
                    <a:pt x="280" y="340"/>
                  </a:lnTo>
                  <a:lnTo>
                    <a:pt x="294" y="330"/>
                  </a:lnTo>
                  <a:lnTo>
                    <a:pt x="308" y="318"/>
                  </a:lnTo>
                  <a:lnTo>
                    <a:pt x="320" y="306"/>
                  </a:lnTo>
                  <a:lnTo>
                    <a:pt x="332" y="292"/>
                  </a:lnTo>
                  <a:lnTo>
                    <a:pt x="342" y="278"/>
                  </a:lnTo>
                  <a:lnTo>
                    <a:pt x="350" y="262"/>
                  </a:lnTo>
                  <a:lnTo>
                    <a:pt x="356" y="244"/>
                  </a:lnTo>
                  <a:lnTo>
                    <a:pt x="362" y="226"/>
                  </a:lnTo>
                  <a:lnTo>
                    <a:pt x="366" y="208"/>
                  </a:lnTo>
                  <a:lnTo>
                    <a:pt x="367" y="190"/>
                  </a:lnTo>
                  <a:lnTo>
                    <a:pt x="366" y="172"/>
                  </a:lnTo>
                  <a:lnTo>
                    <a:pt x="364" y="154"/>
                  </a:lnTo>
                  <a:lnTo>
                    <a:pt x="360" y="136"/>
                  </a:lnTo>
                  <a:lnTo>
                    <a:pt x="356" y="120"/>
                  </a:lnTo>
                  <a:lnTo>
                    <a:pt x="348" y="102"/>
                  </a:lnTo>
                  <a:lnTo>
                    <a:pt x="340" y="88"/>
                  </a:lnTo>
                  <a:lnTo>
                    <a:pt x="330" y="72"/>
                  </a:lnTo>
                  <a:lnTo>
                    <a:pt x="318" y="60"/>
                  </a:lnTo>
                  <a:lnTo>
                    <a:pt x="306" y="46"/>
                  </a:lnTo>
                  <a:lnTo>
                    <a:pt x="292" y="36"/>
                  </a:lnTo>
                  <a:lnTo>
                    <a:pt x="278" y="26"/>
                  </a:lnTo>
                  <a:lnTo>
                    <a:pt x="262" y="18"/>
                  </a:lnTo>
                  <a:lnTo>
                    <a:pt x="244" y="10"/>
                  </a:lnTo>
                  <a:lnTo>
                    <a:pt x="226" y="4"/>
                  </a:lnTo>
                  <a:close/>
                </a:path>
              </a:pathLst>
            </a:custGeom>
            <a:solidFill>
              <a:srgbClr val="C5D92D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45" name="Freeform 195"/>
            <p:cNvSpPr/>
            <p:nvPr/>
          </p:nvSpPr>
          <p:spPr>
            <a:xfrm>
              <a:off x="992" y="357"/>
              <a:ext cx="352" cy="350"/>
            </a:xfrm>
            <a:custGeom>
              <a:avLst/>
              <a:gdLst/>
              <a:ahLst/>
              <a:cxnLst>
                <a:cxn ang="0">
                  <a:pos x="218" y="4"/>
                </a:cxn>
                <a:cxn ang="0">
                  <a:pos x="182" y="0"/>
                </a:cxn>
                <a:cxn ang="0">
                  <a:pos x="148" y="2"/>
                </a:cxn>
                <a:cxn ang="0">
                  <a:pos x="114" y="10"/>
                </a:cxn>
                <a:cxn ang="0">
                  <a:pos x="84" y="26"/>
                </a:cxn>
                <a:cxn ang="0">
                  <a:pos x="56" y="46"/>
                </a:cxn>
                <a:cxn ang="0">
                  <a:pos x="34" y="70"/>
                </a:cxn>
                <a:cxn ang="0">
                  <a:pos x="16" y="100"/>
                </a:cxn>
                <a:cxn ang="0">
                  <a:pos x="4" y="134"/>
                </a:cxn>
                <a:cxn ang="0">
                  <a:pos x="2" y="152"/>
                </a:cxn>
                <a:cxn ang="0">
                  <a:pos x="0" y="186"/>
                </a:cxn>
                <a:cxn ang="0">
                  <a:pos x="6" y="220"/>
                </a:cxn>
                <a:cxn ang="0">
                  <a:pos x="18" y="252"/>
                </a:cxn>
                <a:cxn ang="0">
                  <a:pos x="36" y="280"/>
                </a:cxn>
                <a:cxn ang="0">
                  <a:pos x="58" y="306"/>
                </a:cxn>
                <a:cxn ang="0">
                  <a:pos x="86" y="326"/>
                </a:cxn>
                <a:cxn ang="0">
                  <a:pos x="118" y="340"/>
                </a:cxn>
                <a:cxn ang="0">
                  <a:pos x="136" y="346"/>
                </a:cxn>
                <a:cxn ang="0">
                  <a:pos x="170" y="350"/>
                </a:cxn>
                <a:cxn ang="0">
                  <a:pos x="204" y="348"/>
                </a:cxn>
                <a:cxn ang="0">
                  <a:pos x="238" y="340"/>
                </a:cxn>
                <a:cxn ang="0">
                  <a:pos x="268" y="324"/>
                </a:cxn>
                <a:cxn ang="0">
                  <a:pos x="296" y="304"/>
                </a:cxn>
                <a:cxn ang="0">
                  <a:pos x="318" y="280"/>
                </a:cxn>
                <a:cxn ang="0">
                  <a:pos x="336" y="250"/>
                </a:cxn>
                <a:cxn ang="0">
                  <a:pos x="348" y="216"/>
                </a:cxn>
                <a:cxn ang="0">
                  <a:pos x="350" y="198"/>
                </a:cxn>
                <a:cxn ang="0">
                  <a:pos x="352" y="164"/>
                </a:cxn>
                <a:cxn ang="0">
                  <a:pos x="346" y="130"/>
                </a:cxn>
                <a:cxn ang="0">
                  <a:pos x="334" y="98"/>
                </a:cxn>
                <a:cxn ang="0">
                  <a:pos x="316" y="70"/>
                </a:cxn>
                <a:cxn ang="0">
                  <a:pos x="294" y="44"/>
                </a:cxn>
                <a:cxn ang="0">
                  <a:pos x="266" y="24"/>
                </a:cxn>
                <a:cxn ang="0">
                  <a:pos x="234" y="8"/>
                </a:cxn>
                <a:cxn ang="0">
                  <a:pos x="218" y="4"/>
                </a:cxn>
              </a:cxnLst>
              <a:rect l="0" t="0" r="0" b="0"/>
              <a:pathLst>
                <a:path w="352" h="350">
                  <a:moveTo>
                    <a:pt x="218" y="4"/>
                  </a:moveTo>
                  <a:lnTo>
                    <a:pt x="218" y="4"/>
                  </a:lnTo>
                  <a:lnTo>
                    <a:pt x="200" y="0"/>
                  </a:lnTo>
                  <a:lnTo>
                    <a:pt x="182" y="0"/>
                  </a:lnTo>
                  <a:lnTo>
                    <a:pt x="164" y="0"/>
                  </a:lnTo>
                  <a:lnTo>
                    <a:pt x="148" y="2"/>
                  </a:lnTo>
                  <a:lnTo>
                    <a:pt x="130" y="6"/>
                  </a:lnTo>
                  <a:lnTo>
                    <a:pt x="114" y="10"/>
                  </a:lnTo>
                  <a:lnTo>
                    <a:pt x="98" y="16"/>
                  </a:lnTo>
                  <a:lnTo>
                    <a:pt x="84" y="26"/>
                  </a:lnTo>
                  <a:lnTo>
                    <a:pt x="70" y="34"/>
                  </a:lnTo>
                  <a:lnTo>
                    <a:pt x="56" y="46"/>
                  </a:lnTo>
                  <a:lnTo>
                    <a:pt x="44" y="58"/>
                  </a:lnTo>
                  <a:lnTo>
                    <a:pt x="34" y="70"/>
                  </a:lnTo>
                  <a:lnTo>
                    <a:pt x="24" y="84"/>
                  </a:lnTo>
                  <a:lnTo>
                    <a:pt x="16" y="100"/>
                  </a:lnTo>
                  <a:lnTo>
                    <a:pt x="10" y="116"/>
                  </a:lnTo>
                  <a:lnTo>
                    <a:pt x="4" y="134"/>
                  </a:lnTo>
                  <a:lnTo>
                    <a:pt x="2" y="152"/>
                  </a:lnTo>
                  <a:lnTo>
                    <a:pt x="0" y="170"/>
                  </a:lnTo>
                  <a:lnTo>
                    <a:pt x="0" y="186"/>
                  </a:lnTo>
                  <a:lnTo>
                    <a:pt x="2" y="204"/>
                  </a:lnTo>
                  <a:lnTo>
                    <a:pt x="6" y="220"/>
                  </a:lnTo>
                  <a:lnTo>
                    <a:pt x="12" y="236"/>
                  </a:lnTo>
                  <a:lnTo>
                    <a:pt x="18" y="252"/>
                  </a:lnTo>
                  <a:lnTo>
                    <a:pt x="26" y="266"/>
                  </a:lnTo>
                  <a:lnTo>
                    <a:pt x="36" y="280"/>
                  </a:lnTo>
                  <a:lnTo>
                    <a:pt x="46" y="294"/>
                  </a:lnTo>
                  <a:lnTo>
                    <a:pt x="58" y="306"/>
                  </a:lnTo>
                  <a:lnTo>
                    <a:pt x="72" y="316"/>
                  </a:lnTo>
                  <a:lnTo>
                    <a:pt x="86" y="326"/>
                  </a:lnTo>
                  <a:lnTo>
                    <a:pt x="102" y="334"/>
                  </a:lnTo>
                  <a:lnTo>
                    <a:pt x="118" y="340"/>
                  </a:lnTo>
                  <a:lnTo>
                    <a:pt x="136" y="346"/>
                  </a:lnTo>
                  <a:lnTo>
                    <a:pt x="152" y="350"/>
                  </a:lnTo>
                  <a:lnTo>
                    <a:pt x="170" y="350"/>
                  </a:lnTo>
                  <a:lnTo>
                    <a:pt x="188" y="350"/>
                  </a:lnTo>
                  <a:lnTo>
                    <a:pt x="204" y="348"/>
                  </a:lnTo>
                  <a:lnTo>
                    <a:pt x="222" y="344"/>
                  </a:lnTo>
                  <a:lnTo>
                    <a:pt x="238" y="340"/>
                  </a:lnTo>
                  <a:lnTo>
                    <a:pt x="254" y="332"/>
                  </a:lnTo>
                  <a:lnTo>
                    <a:pt x="268" y="324"/>
                  </a:lnTo>
                  <a:lnTo>
                    <a:pt x="282" y="316"/>
                  </a:lnTo>
                  <a:lnTo>
                    <a:pt x="296" y="304"/>
                  </a:lnTo>
                  <a:lnTo>
                    <a:pt x="308" y="292"/>
                  </a:lnTo>
                  <a:lnTo>
                    <a:pt x="318" y="280"/>
                  </a:lnTo>
                  <a:lnTo>
                    <a:pt x="328" y="264"/>
                  </a:lnTo>
                  <a:lnTo>
                    <a:pt x="336" y="250"/>
                  </a:lnTo>
                  <a:lnTo>
                    <a:pt x="342" y="234"/>
                  </a:lnTo>
                  <a:lnTo>
                    <a:pt x="348" y="216"/>
                  </a:lnTo>
                  <a:lnTo>
                    <a:pt x="350" y="198"/>
                  </a:lnTo>
                  <a:lnTo>
                    <a:pt x="352" y="180"/>
                  </a:lnTo>
                  <a:lnTo>
                    <a:pt x="352" y="164"/>
                  </a:lnTo>
                  <a:lnTo>
                    <a:pt x="350" y="146"/>
                  </a:lnTo>
                  <a:lnTo>
                    <a:pt x="346" y="130"/>
                  </a:lnTo>
                  <a:lnTo>
                    <a:pt x="340" y="114"/>
                  </a:lnTo>
                  <a:lnTo>
                    <a:pt x="334" y="98"/>
                  </a:lnTo>
                  <a:lnTo>
                    <a:pt x="326" y="84"/>
                  </a:lnTo>
                  <a:lnTo>
                    <a:pt x="316" y="70"/>
                  </a:lnTo>
                  <a:lnTo>
                    <a:pt x="306" y="56"/>
                  </a:lnTo>
                  <a:lnTo>
                    <a:pt x="294" y="44"/>
                  </a:lnTo>
                  <a:lnTo>
                    <a:pt x="280" y="34"/>
                  </a:lnTo>
                  <a:lnTo>
                    <a:pt x="266" y="24"/>
                  </a:lnTo>
                  <a:lnTo>
                    <a:pt x="250" y="16"/>
                  </a:lnTo>
                  <a:lnTo>
                    <a:pt x="234" y="8"/>
                  </a:lnTo>
                  <a:lnTo>
                    <a:pt x="218" y="4"/>
                  </a:lnTo>
                  <a:close/>
                </a:path>
              </a:pathLst>
            </a:custGeom>
            <a:solidFill>
              <a:srgbClr val="C7DA2C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46" name="Freeform 196"/>
            <p:cNvSpPr/>
            <p:nvPr/>
          </p:nvSpPr>
          <p:spPr>
            <a:xfrm>
              <a:off x="1000" y="361"/>
              <a:ext cx="338" cy="336"/>
            </a:xfrm>
            <a:custGeom>
              <a:avLst/>
              <a:gdLst/>
              <a:ahLst/>
              <a:cxnLst>
                <a:cxn ang="0">
                  <a:pos x="208" y="4"/>
                </a:cxn>
                <a:cxn ang="0">
                  <a:pos x="174" y="0"/>
                </a:cxn>
                <a:cxn ang="0">
                  <a:pos x="142" y="2"/>
                </a:cxn>
                <a:cxn ang="0">
                  <a:pos x="110" y="10"/>
                </a:cxn>
                <a:cxn ang="0">
                  <a:pos x="80" y="26"/>
                </a:cxn>
                <a:cxn ang="0">
                  <a:pos x="54" y="44"/>
                </a:cxn>
                <a:cxn ang="0">
                  <a:pos x="32" y="68"/>
                </a:cxn>
                <a:cxn ang="0">
                  <a:pos x="16" y="98"/>
                </a:cxn>
                <a:cxn ang="0">
                  <a:pos x="4" y="130"/>
                </a:cxn>
                <a:cxn ang="0">
                  <a:pos x="2" y="146"/>
                </a:cxn>
                <a:cxn ang="0">
                  <a:pos x="0" y="180"/>
                </a:cxn>
                <a:cxn ang="0">
                  <a:pos x="6" y="212"/>
                </a:cxn>
                <a:cxn ang="0">
                  <a:pos x="18" y="242"/>
                </a:cxn>
                <a:cxn ang="0">
                  <a:pos x="34" y="270"/>
                </a:cxn>
                <a:cxn ang="0">
                  <a:pos x="56" y="294"/>
                </a:cxn>
                <a:cxn ang="0">
                  <a:pos x="82" y="312"/>
                </a:cxn>
                <a:cxn ang="0">
                  <a:pos x="112" y="328"/>
                </a:cxn>
                <a:cxn ang="0">
                  <a:pos x="130" y="332"/>
                </a:cxn>
                <a:cxn ang="0">
                  <a:pos x="164" y="336"/>
                </a:cxn>
                <a:cxn ang="0">
                  <a:pos x="196" y="334"/>
                </a:cxn>
                <a:cxn ang="0">
                  <a:pos x="228" y="326"/>
                </a:cxn>
                <a:cxn ang="0">
                  <a:pos x="256" y="312"/>
                </a:cxn>
                <a:cxn ang="0">
                  <a:pos x="282" y="292"/>
                </a:cxn>
                <a:cxn ang="0">
                  <a:pos x="304" y="268"/>
                </a:cxn>
                <a:cxn ang="0">
                  <a:pos x="322" y="240"/>
                </a:cxn>
                <a:cxn ang="0">
                  <a:pos x="332" y="208"/>
                </a:cxn>
                <a:cxn ang="0">
                  <a:pos x="336" y="190"/>
                </a:cxn>
                <a:cxn ang="0">
                  <a:pos x="336" y="158"/>
                </a:cxn>
                <a:cxn ang="0">
                  <a:pos x="332" y="126"/>
                </a:cxn>
                <a:cxn ang="0">
                  <a:pos x="320" y="94"/>
                </a:cxn>
                <a:cxn ang="0">
                  <a:pos x="304" y="68"/>
                </a:cxn>
                <a:cxn ang="0">
                  <a:pos x="282" y="44"/>
                </a:cxn>
                <a:cxn ang="0">
                  <a:pos x="254" y="24"/>
                </a:cxn>
                <a:cxn ang="0">
                  <a:pos x="224" y="10"/>
                </a:cxn>
                <a:cxn ang="0">
                  <a:pos x="208" y="4"/>
                </a:cxn>
              </a:cxnLst>
              <a:rect l="0" t="0" r="0" b="0"/>
              <a:pathLst>
                <a:path w="338" h="336">
                  <a:moveTo>
                    <a:pt x="208" y="4"/>
                  </a:moveTo>
                  <a:lnTo>
                    <a:pt x="208" y="4"/>
                  </a:lnTo>
                  <a:lnTo>
                    <a:pt x="190" y="2"/>
                  </a:lnTo>
                  <a:lnTo>
                    <a:pt x="174" y="0"/>
                  </a:lnTo>
                  <a:lnTo>
                    <a:pt x="158" y="0"/>
                  </a:lnTo>
                  <a:lnTo>
                    <a:pt x="142" y="2"/>
                  </a:lnTo>
                  <a:lnTo>
                    <a:pt x="126" y="6"/>
                  </a:lnTo>
                  <a:lnTo>
                    <a:pt x="110" y="10"/>
                  </a:lnTo>
                  <a:lnTo>
                    <a:pt x="94" y="18"/>
                  </a:lnTo>
                  <a:lnTo>
                    <a:pt x="80" y="26"/>
                  </a:lnTo>
                  <a:lnTo>
                    <a:pt x="68" y="34"/>
                  </a:lnTo>
                  <a:lnTo>
                    <a:pt x="54" y="44"/>
                  </a:lnTo>
                  <a:lnTo>
                    <a:pt x="44" y="56"/>
                  </a:lnTo>
                  <a:lnTo>
                    <a:pt x="32" y="68"/>
                  </a:lnTo>
                  <a:lnTo>
                    <a:pt x="24" y="82"/>
                  </a:lnTo>
                  <a:lnTo>
                    <a:pt x="16" y="98"/>
                  </a:lnTo>
                  <a:lnTo>
                    <a:pt x="10" y="112"/>
                  </a:lnTo>
                  <a:lnTo>
                    <a:pt x="4" y="130"/>
                  </a:lnTo>
                  <a:lnTo>
                    <a:pt x="2" y="146"/>
                  </a:lnTo>
                  <a:lnTo>
                    <a:pt x="0" y="162"/>
                  </a:lnTo>
                  <a:lnTo>
                    <a:pt x="0" y="180"/>
                  </a:lnTo>
                  <a:lnTo>
                    <a:pt x="2" y="196"/>
                  </a:lnTo>
                  <a:lnTo>
                    <a:pt x="6" y="212"/>
                  </a:lnTo>
                  <a:lnTo>
                    <a:pt x="10" y="228"/>
                  </a:lnTo>
                  <a:lnTo>
                    <a:pt x="18" y="242"/>
                  </a:lnTo>
                  <a:lnTo>
                    <a:pt x="26" y="256"/>
                  </a:lnTo>
                  <a:lnTo>
                    <a:pt x="34" y="270"/>
                  </a:lnTo>
                  <a:lnTo>
                    <a:pt x="44" y="282"/>
                  </a:lnTo>
                  <a:lnTo>
                    <a:pt x="56" y="294"/>
                  </a:lnTo>
                  <a:lnTo>
                    <a:pt x="68" y="304"/>
                  </a:lnTo>
                  <a:lnTo>
                    <a:pt x="82" y="312"/>
                  </a:lnTo>
                  <a:lnTo>
                    <a:pt x="98" y="320"/>
                  </a:lnTo>
                  <a:lnTo>
                    <a:pt x="112" y="328"/>
                  </a:lnTo>
                  <a:lnTo>
                    <a:pt x="130" y="332"/>
                  </a:lnTo>
                  <a:lnTo>
                    <a:pt x="146" y="336"/>
                  </a:lnTo>
                  <a:lnTo>
                    <a:pt x="164" y="336"/>
                  </a:lnTo>
                  <a:lnTo>
                    <a:pt x="180" y="336"/>
                  </a:lnTo>
                  <a:lnTo>
                    <a:pt x="196" y="334"/>
                  </a:lnTo>
                  <a:lnTo>
                    <a:pt x="212" y="330"/>
                  </a:lnTo>
                  <a:lnTo>
                    <a:pt x="228" y="326"/>
                  </a:lnTo>
                  <a:lnTo>
                    <a:pt x="242" y="320"/>
                  </a:lnTo>
                  <a:lnTo>
                    <a:pt x="256" y="312"/>
                  </a:lnTo>
                  <a:lnTo>
                    <a:pt x="270" y="302"/>
                  </a:lnTo>
                  <a:lnTo>
                    <a:pt x="282" y="292"/>
                  </a:lnTo>
                  <a:lnTo>
                    <a:pt x="294" y="280"/>
                  </a:lnTo>
                  <a:lnTo>
                    <a:pt x="304" y="268"/>
                  </a:lnTo>
                  <a:lnTo>
                    <a:pt x="314" y="254"/>
                  </a:lnTo>
                  <a:lnTo>
                    <a:pt x="322" y="240"/>
                  </a:lnTo>
                  <a:lnTo>
                    <a:pt x="328" y="224"/>
                  </a:lnTo>
                  <a:lnTo>
                    <a:pt x="332" y="208"/>
                  </a:lnTo>
                  <a:lnTo>
                    <a:pt x="336" y="190"/>
                  </a:lnTo>
                  <a:lnTo>
                    <a:pt x="338" y="174"/>
                  </a:lnTo>
                  <a:lnTo>
                    <a:pt x="336" y="158"/>
                  </a:lnTo>
                  <a:lnTo>
                    <a:pt x="334" y="142"/>
                  </a:lnTo>
                  <a:lnTo>
                    <a:pt x="332" y="126"/>
                  </a:lnTo>
                  <a:lnTo>
                    <a:pt x="326" y="110"/>
                  </a:lnTo>
                  <a:lnTo>
                    <a:pt x="320" y="94"/>
                  </a:lnTo>
                  <a:lnTo>
                    <a:pt x="312" y="80"/>
                  </a:lnTo>
                  <a:lnTo>
                    <a:pt x="304" y="68"/>
                  </a:lnTo>
                  <a:lnTo>
                    <a:pt x="292" y="54"/>
                  </a:lnTo>
                  <a:lnTo>
                    <a:pt x="282" y="44"/>
                  </a:lnTo>
                  <a:lnTo>
                    <a:pt x="268" y="32"/>
                  </a:lnTo>
                  <a:lnTo>
                    <a:pt x="254" y="24"/>
                  </a:lnTo>
                  <a:lnTo>
                    <a:pt x="240" y="16"/>
                  </a:lnTo>
                  <a:lnTo>
                    <a:pt x="224" y="10"/>
                  </a:lnTo>
                  <a:lnTo>
                    <a:pt x="208" y="4"/>
                  </a:lnTo>
                  <a:close/>
                </a:path>
              </a:pathLst>
            </a:custGeom>
            <a:solidFill>
              <a:srgbClr val="C9DA2B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47" name="Freeform 197"/>
            <p:cNvSpPr/>
            <p:nvPr/>
          </p:nvSpPr>
          <p:spPr>
            <a:xfrm>
              <a:off x="1008" y="367"/>
              <a:ext cx="322" cy="320"/>
            </a:xfrm>
            <a:custGeom>
              <a:avLst/>
              <a:gdLst/>
              <a:ahLst/>
              <a:cxnLst>
                <a:cxn ang="0">
                  <a:pos x="198" y="4"/>
                </a:cxn>
                <a:cxn ang="0">
                  <a:pos x="166" y="0"/>
                </a:cxn>
                <a:cxn ang="0">
                  <a:pos x="134" y="2"/>
                </a:cxn>
                <a:cxn ang="0">
                  <a:pos x="104" y="10"/>
                </a:cxn>
                <a:cxn ang="0">
                  <a:pos x="78" y="24"/>
                </a:cxn>
                <a:cxn ang="0">
                  <a:pos x="52" y="42"/>
                </a:cxn>
                <a:cxn ang="0">
                  <a:pos x="32" y="64"/>
                </a:cxn>
                <a:cxn ang="0">
                  <a:pos x="16" y="92"/>
                </a:cxn>
                <a:cxn ang="0">
                  <a:pos x="4" y="122"/>
                </a:cxn>
                <a:cxn ang="0">
                  <a:pos x="2" y="138"/>
                </a:cxn>
                <a:cxn ang="0">
                  <a:pos x="0" y="170"/>
                </a:cxn>
                <a:cxn ang="0">
                  <a:pos x="6" y="202"/>
                </a:cxn>
                <a:cxn ang="0">
                  <a:pos x="16" y="230"/>
                </a:cxn>
                <a:cxn ang="0">
                  <a:pos x="32" y="256"/>
                </a:cxn>
                <a:cxn ang="0">
                  <a:pos x="54" y="280"/>
                </a:cxn>
                <a:cxn ang="0">
                  <a:pos x="78" y="298"/>
                </a:cxn>
                <a:cxn ang="0">
                  <a:pos x="108" y="312"/>
                </a:cxn>
                <a:cxn ang="0">
                  <a:pos x="124" y="316"/>
                </a:cxn>
                <a:cxn ang="0">
                  <a:pos x="156" y="320"/>
                </a:cxn>
                <a:cxn ang="0">
                  <a:pos x="188" y="318"/>
                </a:cxn>
                <a:cxn ang="0">
                  <a:pos x="218" y="310"/>
                </a:cxn>
                <a:cxn ang="0">
                  <a:pos x="246" y="296"/>
                </a:cxn>
                <a:cxn ang="0">
                  <a:pos x="270" y="278"/>
                </a:cxn>
                <a:cxn ang="0">
                  <a:pos x="290" y="256"/>
                </a:cxn>
                <a:cxn ang="0">
                  <a:pos x="308" y="228"/>
                </a:cxn>
                <a:cxn ang="0">
                  <a:pos x="318" y="198"/>
                </a:cxn>
                <a:cxn ang="0">
                  <a:pos x="320" y="182"/>
                </a:cxn>
                <a:cxn ang="0">
                  <a:pos x="322" y="150"/>
                </a:cxn>
                <a:cxn ang="0">
                  <a:pos x="316" y="118"/>
                </a:cxn>
                <a:cxn ang="0">
                  <a:pos x="306" y="90"/>
                </a:cxn>
                <a:cxn ang="0">
                  <a:pos x="290" y="64"/>
                </a:cxn>
                <a:cxn ang="0">
                  <a:pos x="268" y="40"/>
                </a:cxn>
                <a:cxn ang="0">
                  <a:pos x="244" y="22"/>
                </a:cxn>
                <a:cxn ang="0">
                  <a:pos x="214" y="8"/>
                </a:cxn>
                <a:cxn ang="0">
                  <a:pos x="198" y="4"/>
                </a:cxn>
              </a:cxnLst>
              <a:rect l="0" t="0" r="0" b="0"/>
              <a:pathLst>
                <a:path w="322" h="320">
                  <a:moveTo>
                    <a:pt x="198" y="4"/>
                  </a:moveTo>
                  <a:lnTo>
                    <a:pt x="198" y="4"/>
                  </a:lnTo>
                  <a:lnTo>
                    <a:pt x="182" y="0"/>
                  </a:lnTo>
                  <a:lnTo>
                    <a:pt x="166" y="0"/>
                  </a:lnTo>
                  <a:lnTo>
                    <a:pt x="150" y="0"/>
                  </a:lnTo>
                  <a:lnTo>
                    <a:pt x="134" y="2"/>
                  </a:lnTo>
                  <a:lnTo>
                    <a:pt x="120" y="4"/>
                  </a:lnTo>
                  <a:lnTo>
                    <a:pt x="104" y="10"/>
                  </a:lnTo>
                  <a:lnTo>
                    <a:pt x="90" y="16"/>
                  </a:lnTo>
                  <a:lnTo>
                    <a:pt x="78" y="24"/>
                  </a:lnTo>
                  <a:lnTo>
                    <a:pt x="64" y="32"/>
                  </a:lnTo>
                  <a:lnTo>
                    <a:pt x="52" y="42"/>
                  </a:lnTo>
                  <a:lnTo>
                    <a:pt x="42" y="52"/>
                  </a:lnTo>
                  <a:lnTo>
                    <a:pt x="32" y="64"/>
                  </a:lnTo>
                  <a:lnTo>
                    <a:pt x="22" y="78"/>
                  </a:lnTo>
                  <a:lnTo>
                    <a:pt x="16" y="92"/>
                  </a:lnTo>
                  <a:lnTo>
                    <a:pt x="10" y="106"/>
                  </a:lnTo>
                  <a:lnTo>
                    <a:pt x="4" y="122"/>
                  </a:lnTo>
                  <a:lnTo>
                    <a:pt x="2" y="138"/>
                  </a:lnTo>
                  <a:lnTo>
                    <a:pt x="0" y="154"/>
                  </a:lnTo>
                  <a:lnTo>
                    <a:pt x="0" y="170"/>
                  </a:lnTo>
                  <a:lnTo>
                    <a:pt x="2" y="186"/>
                  </a:lnTo>
                  <a:lnTo>
                    <a:pt x="6" y="202"/>
                  </a:lnTo>
                  <a:lnTo>
                    <a:pt x="10" y="216"/>
                  </a:lnTo>
                  <a:lnTo>
                    <a:pt x="16" y="230"/>
                  </a:lnTo>
                  <a:lnTo>
                    <a:pt x="24" y="244"/>
                  </a:lnTo>
                  <a:lnTo>
                    <a:pt x="32" y="256"/>
                  </a:lnTo>
                  <a:lnTo>
                    <a:pt x="42" y="268"/>
                  </a:lnTo>
                  <a:lnTo>
                    <a:pt x="54" y="280"/>
                  </a:lnTo>
                  <a:lnTo>
                    <a:pt x="66" y="290"/>
                  </a:lnTo>
                  <a:lnTo>
                    <a:pt x="78" y="298"/>
                  </a:lnTo>
                  <a:lnTo>
                    <a:pt x="94" y="306"/>
                  </a:lnTo>
                  <a:lnTo>
                    <a:pt x="108" y="312"/>
                  </a:lnTo>
                  <a:lnTo>
                    <a:pt x="124" y="316"/>
                  </a:lnTo>
                  <a:lnTo>
                    <a:pt x="140" y="320"/>
                  </a:lnTo>
                  <a:lnTo>
                    <a:pt x="156" y="320"/>
                  </a:lnTo>
                  <a:lnTo>
                    <a:pt x="172" y="320"/>
                  </a:lnTo>
                  <a:lnTo>
                    <a:pt x="188" y="318"/>
                  </a:lnTo>
                  <a:lnTo>
                    <a:pt x="202" y="316"/>
                  </a:lnTo>
                  <a:lnTo>
                    <a:pt x="218" y="310"/>
                  </a:lnTo>
                  <a:lnTo>
                    <a:pt x="232" y="304"/>
                  </a:lnTo>
                  <a:lnTo>
                    <a:pt x="246" y="296"/>
                  </a:lnTo>
                  <a:lnTo>
                    <a:pt x="258" y="288"/>
                  </a:lnTo>
                  <a:lnTo>
                    <a:pt x="270" y="278"/>
                  </a:lnTo>
                  <a:lnTo>
                    <a:pt x="280" y="268"/>
                  </a:lnTo>
                  <a:lnTo>
                    <a:pt x="290" y="256"/>
                  </a:lnTo>
                  <a:lnTo>
                    <a:pt x="300" y="242"/>
                  </a:lnTo>
                  <a:lnTo>
                    <a:pt x="308" y="228"/>
                  </a:lnTo>
                  <a:lnTo>
                    <a:pt x="314" y="214"/>
                  </a:lnTo>
                  <a:lnTo>
                    <a:pt x="318" y="198"/>
                  </a:lnTo>
                  <a:lnTo>
                    <a:pt x="320" y="182"/>
                  </a:lnTo>
                  <a:lnTo>
                    <a:pt x="322" y="166"/>
                  </a:lnTo>
                  <a:lnTo>
                    <a:pt x="322" y="150"/>
                  </a:lnTo>
                  <a:lnTo>
                    <a:pt x="320" y="134"/>
                  </a:lnTo>
                  <a:lnTo>
                    <a:pt x="316" y="118"/>
                  </a:lnTo>
                  <a:lnTo>
                    <a:pt x="312" y="104"/>
                  </a:lnTo>
                  <a:lnTo>
                    <a:pt x="306" y="90"/>
                  </a:lnTo>
                  <a:lnTo>
                    <a:pt x="298" y="76"/>
                  </a:lnTo>
                  <a:lnTo>
                    <a:pt x="290" y="64"/>
                  </a:lnTo>
                  <a:lnTo>
                    <a:pt x="280" y="52"/>
                  </a:lnTo>
                  <a:lnTo>
                    <a:pt x="268" y="40"/>
                  </a:lnTo>
                  <a:lnTo>
                    <a:pt x="256" y="30"/>
                  </a:lnTo>
                  <a:lnTo>
                    <a:pt x="244" y="22"/>
                  </a:lnTo>
                  <a:lnTo>
                    <a:pt x="230" y="14"/>
                  </a:lnTo>
                  <a:lnTo>
                    <a:pt x="214" y="8"/>
                  </a:lnTo>
                  <a:lnTo>
                    <a:pt x="198" y="4"/>
                  </a:lnTo>
                  <a:close/>
                </a:path>
              </a:pathLst>
            </a:custGeom>
            <a:solidFill>
              <a:srgbClr val="CADB2A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48" name="Freeform 198"/>
            <p:cNvSpPr/>
            <p:nvPr/>
          </p:nvSpPr>
          <p:spPr>
            <a:xfrm>
              <a:off x="916" y="309"/>
              <a:ext cx="124" cy="98"/>
            </a:xfrm>
            <a:custGeom>
              <a:avLst/>
              <a:gdLst/>
              <a:ahLst/>
              <a:cxnLst>
                <a:cxn ang="0">
                  <a:pos x="86" y="6"/>
                </a:cxn>
                <a:cxn ang="0">
                  <a:pos x="86" y="6"/>
                </a:cxn>
                <a:cxn ang="0">
                  <a:pos x="80" y="2"/>
                </a:cxn>
                <a:cxn ang="0">
                  <a:pos x="74" y="0"/>
                </a:cxn>
                <a:cxn ang="0">
                  <a:pos x="68" y="0"/>
                </a:cxn>
                <a:cxn ang="0">
                  <a:pos x="60" y="0"/>
                </a:cxn>
                <a:cxn ang="0">
                  <a:pos x="52" y="4"/>
                </a:cxn>
                <a:cxn ang="0">
                  <a:pos x="46" y="10"/>
                </a:cxn>
                <a:cxn ang="0">
                  <a:pos x="38" y="18"/>
                </a:cxn>
                <a:cxn ang="0">
                  <a:pos x="30" y="28"/>
                </a:cxn>
                <a:cxn ang="0">
                  <a:pos x="30" y="28"/>
                </a:cxn>
                <a:cxn ang="0">
                  <a:pos x="12" y="60"/>
                </a:cxn>
                <a:cxn ang="0">
                  <a:pos x="4" y="82"/>
                </a:cxn>
                <a:cxn ang="0">
                  <a:pos x="0" y="94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6" y="82"/>
                </a:cxn>
                <a:cxn ang="0">
                  <a:pos x="16" y="68"/>
                </a:cxn>
                <a:cxn ang="0">
                  <a:pos x="26" y="52"/>
                </a:cxn>
                <a:cxn ang="0">
                  <a:pos x="38" y="38"/>
                </a:cxn>
                <a:cxn ang="0">
                  <a:pos x="52" y="26"/>
                </a:cxn>
                <a:cxn ang="0">
                  <a:pos x="60" y="24"/>
                </a:cxn>
                <a:cxn ang="0">
                  <a:pos x="66" y="22"/>
                </a:cxn>
                <a:cxn ang="0">
                  <a:pos x="74" y="22"/>
                </a:cxn>
                <a:cxn ang="0">
                  <a:pos x="82" y="26"/>
                </a:cxn>
                <a:cxn ang="0">
                  <a:pos x="82" y="26"/>
                </a:cxn>
                <a:cxn ang="0">
                  <a:pos x="102" y="42"/>
                </a:cxn>
                <a:cxn ang="0">
                  <a:pos x="102" y="42"/>
                </a:cxn>
                <a:cxn ang="0">
                  <a:pos x="106" y="44"/>
                </a:cxn>
                <a:cxn ang="0">
                  <a:pos x="110" y="44"/>
                </a:cxn>
                <a:cxn ang="0">
                  <a:pos x="114" y="44"/>
                </a:cxn>
                <a:cxn ang="0">
                  <a:pos x="118" y="42"/>
                </a:cxn>
                <a:cxn ang="0">
                  <a:pos x="122" y="36"/>
                </a:cxn>
                <a:cxn ang="0">
                  <a:pos x="124" y="32"/>
                </a:cxn>
                <a:cxn ang="0">
                  <a:pos x="122" y="28"/>
                </a:cxn>
                <a:cxn ang="0">
                  <a:pos x="122" y="28"/>
                </a:cxn>
                <a:cxn ang="0">
                  <a:pos x="122" y="28"/>
                </a:cxn>
                <a:cxn ang="0">
                  <a:pos x="122" y="28"/>
                </a:cxn>
                <a:cxn ang="0">
                  <a:pos x="120" y="30"/>
                </a:cxn>
                <a:cxn ang="0">
                  <a:pos x="114" y="34"/>
                </a:cxn>
                <a:cxn ang="0">
                  <a:pos x="112" y="34"/>
                </a:cxn>
                <a:cxn ang="0">
                  <a:pos x="108" y="32"/>
                </a:cxn>
                <a:cxn ang="0">
                  <a:pos x="108" y="32"/>
                </a:cxn>
                <a:cxn ang="0">
                  <a:pos x="104" y="28"/>
                </a:cxn>
                <a:cxn ang="0">
                  <a:pos x="100" y="22"/>
                </a:cxn>
                <a:cxn ang="0">
                  <a:pos x="86" y="6"/>
                </a:cxn>
                <a:cxn ang="0">
                  <a:pos x="86" y="6"/>
                </a:cxn>
              </a:cxnLst>
              <a:rect l="0" t="0" r="0" b="0"/>
              <a:pathLst>
                <a:path w="124" h="98">
                  <a:moveTo>
                    <a:pt x="86" y="6"/>
                  </a:moveTo>
                  <a:lnTo>
                    <a:pt x="86" y="6"/>
                  </a:lnTo>
                  <a:lnTo>
                    <a:pt x="80" y="2"/>
                  </a:lnTo>
                  <a:lnTo>
                    <a:pt x="74" y="0"/>
                  </a:lnTo>
                  <a:lnTo>
                    <a:pt x="68" y="0"/>
                  </a:lnTo>
                  <a:lnTo>
                    <a:pt x="60" y="0"/>
                  </a:lnTo>
                  <a:lnTo>
                    <a:pt x="52" y="4"/>
                  </a:lnTo>
                  <a:lnTo>
                    <a:pt x="46" y="10"/>
                  </a:lnTo>
                  <a:lnTo>
                    <a:pt x="38" y="18"/>
                  </a:lnTo>
                  <a:lnTo>
                    <a:pt x="30" y="28"/>
                  </a:lnTo>
                  <a:lnTo>
                    <a:pt x="12" y="60"/>
                  </a:lnTo>
                  <a:lnTo>
                    <a:pt x="4" y="82"/>
                  </a:lnTo>
                  <a:lnTo>
                    <a:pt x="0" y="94"/>
                  </a:lnTo>
                  <a:lnTo>
                    <a:pt x="0" y="98"/>
                  </a:lnTo>
                  <a:lnTo>
                    <a:pt x="6" y="82"/>
                  </a:lnTo>
                  <a:lnTo>
                    <a:pt x="16" y="68"/>
                  </a:lnTo>
                  <a:lnTo>
                    <a:pt x="26" y="52"/>
                  </a:lnTo>
                  <a:lnTo>
                    <a:pt x="38" y="38"/>
                  </a:lnTo>
                  <a:lnTo>
                    <a:pt x="52" y="26"/>
                  </a:lnTo>
                  <a:lnTo>
                    <a:pt x="60" y="24"/>
                  </a:lnTo>
                  <a:lnTo>
                    <a:pt x="66" y="22"/>
                  </a:lnTo>
                  <a:lnTo>
                    <a:pt x="74" y="22"/>
                  </a:lnTo>
                  <a:lnTo>
                    <a:pt x="82" y="26"/>
                  </a:lnTo>
                  <a:lnTo>
                    <a:pt x="102" y="42"/>
                  </a:lnTo>
                  <a:lnTo>
                    <a:pt x="106" y="44"/>
                  </a:lnTo>
                  <a:lnTo>
                    <a:pt x="110" y="44"/>
                  </a:lnTo>
                  <a:lnTo>
                    <a:pt x="114" y="44"/>
                  </a:lnTo>
                  <a:lnTo>
                    <a:pt x="118" y="42"/>
                  </a:lnTo>
                  <a:lnTo>
                    <a:pt x="122" y="36"/>
                  </a:lnTo>
                  <a:lnTo>
                    <a:pt x="124" y="32"/>
                  </a:lnTo>
                  <a:lnTo>
                    <a:pt x="122" y="28"/>
                  </a:lnTo>
                  <a:lnTo>
                    <a:pt x="120" y="30"/>
                  </a:lnTo>
                  <a:lnTo>
                    <a:pt x="114" y="34"/>
                  </a:lnTo>
                  <a:lnTo>
                    <a:pt x="112" y="34"/>
                  </a:lnTo>
                  <a:lnTo>
                    <a:pt x="108" y="32"/>
                  </a:lnTo>
                  <a:lnTo>
                    <a:pt x="104" y="28"/>
                  </a:lnTo>
                  <a:lnTo>
                    <a:pt x="100" y="22"/>
                  </a:lnTo>
                  <a:lnTo>
                    <a:pt x="86" y="6"/>
                  </a:lnTo>
                  <a:close/>
                </a:path>
              </a:pathLst>
            </a:custGeom>
            <a:solidFill>
              <a:srgbClr val="129F4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49" name="Freeform 199"/>
            <p:cNvSpPr/>
            <p:nvPr/>
          </p:nvSpPr>
          <p:spPr>
            <a:xfrm>
              <a:off x="1136" y="345"/>
              <a:ext cx="170" cy="232"/>
            </a:xfrm>
            <a:custGeom>
              <a:avLst/>
              <a:gdLst/>
              <a:ahLst/>
              <a:cxnLst>
                <a:cxn ang="0">
                  <a:pos x="22" y="222"/>
                </a:cxn>
                <a:cxn ang="0">
                  <a:pos x="22" y="222"/>
                </a:cxn>
                <a:cxn ang="0">
                  <a:pos x="16" y="210"/>
                </a:cxn>
                <a:cxn ang="0">
                  <a:pos x="10" y="196"/>
                </a:cxn>
                <a:cxn ang="0">
                  <a:pos x="4" y="180"/>
                </a:cxn>
                <a:cxn ang="0">
                  <a:pos x="2" y="162"/>
                </a:cxn>
                <a:cxn ang="0">
                  <a:pos x="0" y="142"/>
                </a:cxn>
                <a:cxn ang="0">
                  <a:pos x="0" y="124"/>
                </a:cxn>
                <a:cxn ang="0">
                  <a:pos x="2" y="104"/>
                </a:cxn>
                <a:cxn ang="0">
                  <a:pos x="4" y="86"/>
                </a:cxn>
                <a:cxn ang="0">
                  <a:pos x="4" y="86"/>
                </a:cxn>
                <a:cxn ang="0">
                  <a:pos x="14" y="64"/>
                </a:cxn>
                <a:cxn ang="0">
                  <a:pos x="24" y="44"/>
                </a:cxn>
                <a:cxn ang="0">
                  <a:pos x="38" y="26"/>
                </a:cxn>
                <a:cxn ang="0">
                  <a:pos x="52" y="14"/>
                </a:cxn>
                <a:cxn ang="0">
                  <a:pos x="70" y="6"/>
                </a:cxn>
                <a:cxn ang="0">
                  <a:pos x="86" y="0"/>
                </a:cxn>
                <a:cxn ang="0">
                  <a:pos x="102" y="0"/>
                </a:cxn>
                <a:cxn ang="0">
                  <a:pos x="118" y="2"/>
                </a:cxn>
                <a:cxn ang="0">
                  <a:pos x="118" y="2"/>
                </a:cxn>
                <a:cxn ang="0">
                  <a:pos x="126" y="6"/>
                </a:cxn>
                <a:cxn ang="0">
                  <a:pos x="134" y="10"/>
                </a:cxn>
                <a:cxn ang="0">
                  <a:pos x="146" y="24"/>
                </a:cxn>
                <a:cxn ang="0">
                  <a:pos x="156" y="40"/>
                </a:cxn>
                <a:cxn ang="0">
                  <a:pos x="164" y="60"/>
                </a:cxn>
                <a:cxn ang="0">
                  <a:pos x="168" y="82"/>
                </a:cxn>
                <a:cxn ang="0">
                  <a:pos x="170" y="106"/>
                </a:cxn>
                <a:cxn ang="0">
                  <a:pos x="168" y="132"/>
                </a:cxn>
                <a:cxn ang="0">
                  <a:pos x="164" y="156"/>
                </a:cxn>
                <a:cxn ang="0">
                  <a:pos x="164" y="156"/>
                </a:cxn>
                <a:cxn ang="0">
                  <a:pos x="156" y="180"/>
                </a:cxn>
                <a:cxn ang="0">
                  <a:pos x="144" y="200"/>
                </a:cxn>
                <a:cxn ang="0">
                  <a:pos x="132" y="218"/>
                </a:cxn>
                <a:cxn ang="0">
                  <a:pos x="118" y="232"/>
                </a:cxn>
                <a:cxn ang="0">
                  <a:pos x="118" y="232"/>
                </a:cxn>
                <a:cxn ang="0">
                  <a:pos x="106" y="226"/>
                </a:cxn>
                <a:cxn ang="0">
                  <a:pos x="94" y="220"/>
                </a:cxn>
                <a:cxn ang="0">
                  <a:pos x="80" y="216"/>
                </a:cxn>
                <a:cxn ang="0">
                  <a:pos x="64" y="216"/>
                </a:cxn>
                <a:cxn ang="0">
                  <a:pos x="64" y="216"/>
                </a:cxn>
                <a:cxn ang="0">
                  <a:pos x="42" y="218"/>
                </a:cxn>
                <a:cxn ang="0">
                  <a:pos x="30" y="220"/>
                </a:cxn>
                <a:cxn ang="0">
                  <a:pos x="24" y="222"/>
                </a:cxn>
                <a:cxn ang="0">
                  <a:pos x="24" y="222"/>
                </a:cxn>
                <a:cxn ang="0">
                  <a:pos x="22" y="222"/>
                </a:cxn>
                <a:cxn ang="0">
                  <a:pos x="22" y="222"/>
                </a:cxn>
              </a:cxnLst>
              <a:rect l="0" t="0" r="0" b="0"/>
              <a:pathLst>
                <a:path w="170" h="232">
                  <a:moveTo>
                    <a:pt x="22" y="222"/>
                  </a:moveTo>
                  <a:lnTo>
                    <a:pt x="22" y="222"/>
                  </a:lnTo>
                  <a:lnTo>
                    <a:pt x="16" y="210"/>
                  </a:lnTo>
                  <a:lnTo>
                    <a:pt x="10" y="196"/>
                  </a:lnTo>
                  <a:lnTo>
                    <a:pt x="4" y="180"/>
                  </a:lnTo>
                  <a:lnTo>
                    <a:pt x="2" y="162"/>
                  </a:lnTo>
                  <a:lnTo>
                    <a:pt x="0" y="142"/>
                  </a:lnTo>
                  <a:lnTo>
                    <a:pt x="0" y="124"/>
                  </a:lnTo>
                  <a:lnTo>
                    <a:pt x="2" y="104"/>
                  </a:lnTo>
                  <a:lnTo>
                    <a:pt x="4" y="86"/>
                  </a:lnTo>
                  <a:lnTo>
                    <a:pt x="14" y="64"/>
                  </a:lnTo>
                  <a:lnTo>
                    <a:pt x="24" y="44"/>
                  </a:lnTo>
                  <a:lnTo>
                    <a:pt x="38" y="26"/>
                  </a:lnTo>
                  <a:lnTo>
                    <a:pt x="52" y="14"/>
                  </a:lnTo>
                  <a:lnTo>
                    <a:pt x="70" y="6"/>
                  </a:lnTo>
                  <a:lnTo>
                    <a:pt x="86" y="0"/>
                  </a:lnTo>
                  <a:lnTo>
                    <a:pt x="102" y="0"/>
                  </a:lnTo>
                  <a:lnTo>
                    <a:pt x="118" y="2"/>
                  </a:lnTo>
                  <a:lnTo>
                    <a:pt x="126" y="6"/>
                  </a:lnTo>
                  <a:lnTo>
                    <a:pt x="134" y="10"/>
                  </a:lnTo>
                  <a:lnTo>
                    <a:pt x="146" y="24"/>
                  </a:lnTo>
                  <a:lnTo>
                    <a:pt x="156" y="40"/>
                  </a:lnTo>
                  <a:lnTo>
                    <a:pt x="164" y="60"/>
                  </a:lnTo>
                  <a:lnTo>
                    <a:pt x="168" y="82"/>
                  </a:lnTo>
                  <a:lnTo>
                    <a:pt x="170" y="106"/>
                  </a:lnTo>
                  <a:lnTo>
                    <a:pt x="168" y="132"/>
                  </a:lnTo>
                  <a:lnTo>
                    <a:pt x="164" y="156"/>
                  </a:lnTo>
                  <a:lnTo>
                    <a:pt x="156" y="180"/>
                  </a:lnTo>
                  <a:lnTo>
                    <a:pt x="144" y="200"/>
                  </a:lnTo>
                  <a:lnTo>
                    <a:pt x="132" y="218"/>
                  </a:lnTo>
                  <a:lnTo>
                    <a:pt x="118" y="232"/>
                  </a:lnTo>
                  <a:lnTo>
                    <a:pt x="106" y="226"/>
                  </a:lnTo>
                  <a:lnTo>
                    <a:pt x="94" y="220"/>
                  </a:lnTo>
                  <a:lnTo>
                    <a:pt x="80" y="216"/>
                  </a:lnTo>
                  <a:lnTo>
                    <a:pt x="64" y="216"/>
                  </a:lnTo>
                  <a:lnTo>
                    <a:pt x="42" y="218"/>
                  </a:lnTo>
                  <a:lnTo>
                    <a:pt x="30" y="220"/>
                  </a:lnTo>
                  <a:lnTo>
                    <a:pt x="24" y="222"/>
                  </a:lnTo>
                  <a:lnTo>
                    <a:pt x="22" y="222"/>
                  </a:lnTo>
                  <a:close/>
                </a:path>
              </a:pathLst>
            </a:custGeom>
            <a:solidFill>
              <a:srgbClr val="ACD037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50" name="Freeform 200"/>
            <p:cNvSpPr/>
            <p:nvPr/>
          </p:nvSpPr>
          <p:spPr>
            <a:xfrm>
              <a:off x="1152" y="349"/>
              <a:ext cx="154" cy="230"/>
            </a:xfrm>
            <a:custGeom>
              <a:avLst/>
              <a:gdLst/>
              <a:ahLst/>
              <a:cxnLst>
                <a:cxn ang="0">
                  <a:pos x="108" y="4"/>
                </a:cxn>
                <a:cxn ang="0">
                  <a:pos x="108" y="4"/>
                </a:cxn>
                <a:cxn ang="0">
                  <a:pos x="102" y="2"/>
                </a:cxn>
                <a:cxn ang="0">
                  <a:pos x="94" y="0"/>
                </a:cxn>
                <a:cxn ang="0">
                  <a:pos x="80" y="2"/>
                </a:cxn>
                <a:cxn ang="0">
                  <a:pos x="64" y="10"/>
                </a:cxn>
                <a:cxn ang="0">
                  <a:pos x="50" y="20"/>
                </a:cxn>
                <a:cxn ang="0">
                  <a:pos x="36" y="34"/>
                </a:cxn>
                <a:cxn ang="0">
                  <a:pos x="24" y="52"/>
                </a:cxn>
                <a:cxn ang="0">
                  <a:pos x="14" y="74"/>
                </a:cxn>
                <a:cxn ang="0">
                  <a:pos x="8" y="98"/>
                </a:cxn>
                <a:cxn ang="0">
                  <a:pos x="8" y="98"/>
                </a:cxn>
                <a:cxn ang="0">
                  <a:pos x="4" y="114"/>
                </a:cxn>
                <a:cxn ang="0">
                  <a:pos x="2" y="130"/>
                </a:cxn>
                <a:cxn ang="0">
                  <a:pos x="0" y="148"/>
                </a:cxn>
                <a:cxn ang="0">
                  <a:pos x="0" y="162"/>
                </a:cxn>
                <a:cxn ang="0">
                  <a:pos x="2" y="178"/>
                </a:cxn>
                <a:cxn ang="0">
                  <a:pos x="6" y="192"/>
                </a:cxn>
                <a:cxn ang="0">
                  <a:pos x="10" y="204"/>
                </a:cxn>
                <a:cxn ang="0">
                  <a:pos x="16" y="216"/>
                </a:cxn>
                <a:cxn ang="0">
                  <a:pos x="16" y="216"/>
                </a:cxn>
                <a:cxn ang="0">
                  <a:pos x="28" y="214"/>
                </a:cxn>
                <a:cxn ang="0">
                  <a:pos x="48" y="212"/>
                </a:cxn>
                <a:cxn ang="0">
                  <a:pos x="48" y="212"/>
                </a:cxn>
                <a:cxn ang="0">
                  <a:pos x="64" y="212"/>
                </a:cxn>
                <a:cxn ang="0">
                  <a:pos x="80" y="216"/>
                </a:cxn>
                <a:cxn ang="0">
                  <a:pos x="92" y="222"/>
                </a:cxn>
                <a:cxn ang="0">
                  <a:pos x="104" y="230"/>
                </a:cxn>
                <a:cxn ang="0">
                  <a:pos x="104" y="230"/>
                </a:cxn>
                <a:cxn ang="0">
                  <a:pos x="118" y="214"/>
                </a:cxn>
                <a:cxn ang="0">
                  <a:pos x="130" y="196"/>
                </a:cxn>
                <a:cxn ang="0">
                  <a:pos x="140" y="176"/>
                </a:cxn>
                <a:cxn ang="0">
                  <a:pos x="148" y="152"/>
                </a:cxn>
                <a:cxn ang="0">
                  <a:pos x="148" y="152"/>
                </a:cxn>
                <a:cxn ang="0">
                  <a:pos x="152" y="126"/>
                </a:cxn>
                <a:cxn ang="0">
                  <a:pos x="154" y="102"/>
                </a:cxn>
                <a:cxn ang="0">
                  <a:pos x="152" y="80"/>
                </a:cxn>
                <a:cxn ang="0">
                  <a:pos x="150" y="58"/>
                </a:cxn>
                <a:cxn ang="0">
                  <a:pos x="142" y="40"/>
                </a:cxn>
                <a:cxn ang="0">
                  <a:pos x="134" y="24"/>
                </a:cxn>
                <a:cxn ang="0">
                  <a:pos x="122" y="12"/>
                </a:cxn>
                <a:cxn ang="0">
                  <a:pos x="116" y="8"/>
                </a:cxn>
                <a:cxn ang="0">
                  <a:pos x="108" y="4"/>
                </a:cxn>
                <a:cxn ang="0">
                  <a:pos x="108" y="4"/>
                </a:cxn>
              </a:cxnLst>
              <a:rect l="0" t="0" r="0" b="0"/>
              <a:pathLst>
                <a:path w="154" h="230">
                  <a:moveTo>
                    <a:pt x="108" y="4"/>
                  </a:moveTo>
                  <a:lnTo>
                    <a:pt x="108" y="4"/>
                  </a:lnTo>
                  <a:lnTo>
                    <a:pt x="102" y="2"/>
                  </a:lnTo>
                  <a:lnTo>
                    <a:pt x="94" y="0"/>
                  </a:lnTo>
                  <a:lnTo>
                    <a:pt x="80" y="2"/>
                  </a:lnTo>
                  <a:lnTo>
                    <a:pt x="64" y="10"/>
                  </a:lnTo>
                  <a:lnTo>
                    <a:pt x="50" y="20"/>
                  </a:lnTo>
                  <a:lnTo>
                    <a:pt x="36" y="34"/>
                  </a:lnTo>
                  <a:lnTo>
                    <a:pt x="24" y="52"/>
                  </a:lnTo>
                  <a:lnTo>
                    <a:pt x="14" y="74"/>
                  </a:lnTo>
                  <a:lnTo>
                    <a:pt x="8" y="98"/>
                  </a:lnTo>
                  <a:lnTo>
                    <a:pt x="4" y="114"/>
                  </a:lnTo>
                  <a:lnTo>
                    <a:pt x="2" y="130"/>
                  </a:lnTo>
                  <a:lnTo>
                    <a:pt x="0" y="148"/>
                  </a:lnTo>
                  <a:lnTo>
                    <a:pt x="0" y="162"/>
                  </a:lnTo>
                  <a:lnTo>
                    <a:pt x="2" y="178"/>
                  </a:lnTo>
                  <a:lnTo>
                    <a:pt x="6" y="192"/>
                  </a:lnTo>
                  <a:lnTo>
                    <a:pt x="10" y="204"/>
                  </a:lnTo>
                  <a:lnTo>
                    <a:pt x="16" y="216"/>
                  </a:lnTo>
                  <a:lnTo>
                    <a:pt x="28" y="214"/>
                  </a:lnTo>
                  <a:lnTo>
                    <a:pt x="48" y="212"/>
                  </a:lnTo>
                  <a:lnTo>
                    <a:pt x="64" y="212"/>
                  </a:lnTo>
                  <a:lnTo>
                    <a:pt x="80" y="216"/>
                  </a:lnTo>
                  <a:lnTo>
                    <a:pt x="92" y="222"/>
                  </a:lnTo>
                  <a:lnTo>
                    <a:pt x="104" y="230"/>
                  </a:lnTo>
                  <a:lnTo>
                    <a:pt x="118" y="214"/>
                  </a:lnTo>
                  <a:lnTo>
                    <a:pt x="130" y="196"/>
                  </a:lnTo>
                  <a:lnTo>
                    <a:pt x="140" y="176"/>
                  </a:lnTo>
                  <a:lnTo>
                    <a:pt x="148" y="152"/>
                  </a:lnTo>
                  <a:lnTo>
                    <a:pt x="152" y="126"/>
                  </a:lnTo>
                  <a:lnTo>
                    <a:pt x="154" y="102"/>
                  </a:lnTo>
                  <a:lnTo>
                    <a:pt x="152" y="80"/>
                  </a:lnTo>
                  <a:lnTo>
                    <a:pt x="150" y="58"/>
                  </a:lnTo>
                  <a:lnTo>
                    <a:pt x="142" y="40"/>
                  </a:lnTo>
                  <a:lnTo>
                    <a:pt x="134" y="24"/>
                  </a:lnTo>
                  <a:lnTo>
                    <a:pt x="122" y="12"/>
                  </a:lnTo>
                  <a:lnTo>
                    <a:pt x="116" y="8"/>
                  </a:lnTo>
                  <a:lnTo>
                    <a:pt x="108" y="4"/>
                  </a:lnTo>
                  <a:close/>
                </a:path>
              </a:pathLst>
            </a:custGeom>
            <a:solidFill>
              <a:srgbClr val="129F4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51" name="Freeform 201"/>
            <p:cNvSpPr/>
            <p:nvPr/>
          </p:nvSpPr>
          <p:spPr>
            <a:xfrm>
              <a:off x="1162" y="363"/>
              <a:ext cx="136" cy="210"/>
            </a:xfrm>
            <a:custGeom>
              <a:avLst/>
              <a:gdLst/>
              <a:ahLst/>
              <a:cxnLst>
                <a:cxn ang="0">
                  <a:pos x="92" y="2"/>
                </a:cxn>
                <a:cxn ang="0">
                  <a:pos x="92" y="2"/>
                </a:cxn>
                <a:cxn ang="0">
                  <a:pos x="80" y="0"/>
                </a:cxn>
                <a:cxn ang="0">
                  <a:pos x="66" y="4"/>
                </a:cxn>
                <a:cxn ang="0">
                  <a:pos x="52" y="12"/>
                </a:cxn>
                <a:cxn ang="0">
                  <a:pos x="40" y="22"/>
                </a:cxn>
                <a:cxn ang="0">
                  <a:pos x="28" y="36"/>
                </a:cxn>
                <a:cxn ang="0">
                  <a:pos x="18" y="54"/>
                </a:cxn>
                <a:cxn ang="0">
                  <a:pos x="10" y="74"/>
                </a:cxn>
                <a:cxn ang="0">
                  <a:pos x="4" y="96"/>
                </a:cxn>
                <a:cxn ang="0">
                  <a:pos x="4" y="96"/>
                </a:cxn>
                <a:cxn ang="0">
                  <a:pos x="2" y="112"/>
                </a:cxn>
                <a:cxn ang="0">
                  <a:pos x="0" y="126"/>
                </a:cxn>
                <a:cxn ang="0">
                  <a:pos x="0" y="140"/>
                </a:cxn>
                <a:cxn ang="0">
                  <a:pos x="0" y="154"/>
                </a:cxn>
                <a:cxn ang="0">
                  <a:pos x="2" y="168"/>
                </a:cxn>
                <a:cxn ang="0">
                  <a:pos x="6" y="180"/>
                </a:cxn>
                <a:cxn ang="0">
                  <a:pos x="10" y="190"/>
                </a:cxn>
                <a:cxn ang="0">
                  <a:pos x="16" y="200"/>
                </a:cxn>
                <a:cxn ang="0">
                  <a:pos x="16" y="200"/>
                </a:cxn>
                <a:cxn ang="0">
                  <a:pos x="38" y="198"/>
                </a:cxn>
                <a:cxn ang="0">
                  <a:pos x="38" y="198"/>
                </a:cxn>
                <a:cxn ang="0">
                  <a:pos x="50" y="198"/>
                </a:cxn>
                <a:cxn ang="0">
                  <a:pos x="62" y="200"/>
                </a:cxn>
                <a:cxn ang="0">
                  <a:pos x="74" y="204"/>
                </a:cxn>
                <a:cxn ang="0">
                  <a:pos x="84" y="210"/>
                </a:cxn>
                <a:cxn ang="0">
                  <a:pos x="84" y="210"/>
                </a:cxn>
                <a:cxn ang="0">
                  <a:pos x="98" y="196"/>
                </a:cxn>
                <a:cxn ang="0">
                  <a:pos x="112" y="176"/>
                </a:cxn>
                <a:cxn ang="0">
                  <a:pos x="122" y="154"/>
                </a:cxn>
                <a:cxn ang="0">
                  <a:pos x="130" y="128"/>
                </a:cxn>
                <a:cxn ang="0">
                  <a:pos x="130" y="128"/>
                </a:cxn>
                <a:cxn ang="0">
                  <a:pos x="134" y="104"/>
                </a:cxn>
                <a:cxn ang="0">
                  <a:pos x="136" y="84"/>
                </a:cxn>
                <a:cxn ang="0">
                  <a:pos x="134" y="64"/>
                </a:cxn>
                <a:cxn ang="0">
                  <a:pos x="130" y="44"/>
                </a:cxn>
                <a:cxn ang="0">
                  <a:pos x="124" y="30"/>
                </a:cxn>
                <a:cxn ang="0">
                  <a:pos x="116" y="16"/>
                </a:cxn>
                <a:cxn ang="0">
                  <a:pos x="104" y="6"/>
                </a:cxn>
                <a:cxn ang="0">
                  <a:pos x="92" y="2"/>
                </a:cxn>
                <a:cxn ang="0">
                  <a:pos x="92" y="2"/>
                </a:cxn>
              </a:cxnLst>
              <a:rect l="0" t="0" r="0" b="0"/>
              <a:pathLst>
                <a:path w="136" h="210">
                  <a:moveTo>
                    <a:pt x="92" y="2"/>
                  </a:moveTo>
                  <a:lnTo>
                    <a:pt x="92" y="2"/>
                  </a:lnTo>
                  <a:lnTo>
                    <a:pt x="80" y="0"/>
                  </a:lnTo>
                  <a:lnTo>
                    <a:pt x="66" y="4"/>
                  </a:lnTo>
                  <a:lnTo>
                    <a:pt x="52" y="12"/>
                  </a:lnTo>
                  <a:lnTo>
                    <a:pt x="40" y="22"/>
                  </a:lnTo>
                  <a:lnTo>
                    <a:pt x="28" y="36"/>
                  </a:lnTo>
                  <a:lnTo>
                    <a:pt x="18" y="54"/>
                  </a:lnTo>
                  <a:lnTo>
                    <a:pt x="10" y="74"/>
                  </a:lnTo>
                  <a:lnTo>
                    <a:pt x="4" y="96"/>
                  </a:lnTo>
                  <a:lnTo>
                    <a:pt x="2" y="112"/>
                  </a:lnTo>
                  <a:lnTo>
                    <a:pt x="0" y="126"/>
                  </a:lnTo>
                  <a:lnTo>
                    <a:pt x="0" y="140"/>
                  </a:lnTo>
                  <a:lnTo>
                    <a:pt x="0" y="154"/>
                  </a:lnTo>
                  <a:lnTo>
                    <a:pt x="2" y="168"/>
                  </a:lnTo>
                  <a:lnTo>
                    <a:pt x="6" y="180"/>
                  </a:lnTo>
                  <a:lnTo>
                    <a:pt x="10" y="190"/>
                  </a:lnTo>
                  <a:lnTo>
                    <a:pt x="16" y="200"/>
                  </a:lnTo>
                  <a:lnTo>
                    <a:pt x="38" y="198"/>
                  </a:lnTo>
                  <a:lnTo>
                    <a:pt x="50" y="198"/>
                  </a:lnTo>
                  <a:lnTo>
                    <a:pt x="62" y="200"/>
                  </a:lnTo>
                  <a:lnTo>
                    <a:pt x="74" y="204"/>
                  </a:lnTo>
                  <a:lnTo>
                    <a:pt x="84" y="210"/>
                  </a:lnTo>
                  <a:lnTo>
                    <a:pt x="98" y="196"/>
                  </a:lnTo>
                  <a:lnTo>
                    <a:pt x="112" y="176"/>
                  </a:lnTo>
                  <a:lnTo>
                    <a:pt x="122" y="154"/>
                  </a:lnTo>
                  <a:lnTo>
                    <a:pt x="130" y="128"/>
                  </a:lnTo>
                  <a:lnTo>
                    <a:pt x="134" y="104"/>
                  </a:lnTo>
                  <a:lnTo>
                    <a:pt x="136" y="84"/>
                  </a:lnTo>
                  <a:lnTo>
                    <a:pt x="134" y="64"/>
                  </a:lnTo>
                  <a:lnTo>
                    <a:pt x="130" y="44"/>
                  </a:lnTo>
                  <a:lnTo>
                    <a:pt x="124" y="30"/>
                  </a:lnTo>
                  <a:lnTo>
                    <a:pt x="116" y="16"/>
                  </a:lnTo>
                  <a:lnTo>
                    <a:pt x="104" y="6"/>
                  </a:lnTo>
                  <a:lnTo>
                    <a:pt x="92" y="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52" name="Freeform 202"/>
            <p:cNvSpPr/>
            <p:nvPr/>
          </p:nvSpPr>
          <p:spPr>
            <a:xfrm>
              <a:off x="1166" y="363"/>
              <a:ext cx="132" cy="140"/>
            </a:xfrm>
            <a:custGeom>
              <a:avLst/>
              <a:gdLst/>
              <a:ahLst/>
              <a:cxnLst>
                <a:cxn ang="0">
                  <a:pos x="84" y="20"/>
                </a:cxn>
                <a:cxn ang="0">
                  <a:pos x="84" y="20"/>
                </a:cxn>
                <a:cxn ang="0">
                  <a:pos x="96" y="26"/>
                </a:cxn>
                <a:cxn ang="0">
                  <a:pos x="106" y="34"/>
                </a:cxn>
                <a:cxn ang="0">
                  <a:pos x="114" y="46"/>
                </a:cxn>
                <a:cxn ang="0">
                  <a:pos x="120" y="62"/>
                </a:cxn>
                <a:cxn ang="0">
                  <a:pos x="124" y="80"/>
                </a:cxn>
                <a:cxn ang="0">
                  <a:pos x="126" y="98"/>
                </a:cxn>
                <a:cxn ang="0">
                  <a:pos x="126" y="120"/>
                </a:cxn>
                <a:cxn ang="0">
                  <a:pos x="124" y="140"/>
                </a:cxn>
                <a:cxn ang="0">
                  <a:pos x="124" y="140"/>
                </a:cxn>
                <a:cxn ang="0">
                  <a:pos x="126" y="128"/>
                </a:cxn>
                <a:cxn ang="0">
                  <a:pos x="126" y="128"/>
                </a:cxn>
                <a:cxn ang="0">
                  <a:pos x="130" y="104"/>
                </a:cxn>
                <a:cxn ang="0">
                  <a:pos x="132" y="84"/>
                </a:cxn>
                <a:cxn ang="0">
                  <a:pos x="130" y="64"/>
                </a:cxn>
                <a:cxn ang="0">
                  <a:pos x="126" y="44"/>
                </a:cxn>
                <a:cxn ang="0">
                  <a:pos x="120" y="30"/>
                </a:cxn>
                <a:cxn ang="0">
                  <a:pos x="112" y="16"/>
                </a:cxn>
                <a:cxn ang="0">
                  <a:pos x="100" y="6"/>
                </a:cxn>
                <a:cxn ang="0">
                  <a:pos x="88" y="2"/>
                </a:cxn>
                <a:cxn ang="0">
                  <a:pos x="88" y="2"/>
                </a:cxn>
                <a:cxn ang="0">
                  <a:pos x="76" y="0"/>
                </a:cxn>
                <a:cxn ang="0">
                  <a:pos x="62" y="4"/>
                </a:cxn>
                <a:cxn ang="0">
                  <a:pos x="48" y="12"/>
                </a:cxn>
                <a:cxn ang="0">
                  <a:pos x="36" y="22"/>
                </a:cxn>
                <a:cxn ang="0">
                  <a:pos x="24" y="36"/>
                </a:cxn>
                <a:cxn ang="0">
                  <a:pos x="14" y="54"/>
                </a:cxn>
                <a:cxn ang="0">
                  <a:pos x="6" y="74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6" y="82"/>
                </a:cxn>
                <a:cxn ang="0">
                  <a:pos x="14" y="66"/>
                </a:cxn>
                <a:cxn ang="0">
                  <a:pos x="24" y="50"/>
                </a:cxn>
                <a:cxn ang="0">
                  <a:pos x="36" y="38"/>
                </a:cxn>
                <a:cxn ang="0">
                  <a:pos x="48" y="28"/>
                </a:cxn>
                <a:cxn ang="0">
                  <a:pos x="60" y="22"/>
                </a:cxn>
                <a:cxn ang="0">
                  <a:pos x="72" y="20"/>
                </a:cxn>
                <a:cxn ang="0">
                  <a:pos x="84" y="20"/>
                </a:cxn>
                <a:cxn ang="0">
                  <a:pos x="84" y="20"/>
                </a:cxn>
              </a:cxnLst>
              <a:rect l="0" t="0" r="0" b="0"/>
              <a:pathLst>
                <a:path w="132" h="140">
                  <a:moveTo>
                    <a:pt x="84" y="20"/>
                  </a:moveTo>
                  <a:lnTo>
                    <a:pt x="84" y="20"/>
                  </a:lnTo>
                  <a:lnTo>
                    <a:pt x="96" y="26"/>
                  </a:lnTo>
                  <a:lnTo>
                    <a:pt x="106" y="34"/>
                  </a:lnTo>
                  <a:lnTo>
                    <a:pt x="114" y="46"/>
                  </a:lnTo>
                  <a:lnTo>
                    <a:pt x="120" y="62"/>
                  </a:lnTo>
                  <a:lnTo>
                    <a:pt x="124" y="80"/>
                  </a:lnTo>
                  <a:lnTo>
                    <a:pt x="126" y="98"/>
                  </a:lnTo>
                  <a:lnTo>
                    <a:pt x="126" y="120"/>
                  </a:lnTo>
                  <a:lnTo>
                    <a:pt x="124" y="140"/>
                  </a:lnTo>
                  <a:lnTo>
                    <a:pt x="126" y="128"/>
                  </a:lnTo>
                  <a:lnTo>
                    <a:pt x="130" y="104"/>
                  </a:lnTo>
                  <a:lnTo>
                    <a:pt x="132" y="84"/>
                  </a:lnTo>
                  <a:lnTo>
                    <a:pt x="130" y="64"/>
                  </a:lnTo>
                  <a:lnTo>
                    <a:pt x="126" y="44"/>
                  </a:lnTo>
                  <a:lnTo>
                    <a:pt x="120" y="30"/>
                  </a:lnTo>
                  <a:lnTo>
                    <a:pt x="112" y="16"/>
                  </a:lnTo>
                  <a:lnTo>
                    <a:pt x="100" y="6"/>
                  </a:lnTo>
                  <a:lnTo>
                    <a:pt x="88" y="2"/>
                  </a:lnTo>
                  <a:lnTo>
                    <a:pt x="76" y="0"/>
                  </a:lnTo>
                  <a:lnTo>
                    <a:pt x="62" y="4"/>
                  </a:lnTo>
                  <a:lnTo>
                    <a:pt x="48" y="12"/>
                  </a:lnTo>
                  <a:lnTo>
                    <a:pt x="36" y="22"/>
                  </a:lnTo>
                  <a:lnTo>
                    <a:pt x="24" y="36"/>
                  </a:lnTo>
                  <a:lnTo>
                    <a:pt x="14" y="54"/>
                  </a:lnTo>
                  <a:lnTo>
                    <a:pt x="6" y="74"/>
                  </a:lnTo>
                  <a:lnTo>
                    <a:pt x="0" y="96"/>
                  </a:lnTo>
                  <a:lnTo>
                    <a:pt x="0" y="102"/>
                  </a:lnTo>
                  <a:lnTo>
                    <a:pt x="6" y="82"/>
                  </a:lnTo>
                  <a:lnTo>
                    <a:pt x="14" y="66"/>
                  </a:lnTo>
                  <a:lnTo>
                    <a:pt x="24" y="50"/>
                  </a:lnTo>
                  <a:lnTo>
                    <a:pt x="36" y="38"/>
                  </a:lnTo>
                  <a:lnTo>
                    <a:pt x="48" y="28"/>
                  </a:lnTo>
                  <a:lnTo>
                    <a:pt x="60" y="22"/>
                  </a:lnTo>
                  <a:lnTo>
                    <a:pt x="72" y="20"/>
                  </a:lnTo>
                  <a:lnTo>
                    <a:pt x="84" y="20"/>
                  </a:lnTo>
                  <a:close/>
                </a:path>
              </a:pathLst>
            </a:custGeom>
            <a:solidFill>
              <a:srgbClr val="E7E8E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53" name="Freeform 203"/>
            <p:cNvSpPr/>
            <p:nvPr/>
          </p:nvSpPr>
          <p:spPr>
            <a:xfrm>
              <a:off x="1190" y="291"/>
              <a:ext cx="142" cy="116"/>
            </a:xfrm>
            <a:custGeom>
              <a:avLst/>
              <a:gdLst/>
              <a:ahLst/>
              <a:cxnLst>
                <a:cxn ang="0">
                  <a:pos x="142" y="116"/>
                </a:cxn>
                <a:cxn ang="0">
                  <a:pos x="142" y="116"/>
                </a:cxn>
                <a:cxn ang="0">
                  <a:pos x="140" y="108"/>
                </a:cxn>
                <a:cxn ang="0">
                  <a:pos x="132" y="86"/>
                </a:cxn>
                <a:cxn ang="0">
                  <a:pos x="128" y="72"/>
                </a:cxn>
                <a:cxn ang="0">
                  <a:pos x="122" y="56"/>
                </a:cxn>
                <a:cxn ang="0">
                  <a:pos x="112" y="42"/>
                </a:cxn>
                <a:cxn ang="0">
                  <a:pos x="104" y="28"/>
                </a:cxn>
                <a:cxn ang="0">
                  <a:pos x="104" y="28"/>
                </a:cxn>
                <a:cxn ang="0">
                  <a:pos x="92" y="18"/>
                </a:cxn>
                <a:cxn ang="0">
                  <a:pos x="82" y="10"/>
                </a:cxn>
                <a:cxn ang="0">
                  <a:pos x="70" y="4"/>
                </a:cxn>
                <a:cxn ang="0">
                  <a:pos x="60" y="2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8" y="2"/>
                </a:cxn>
                <a:cxn ang="0">
                  <a:pos x="20" y="6"/>
                </a:cxn>
                <a:cxn ang="0">
                  <a:pos x="12" y="10"/>
                </a:cxn>
                <a:cxn ang="0">
                  <a:pos x="6" y="14"/>
                </a:cxn>
                <a:cxn ang="0">
                  <a:pos x="2" y="20"/>
                </a:cxn>
                <a:cxn ang="0">
                  <a:pos x="0" y="24"/>
                </a:cxn>
                <a:cxn ang="0">
                  <a:pos x="0" y="30"/>
                </a:cxn>
                <a:cxn ang="0">
                  <a:pos x="2" y="34"/>
                </a:cxn>
                <a:cxn ang="0">
                  <a:pos x="8" y="38"/>
                </a:cxn>
                <a:cxn ang="0">
                  <a:pos x="18" y="40"/>
                </a:cxn>
                <a:cxn ang="0">
                  <a:pos x="18" y="40"/>
                </a:cxn>
                <a:cxn ang="0">
                  <a:pos x="30" y="40"/>
                </a:cxn>
                <a:cxn ang="0">
                  <a:pos x="42" y="38"/>
                </a:cxn>
                <a:cxn ang="0">
                  <a:pos x="60" y="32"/>
                </a:cxn>
                <a:cxn ang="0">
                  <a:pos x="68" y="30"/>
                </a:cxn>
                <a:cxn ang="0">
                  <a:pos x="76" y="30"/>
                </a:cxn>
                <a:cxn ang="0">
                  <a:pos x="86" y="36"/>
                </a:cxn>
                <a:cxn ang="0">
                  <a:pos x="96" y="46"/>
                </a:cxn>
                <a:cxn ang="0">
                  <a:pos x="96" y="46"/>
                </a:cxn>
                <a:cxn ang="0">
                  <a:pos x="108" y="58"/>
                </a:cxn>
                <a:cxn ang="0">
                  <a:pos x="118" y="70"/>
                </a:cxn>
                <a:cxn ang="0">
                  <a:pos x="132" y="92"/>
                </a:cxn>
                <a:cxn ang="0">
                  <a:pos x="138" y="110"/>
                </a:cxn>
                <a:cxn ang="0">
                  <a:pos x="142" y="116"/>
                </a:cxn>
                <a:cxn ang="0">
                  <a:pos x="142" y="116"/>
                </a:cxn>
              </a:cxnLst>
              <a:rect l="0" t="0" r="0" b="0"/>
              <a:pathLst>
                <a:path w="142" h="116">
                  <a:moveTo>
                    <a:pt x="142" y="116"/>
                  </a:moveTo>
                  <a:lnTo>
                    <a:pt x="142" y="116"/>
                  </a:lnTo>
                  <a:lnTo>
                    <a:pt x="140" y="108"/>
                  </a:lnTo>
                  <a:lnTo>
                    <a:pt x="132" y="86"/>
                  </a:lnTo>
                  <a:lnTo>
                    <a:pt x="128" y="72"/>
                  </a:lnTo>
                  <a:lnTo>
                    <a:pt x="122" y="56"/>
                  </a:lnTo>
                  <a:lnTo>
                    <a:pt x="112" y="42"/>
                  </a:lnTo>
                  <a:lnTo>
                    <a:pt x="104" y="28"/>
                  </a:lnTo>
                  <a:lnTo>
                    <a:pt x="92" y="18"/>
                  </a:lnTo>
                  <a:lnTo>
                    <a:pt x="82" y="10"/>
                  </a:lnTo>
                  <a:lnTo>
                    <a:pt x="70" y="4"/>
                  </a:lnTo>
                  <a:lnTo>
                    <a:pt x="60" y="2"/>
                  </a:lnTo>
                  <a:lnTo>
                    <a:pt x="48" y="0"/>
                  </a:lnTo>
                  <a:lnTo>
                    <a:pt x="38" y="0"/>
                  </a:lnTo>
                  <a:lnTo>
                    <a:pt x="28" y="2"/>
                  </a:lnTo>
                  <a:lnTo>
                    <a:pt x="20" y="6"/>
                  </a:lnTo>
                  <a:lnTo>
                    <a:pt x="12" y="10"/>
                  </a:lnTo>
                  <a:lnTo>
                    <a:pt x="6" y="14"/>
                  </a:lnTo>
                  <a:lnTo>
                    <a:pt x="2" y="20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2" y="34"/>
                  </a:lnTo>
                  <a:lnTo>
                    <a:pt x="8" y="38"/>
                  </a:lnTo>
                  <a:lnTo>
                    <a:pt x="18" y="40"/>
                  </a:lnTo>
                  <a:lnTo>
                    <a:pt x="30" y="40"/>
                  </a:lnTo>
                  <a:lnTo>
                    <a:pt x="42" y="38"/>
                  </a:lnTo>
                  <a:lnTo>
                    <a:pt x="60" y="32"/>
                  </a:lnTo>
                  <a:lnTo>
                    <a:pt x="68" y="30"/>
                  </a:lnTo>
                  <a:lnTo>
                    <a:pt x="76" y="30"/>
                  </a:lnTo>
                  <a:lnTo>
                    <a:pt x="86" y="36"/>
                  </a:lnTo>
                  <a:lnTo>
                    <a:pt x="96" y="46"/>
                  </a:lnTo>
                  <a:lnTo>
                    <a:pt x="108" y="58"/>
                  </a:lnTo>
                  <a:lnTo>
                    <a:pt x="118" y="70"/>
                  </a:lnTo>
                  <a:lnTo>
                    <a:pt x="132" y="92"/>
                  </a:lnTo>
                  <a:lnTo>
                    <a:pt x="138" y="110"/>
                  </a:lnTo>
                  <a:lnTo>
                    <a:pt x="142" y="116"/>
                  </a:lnTo>
                  <a:close/>
                </a:path>
              </a:pathLst>
            </a:custGeom>
            <a:solidFill>
              <a:srgbClr val="129F4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54" name="Freeform 204"/>
            <p:cNvSpPr/>
            <p:nvPr/>
          </p:nvSpPr>
          <p:spPr>
            <a:xfrm>
              <a:off x="1046" y="851"/>
              <a:ext cx="80" cy="24"/>
            </a:xfrm>
            <a:custGeom>
              <a:avLst/>
              <a:gdLst/>
              <a:ahLst/>
              <a:cxnLst>
                <a:cxn ang="0">
                  <a:pos x="80" y="4"/>
                </a:cxn>
                <a:cxn ang="0">
                  <a:pos x="80" y="4"/>
                </a:cxn>
                <a:cxn ang="0">
                  <a:pos x="76" y="8"/>
                </a:cxn>
                <a:cxn ang="0">
                  <a:pos x="68" y="16"/>
                </a:cxn>
                <a:cxn ang="0">
                  <a:pos x="54" y="22"/>
                </a:cxn>
                <a:cxn ang="0">
                  <a:pos x="46" y="24"/>
                </a:cxn>
                <a:cxn ang="0">
                  <a:pos x="38" y="24"/>
                </a:cxn>
                <a:cxn ang="0">
                  <a:pos x="38" y="24"/>
                </a:cxn>
                <a:cxn ang="0">
                  <a:pos x="34" y="24"/>
                </a:cxn>
                <a:cxn ang="0">
                  <a:pos x="28" y="20"/>
                </a:cxn>
                <a:cxn ang="0">
                  <a:pos x="16" y="1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2" y="4"/>
                </a:cxn>
                <a:cxn ang="0">
                  <a:pos x="26" y="8"/>
                </a:cxn>
                <a:cxn ang="0">
                  <a:pos x="42" y="10"/>
                </a:cxn>
                <a:cxn ang="0">
                  <a:pos x="42" y="10"/>
                </a:cxn>
                <a:cxn ang="0">
                  <a:pos x="56" y="10"/>
                </a:cxn>
                <a:cxn ang="0">
                  <a:pos x="68" y="8"/>
                </a:cxn>
                <a:cxn ang="0">
                  <a:pos x="80" y="4"/>
                </a:cxn>
                <a:cxn ang="0">
                  <a:pos x="80" y="4"/>
                </a:cxn>
              </a:cxnLst>
              <a:rect l="0" t="0" r="0" b="0"/>
              <a:pathLst>
                <a:path w="80" h="24">
                  <a:moveTo>
                    <a:pt x="80" y="4"/>
                  </a:moveTo>
                  <a:lnTo>
                    <a:pt x="80" y="4"/>
                  </a:lnTo>
                  <a:lnTo>
                    <a:pt x="76" y="8"/>
                  </a:lnTo>
                  <a:lnTo>
                    <a:pt x="68" y="16"/>
                  </a:lnTo>
                  <a:lnTo>
                    <a:pt x="54" y="22"/>
                  </a:lnTo>
                  <a:lnTo>
                    <a:pt x="46" y="24"/>
                  </a:lnTo>
                  <a:lnTo>
                    <a:pt x="38" y="24"/>
                  </a:lnTo>
                  <a:lnTo>
                    <a:pt x="34" y="24"/>
                  </a:lnTo>
                  <a:lnTo>
                    <a:pt x="28" y="20"/>
                  </a:lnTo>
                  <a:lnTo>
                    <a:pt x="16" y="14"/>
                  </a:lnTo>
                  <a:lnTo>
                    <a:pt x="0" y="0"/>
                  </a:lnTo>
                  <a:lnTo>
                    <a:pt x="12" y="4"/>
                  </a:lnTo>
                  <a:lnTo>
                    <a:pt x="26" y="8"/>
                  </a:lnTo>
                  <a:lnTo>
                    <a:pt x="42" y="10"/>
                  </a:lnTo>
                  <a:lnTo>
                    <a:pt x="56" y="10"/>
                  </a:lnTo>
                  <a:lnTo>
                    <a:pt x="68" y="8"/>
                  </a:lnTo>
                  <a:lnTo>
                    <a:pt x="80" y="4"/>
                  </a:lnTo>
                  <a:close/>
                </a:path>
              </a:pathLst>
            </a:custGeom>
            <a:solidFill>
              <a:srgbClr val="7BC14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55" name="Freeform 205"/>
            <p:cNvSpPr/>
            <p:nvPr/>
          </p:nvSpPr>
          <p:spPr>
            <a:xfrm>
              <a:off x="976" y="615"/>
              <a:ext cx="280" cy="230"/>
            </a:xfrm>
            <a:custGeom>
              <a:avLst/>
              <a:gdLst/>
              <a:ahLst/>
              <a:cxnLst>
                <a:cxn ang="0">
                  <a:pos x="280" y="4"/>
                </a:cxn>
                <a:cxn ang="0">
                  <a:pos x="280" y="4"/>
                </a:cxn>
                <a:cxn ang="0">
                  <a:pos x="270" y="12"/>
                </a:cxn>
                <a:cxn ang="0">
                  <a:pos x="256" y="20"/>
                </a:cxn>
                <a:cxn ang="0">
                  <a:pos x="224" y="32"/>
                </a:cxn>
                <a:cxn ang="0">
                  <a:pos x="186" y="42"/>
                </a:cxn>
                <a:cxn ang="0">
                  <a:pos x="166" y="46"/>
                </a:cxn>
                <a:cxn ang="0">
                  <a:pos x="146" y="48"/>
                </a:cxn>
                <a:cxn ang="0">
                  <a:pos x="124" y="50"/>
                </a:cxn>
                <a:cxn ang="0">
                  <a:pos x="104" y="48"/>
                </a:cxn>
                <a:cxn ang="0">
                  <a:pos x="84" y="46"/>
                </a:cxn>
                <a:cxn ang="0">
                  <a:pos x="64" y="42"/>
                </a:cxn>
                <a:cxn ang="0">
                  <a:pos x="46" y="36"/>
                </a:cxn>
                <a:cxn ang="0">
                  <a:pos x="28" y="26"/>
                </a:cxn>
                <a:cxn ang="0">
                  <a:pos x="12" y="1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" y="18"/>
                </a:cxn>
                <a:cxn ang="0">
                  <a:pos x="30" y="58"/>
                </a:cxn>
                <a:cxn ang="0">
                  <a:pos x="40" y="82"/>
                </a:cxn>
                <a:cxn ang="0">
                  <a:pos x="48" y="106"/>
                </a:cxn>
                <a:cxn ang="0">
                  <a:pos x="54" y="130"/>
                </a:cxn>
                <a:cxn ang="0">
                  <a:pos x="56" y="142"/>
                </a:cxn>
                <a:cxn ang="0">
                  <a:pos x="56" y="150"/>
                </a:cxn>
                <a:cxn ang="0">
                  <a:pos x="56" y="150"/>
                </a:cxn>
                <a:cxn ang="0">
                  <a:pos x="56" y="168"/>
                </a:cxn>
                <a:cxn ang="0">
                  <a:pos x="56" y="178"/>
                </a:cxn>
                <a:cxn ang="0">
                  <a:pos x="58" y="186"/>
                </a:cxn>
                <a:cxn ang="0">
                  <a:pos x="62" y="196"/>
                </a:cxn>
                <a:cxn ang="0">
                  <a:pos x="68" y="204"/>
                </a:cxn>
                <a:cxn ang="0">
                  <a:pos x="78" y="214"/>
                </a:cxn>
                <a:cxn ang="0">
                  <a:pos x="94" y="222"/>
                </a:cxn>
                <a:cxn ang="0">
                  <a:pos x="94" y="222"/>
                </a:cxn>
                <a:cxn ang="0">
                  <a:pos x="106" y="228"/>
                </a:cxn>
                <a:cxn ang="0">
                  <a:pos x="120" y="230"/>
                </a:cxn>
                <a:cxn ang="0">
                  <a:pos x="136" y="228"/>
                </a:cxn>
                <a:cxn ang="0">
                  <a:pos x="152" y="224"/>
                </a:cxn>
                <a:cxn ang="0">
                  <a:pos x="168" y="214"/>
                </a:cxn>
                <a:cxn ang="0">
                  <a:pos x="186" y="198"/>
                </a:cxn>
                <a:cxn ang="0">
                  <a:pos x="204" y="174"/>
                </a:cxn>
                <a:cxn ang="0">
                  <a:pos x="224" y="146"/>
                </a:cxn>
                <a:cxn ang="0">
                  <a:pos x="224" y="146"/>
                </a:cxn>
                <a:cxn ang="0">
                  <a:pos x="242" y="114"/>
                </a:cxn>
                <a:cxn ang="0">
                  <a:pos x="254" y="86"/>
                </a:cxn>
                <a:cxn ang="0">
                  <a:pos x="264" y="62"/>
                </a:cxn>
                <a:cxn ang="0">
                  <a:pos x="272" y="42"/>
                </a:cxn>
                <a:cxn ang="0">
                  <a:pos x="278" y="14"/>
                </a:cxn>
                <a:cxn ang="0">
                  <a:pos x="280" y="4"/>
                </a:cxn>
                <a:cxn ang="0">
                  <a:pos x="280" y="4"/>
                </a:cxn>
              </a:cxnLst>
              <a:rect l="0" t="0" r="0" b="0"/>
              <a:pathLst>
                <a:path w="280" h="230">
                  <a:moveTo>
                    <a:pt x="280" y="4"/>
                  </a:moveTo>
                  <a:lnTo>
                    <a:pt x="280" y="4"/>
                  </a:lnTo>
                  <a:lnTo>
                    <a:pt x="270" y="12"/>
                  </a:lnTo>
                  <a:lnTo>
                    <a:pt x="256" y="20"/>
                  </a:lnTo>
                  <a:lnTo>
                    <a:pt x="224" y="32"/>
                  </a:lnTo>
                  <a:lnTo>
                    <a:pt x="186" y="42"/>
                  </a:lnTo>
                  <a:lnTo>
                    <a:pt x="166" y="46"/>
                  </a:lnTo>
                  <a:lnTo>
                    <a:pt x="146" y="48"/>
                  </a:lnTo>
                  <a:lnTo>
                    <a:pt x="124" y="50"/>
                  </a:lnTo>
                  <a:lnTo>
                    <a:pt x="104" y="48"/>
                  </a:lnTo>
                  <a:lnTo>
                    <a:pt x="84" y="46"/>
                  </a:lnTo>
                  <a:lnTo>
                    <a:pt x="64" y="42"/>
                  </a:lnTo>
                  <a:lnTo>
                    <a:pt x="46" y="36"/>
                  </a:lnTo>
                  <a:lnTo>
                    <a:pt x="28" y="26"/>
                  </a:lnTo>
                  <a:lnTo>
                    <a:pt x="12" y="14"/>
                  </a:lnTo>
                  <a:lnTo>
                    <a:pt x="0" y="0"/>
                  </a:lnTo>
                  <a:lnTo>
                    <a:pt x="8" y="18"/>
                  </a:lnTo>
                  <a:lnTo>
                    <a:pt x="30" y="58"/>
                  </a:lnTo>
                  <a:lnTo>
                    <a:pt x="40" y="82"/>
                  </a:lnTo>
                  <a:lnTo>
                    <a:pt x="48" y="106"/>
                  </a:lnTo>
                  <a:lnTo>
                    <a:pt x="54" y="130"/>
                  </a:lnTo>
                  <a:lnTo>
                    <a:pt x="56" y="142"/>
                  </a:lnTo>
                  <a:lnTo>
                    <a:pt x="56" y="150"/>
                  </a:lnTo>
                  <a:lnTo>
                    <a:pt x="56" y="168"/>
                  </a:lnTo>
                  <a:lnTo>
                    <a:pt x="56" y="178"/>
                  </a:lnTo>
                  <a:lnTo>
                    <a:pt x="58" y="186"/>
                  </a:lnTo>
                  <a:lnTo>
                    <a:pt x="62" y="196"/>
                  </a:lnTo>
                  <a:lnTo>
                    <a:pt x="68" y="204"/>
                  </a:lnTo>
                  <a:lnTo>
                    <a:pt x="78" y="214"/>
                  </a:lnTo>
                  <a:lnTo>
                    <a:pt x="94" y="222"/>
                  </a:lnTo>
                  <a:lnTo>
                    <a:pt x="106" y="228"/>
                  </a:lnTo>
                  <a:lnTo>
                    <a:pt x="120" y="230"/>
                  </a:lnTo>
                  <a:lnTo>
                    <a:pt x="136" y="228"/>
                  </a:lnTo>
                  <a:lnTo>
                    <a:pt x="152" y="224"/>
                  </a:lnTo>
                  <a:lnTo>
                    <a:pt x="168" y="214"/>
                  </a:lnTo>
                  <a:lnTo>
                    <a:pt x="186" y="198"/>
                  </a:lnTo>
                  <a:lnTo>
                    <a:pt x="204" y="174"/>
                  </a:lnTo>
                  <a:lnTo>
                    <a:pt x="224" y="146"/>
                  </a:lnTo>
                  <a:lnTo>
                    <a:pt x="242" y="114"/>
                  </a:lnTo>
                  <a:lnTo>
                    <a:pt x="254" y="86"/>
                  </a:lnTo>
                  <a:lnTo>
                    <a:pt x="264" y="62"/>
                  </a:lnTo>
                  <a:lnTo>
                    <a:pt x="272" y="42"/>
                  </a:lnTo>
                  <a:lnTo>
                    <a:pt x="278" y="14"/>
                  </a:lnTo>
                  <a:lnTo>
                    <a:pt x="280" y="4"/>
                  </a:lnTo>
                  <a:close/>
                </a:path>
              </a:pathLst>
            </a:custGeom>
            <a:solidFill>
              <a:srgbClr val="4BAD48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6556" name="Picture 20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0" y="631"/>
              <a:ext cx="264" cy="19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557" name="Freeform 207"/>
            <p:cNvSpPr/>
            <p:nvPr/>
          </p:nvSpPr>
          <p:spPr>
            <a:xfrm>
              <a:off x="924" y="365"/>
              <a:ext cx="154" cy="210"/>
            </a:xfrm>
            <a:custGeom>
              <a:avLst/>
              <a:gdLst/>
              <a:ahLst/>
              <a:cxnLst>
                <a:cxn ang="0">
                  <a:pos x="122" y="210"/>
                </a:cxn>
                <a:cxn ang="0">
                  <a:pos x="122" y="210"/>
                </a:cxn>
                <a:cxn ang="0">
                  <a:pos x="130" y="200"/>
                </a:cxn>
                <a:cxn ang="0">
                  <a:pos x="136" y="188"/>
                </a:cxn>
                <a:cxn ang="0">
                  <a:pos x="142" y="172"/>
                </a:cxn>
                <a:cxn ang="0">
                  <a:pos x="148" y="156"/>
                </a:cxn>
                <a:cxn ang="0">
                  <a:pos x="152" y="140"/>
                </a:cxn>
                <a:cxn ang="0">
                  <a:pos x="154" y="122"/>
                </a:cxn>
                <a:cxn ang="0">
                  <a:pos x="154" y="106"/>
                </a:cxn>
                <a:cxn ang="0">
                  <a:pos x="152" y="88"/>
                </a:cxn>
                <a:cxn ang="0">
                  <a:pos x="152" y="88"/>
                </a:cxn>
                <a:cxn ang="0">
                  <a:pos x="146" y="66"/>
                </a:cxn>
                <a:cxn ang="0">
                  <a:pos x="138" y="48"/>
                </a:cxn>
                <a:cxn ang="0">
                  <a:pos x="128" y="32"/>
                </a:cxn>
                <a:cxn ang="0">
                  <a:pos x="116" y="18"/>
                </a:cxn>
                <a:cxn ang="0">
                  <a:pos x="102" y="8"/>
                </a:cxn>
                <a:cxn ang="0">
                  <a:pos x="88" y="2"/>
                </a:cxn>
                <a:cxn ang="0">
                  <a:pos x="72" y="0"/>
                </a:cxn>
                <a:cxn ang="0">
                  <a:pos x="56" y="2"/>
                </a:cxn>
                <a:cxn ang="0">
                  <a:pos x="56" y="2"/>
                </a:cxn>
                <a:cxn ang="0">
                  <a:pos x="50" y="4"/>
                </a:cxn>
                <a:cxn ang="0">
                  <a:pos x="42" y="8"/>
                </a:cxn>
                <a:cxn ang="0">
                  <a:pos x="30" y="18"/>
                </a:cxn>
                <a:cxn ang="0">
                  <a:pos x="20" y="32"/>
                </a:cxn>
                <a:cxn ang="0">
                  <a:pos x="10" y="50"/>
                </a:cxn>
                <a:cxn ang="0">
                  <a:pos x="4" y="70"/>
                </a:cxn>
                <a:cxn ang="0">
                  <a:pos x="0" y="90"/>
                </a:cxn>
                <a:cxn ang="0">
                  <a:pos x="0" y="114"/>
                </a:cxn>
                <a:cxn ang="0">
                  <a:pos x="2" y="136"/>
                </a:cxn>
                <a:cxn ang="0">
                  <a:pos x="2" y="136"/>
                </a:cxn>
                <a:cxn ang="0">
                  <a:pos x="6" y="158"/>
                </a:cxn>
                <a:cxn ang="0">
                  <a:pos x="14" y="178"/>
                </a:cxn>
                <a:cxn ang="0">
                  <a:pos x="24" y="196"/>
                </a:cxn>
                <a:cxn ang="0">
                  <a:pos x="36" y="210"/>
                </a:cxn>
                <a:cxn ang="0">
                  <a:pos x="36" y="210"/>
                </a:cxn>
                <a:cxn ang="0">
                  <a:pos x="46" y="206"/>
                </a:cxn>
                <a:cxn ang="0">
                  <a:pos x="58" y="200"/>
                </a:cxn>
                <a:cxn ang="0">
                  <a:pos x="72" y="198"/>
                </a:cxn>
                <a:cxn ang="0">
                  <a:pos x="86" y="200"/>
                </a:cxn>
                <a:cxn ang="0">
                  <a:pos x="86" y="200"/>
                </a:cxn>
                <a:cxn ang="0">
                  <a:pos x="104" y="204"/>
                </a:cxn>
                <a:cxn ang="0">
                  <a:pos x="116" y="208"/>
                </a:cxn>
                <a:cxn ang="0">
                  <a:pos x="122" y="210"/>
                </a:cxn>
                <a:cxn ang="0">
                  <a:pos x="122" y="210"/>
                </a:cxn>
                <a:cxn ang="0">
                  <a:pos x="122" y="210"/>
                </a:cxn>
                <a:cxn ang="0">
                  <a:pos x="122" y="210"/>
                </a:cxn>
              </a:cxnLst>
              <a:rect l="0" t="0" r="0" b="0"/>
              <a:pathLst>
                <a:path w="154" h="210">
                  <a:moveTo>
                    <a:pt x="122" y="210"/>
                  </a:moveTo>
                  <a:lnTo>
                    <a:pt x="122" y="210"/>
                  </a:lnTo>
                  <a:lnTo>
                    <a:pt x="130" y="200"/>
                  </a:lnTo>
                  <a:lnTo>
                    <a:pt x="136" y="188"/>
                  </a:lnTo>
                  <a:lnTo>
                    <a:pt x="142" y="172"/>
                  </a:lnTo>
                  <a:lnTo>
                    <a:pt x="148" y="156"/>
                  </a:lnTo>
                  <a:lnTo>
                    <a:pt x="152" y="140"/>
                  </a:lnTo>
                  <a:lnTo>
                    <a:pt x="154" y="122"/>
                  </a:lnTo>
                  <a:lnTo>
                    <a:pt x="154" y="106"/>
                  </a:lnTo>
                  <a:lnTo>
                    <a:pt x="152" y="88"/>
                  </a:lnTo>
                  <a:lnTo>
                    <a:pt x="146" y="66"/>
                  </a:lnTo>
                  <a:lnTo>
                    <a:pt x="138" y="48"/>
                  </a:lnTo>
                  <a:lnTo>
                    <a:pt x="128" y="32"/>
                  </a:lnTo>
                  <a:lnTo>
                    <a:pt x="116" y="18"/>
                  </a:lnTo>
                  <a:lnTo>
                    <a:pt x="102" y="8"/>
                  </a:lnTo>
                  <a:lnTo>
                    <a:pt x="88" y="2"/>
                  </a:lnTo>
                  <a:lnTo>
                    <a:pt x="72" y="0"/>
                  </a:lnTo>
                  <a:lnTo>
                    <a:pt x="56" y="2"/>
                  </a:lnTo>
                  <a:lnTo>
                    <a:pt x="50" y="4"/>
                  </a:lnTo>
                  <a:lnTo>
                    <a:pt x="42" y="8"/>
                  </a:lnTo>
                  <a:lnTo>
                    <a:pt x="30" y="18"/>
                  </a:lnTo>
                  <a:lnTo>
                    <a:pt x="20" y="32"/>
                  </a:lnTo>
                  <a:lnTo>
                    <a:pt x="10" y="50"/>
                  </a:lnTo>
                  <a:lnTo>
                    <a:pt x="4" y="70"/>
                  </a:lnTo>
                  <a:lnTo>
                    <a:pt x="0" y="90"/>
                  </a:lnTo>
                  <a:lnTo>
                    <a:pt x="0" y="114"/>
                  </a:lnTo>
                  <a:lnTo>
                    <a:pt x="2" y="136"/>
                  </a:lnTo>
                  <a:lnTo>
                    <a:pt x="6" y="158"/>
                  </a:lnTo>
                  <a:lnTo>
                    <a:pt x="14" y="178"/>
                  </a:lnTo>
                  <a:lnTo>
                    <a:pt x="24" y="196"/>
                  </a:lnTo>
                  <a:lnTo>
                    <a:pt x="36" y="210"/>
                  </a:lnTo>
                  <a:lnTo>
                    <a:pt x="46" y="206"/>
                  </a:lnTo>
                  <a:lnTo>
                    <a:pt x="58" y="200"/>
                  </a:lnTo>
                  <a:lnTo>
                    <a:pt x="72" y="198"/>
                  </a:lnTo>
                  <a:lnTo>
                    <a:pt x="86" y="200"/>
                  </a:lnTo>
                  <a:lnTo>
                    <a:pt x="104" y="204"/>
                  </a:lnTo>
                  <a:lnTo>
                    <a:pt x="116" y="208"/>
                  </a:lnTo>
                  <a:lnTo>
                    <a:pt x="122" y="210"/>
                  </a:lnTo>
                  <a:close/>
                </a:path>
              </a:pathLst>
            </a:custGeom>
            <a:solidFill>
              <a:srgbClr val="ACD037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58" name="Freeform 208"/>
            <p:cNvSpPr/>
            <p:nvPr/>
          </p:nvSpPr>
          <p:spPr>
            <a:xfrm>
              <a:off x="924" y="369"/>
              <a:ext cx="136" cy="206"/>
            </a:xfrm>
            <a:custGeom>
              <a:avLst/>
              <a:gdLst/>
              <a:ahLst/>
              <a:cxnLst>
                <a:cxn ang="0">
                  <a:pos x="52" y="2"/>
                </a:cxn>
                <a:cxn ang="0">
                  <a:pos x="52" y="2"/>
                </a:cxn>
                <a:cxn ang="0">
                  <a:pos x="64" y="0"/>
                </a:cxn>
                <a:cxn ang="0">
                  <a:pos x="78" y="4"/>
                </a:cxn>
                <a:cxn ang="0">
                  <a:pos x="90" y="12"/>
                </a:cxn>
                <a:cxn ang="0">
                  <a:pos x="102" y="22"/>
                </a:cxn>
                <a:cxn ang="0">
                  <a:pos x="114" y="36"/>
                </a:cxn>
                <a:cxn ang="0">
                  <a:pos x="122" y="54"/>
                </a:cxn>
                <a:cxn ang="0">
                  <a:pos x="130" y="74"/>
                </a:cxn>
                <a:cxn ang="0">
                  <a:pos x="134" y="96"/>
                </a:cxn>
                <a:cxn ang="0">
                  <a:pos x="134" y="96"/>
                </a:cxn>
                <a:cxn ang="0">
                  <a:pos x="136" y="112"/>
                </a:cxn>
                <a:cxn ang="0">
                  <a:pos x="136" y="128"/>
                </a:cxn>
                <a:cxn ang="0">
                  <a:pos x="136" y="142"/>
                </a:cxn>
                <a:cxn ang="0">
                  <a:pos x="134" y="156"/>
                </a:cxn>
                <a:cxn ang="0">
                  <a:pos x="130" y="170"/>
                </a:cxn>
                <a:cxn ang="0">
                  <a:pos x="126" y="182"/>
                </a:cxn>
                <a:cxn ang="0">
                  <a:pos x="122" y="194"/>
                </a:cxn>
                <a:cxn ang="0">
                  <a:pos x="116" y="204"/>
                </a:cxn>
                <a:cxn ang="0">
                  <a:pos x="116" y="204"/>
                </a:cxn>
                <a:cxn ang="0">
                  <a:pos x="104" y="200"/>
                </a:cxn>
                <a:cxn ang="0">
                  <a:pos x="86" y="196"/>
                </a:cxn>
                <a:cxn ang="0">
                  <a:pos x="86" y="196"/>
                </a:cxn>
                <a:cxn ang="0">
                  <a:pos x="72" y="194"/>
                </a:cxn>
                <a:cxn ang="0">
                  <a:pos x="58" y="198"/>
                </a:cxn>
                <a:cxn ang="0">
                  <a:pos x="44" y="202"/>
                </a:cxn>
                <a:cxn ang="0">
                  <a:pos x="34" y="206"/>
                </a:cxn>
                <a:cxn ang="0">
                  <a:pos x="34" y="206"/>
                </a:cxn>
                <a:cxn ang="0">
                  <a:pos x="22" y="192"/>
                </a:cxn>
                <a:cxn ang="0">
                  <a:pos x="14" y="174"/>
                </a:cxn>
                <a:cxn ang="0">
                  <a:pos x="6" y="154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08"/>
                </a:cxn>
                <a:cxn ang="0">
                  <a:pos x="0" y="86"/>
                </a:cxn>
                <a:cxn ang="0">
                  <a:pos x="4" y="66"/>
                </a:cxn>
                <a:cxn ang="0">
                  <a:pos x="10" y="46"/>
                </a:cxn>
                <a:cxn ang="0">
                  <a:pos x="18" y="30"/>
                </a:cxn>
                <a:cxn ang="0">
                  <a:pos x="26" y="18"/>
                </a:cxn>
                <a:cxn ang="0">
                  <a:pos x="38" y="8"/>
                </a:cxn>
                <a:cxn ang="0">
                  <a:pos x="52" y="2"/>
                </a:cxn>
                <a:cxn ang="0">
                  <a:pos x="52" y="2"/>
                </a:cxn>
              </a:cxnLst>
              <a:rect l="0" t="0" r="0" b="0"/>
              <a:pathLst>
                <a:path w="136" h="206">
                  <a:moveTo>
                    <a:pt x="52" y="2"/>
                  </a:moveTo>
                  <a:lnTo>
                    <a:pt x="52" y="2"/>
                  </a:lnTo>
                  <a:lnTo>
                    <a:pt x="64" y="0"/>
                  </a:lnTo>
                  <a:lnTo>
                    <a:pt x="78" y="4"/>
                  </a:lnTo>
                  <a:lnTo>
                    <a:pt x="90" y="12"/>
                  </a:lnTo>
                  <a:lnTo>
                    <a:pt x="102" y="22"/>
                  </a:lnTo>
                  <a:lnTo>
                    <a:pt x="114" y="36"/>
                  </a:lnTo>
                  <a:lnTo>
                    <a:pt x="122" y="54"/>
                  </a:lnTo>
                  <a:lnTo>
                    <a:pt x="130" y="74"/>
                  </a:lnTo>
                  <a:lnTo>
                    <a:pt x="134" y="96"/>
                  </a:lnTo>
                  <a:lnTo>
                    <a:pt x="136" y="112"/>
                  </a:lnTo>
                  <a:lnTo>
                    <a:pt x="136" y="128"/>
                  </a:lnTo>
                  <a:lnTo>
                    <a:pt x="136" y="142"/>
                  </a:lnTo>
                  <a:lnTo>
                    <a:pt x="134" y="156"/>
                  </a:lnTo>
                  <a:lnTo>
                    <a:pt x="130" y="170"/>
                  </a:lnTo>
                  <a:lnTo>
                    <a:pt x="126" y="182"/>
                  </a:lnTo>
                  <a:lnTo>
                    <a:pt x="122" y="194"/>
                  </a:lnTo>
                  <a:lnTo>
                    <a:pt x="116" y="204"/>
                  </a:lnTo>
                  <a:lnTo>
                    <a:pt x="104" y="200"/>
                  </a:lnTo>
                  <a:lnTo>
                    <a:pt x="86" y="196"/>
                  </a:lnTo>
                  <a:lnTo>
                    <a:pt x="72" y="194"/>
                  </a:lnTo>
                  <a:lnTo>
                    <a:pt x="58" y="198"/>
                  </a:lnTo>
                  <a:lnTo>
                    <a:pt x="44" y="202"/>
                  </a:lnTo>
                  <a:lnTo>
                    <a:pt x="34" y="206"/>
                  </a:lnTo>
                  <a:lnTo>
                    <a:pt x="22" y="192"/>
                  </a:lnTo>
                  <a:lnTo>
                    <a:pt x="14" y="174"/>
                  </a:lnTo>
                  <a:lnTo>
                    <a:pt x="6" y="154"/>
                  </a:lnTo>
                  <a:lnTo>
                    <a:pt x="2" y="132"/>
                  </a:lnTo>
                  <a:lnTo>
                    <a:pt x="0" y="108"/>
                  </a:lnTo>
                  <a:lnTo>
                    <a:pt x="0" y="86"/>
                  </a:lnTo>
                  <a:lnTo>
                    <a:pt x="4" y="66"/>
                  </a:lnTo>
                  <a:lnTo>
                    <a:pt x="10" y="46"/>
                  </a:lnTo>
                  <a:lnTo>
                    <a:pt x="18" y="30"/>
                  </a:lnTo>
                  <a:lnTo>
                    <a:pt x="26" y="18"/>
                  </a:lnTo>
                  <a:lnTo>
                    <a:pt x="38" y="8"/>
                  </a:lnTo>
                  <a:lnTo>
                    <a:pt x="52" y="2"/>
                  </a:lnTo>
                  <a:close/>
                </a:path>
              </a:pathLst>
            </a:custGeom>
            <a:solidFill>
              <a:srgbClr val="129F4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59" name="Freeform 209"/>
            <p:cNvSpPr/>
            <p:nvPr/>
          </p:nvSpPr>
          <p:spPr>
            <a:xfrm>
              <a:off x="932" y="381"/>
              <a:ext cx="120" cy="190"/>
            </a:xfrm>
            <a:custGeom>
              <a:avLst/>
              <a:gdLst/>
              <a:ahLst/>
              <a:cxnLst>
                <a:cxn ang="0">
                  <a:pos x="48" y="0"/>
                </a:cxn>
                <a:cxn ang="0">
                  <a:pos x="48" y="0"/>
                </a:cxn>
                <a:cxn ang="0">
                  <a:pos x="60" y="2"/>
                </a:cxn>
                <a:cxn ang="0">
                  <a:pos x="72" y="6"/>
                </a:cxn>
                <a:cxn ang="0">
                  <a:pos x="82" y="14"/>
                </a:cxn>
                <a:cxn ang="0">
                  <a:pos x="92" y="26"/>
                </a:cxn>
                <a:cxn ang="0">
                  <a:pos x="102" y="40"/>
                </a:cxn>
                <a:cxn ang="0">
                  <a:pos x="110" y="56"/>
                </a:cxn>
                <a:cxn ang="0">
                  <a:pos x="114" y="74"/>
                </a:cxn>
                <a:cxn ang="0">
                  <a:pos x="118" y="94"/>
                </a:cxn>
                <a:cxn ang="0">
                  <a:pos x="118" y="94"/>
                </a:cxn>
                <a:cxn ang="0">
                  <a:pos x="120" y="122"/>
                </a:cxn>
                <a:cxn ang="0">
                  <a:pos x="116" y="148"/>
                </a:cxn>
                <a:cxn ang="0">
                  <a:pos x="108" y="170"/>
                </a:cxn>
                <a:cxn ang="0">
                  <a:pos x="104" y="180"/>
                </a:cxn>
                <a:cxn ang="0">
                  <a:pos x="98" y="188"/>
                </a:cxn>
                <a:cxn ang="0">
                  <a:pos x="98" y="188"/>
                </a:cxn>
                <a:cxn ang="0">
                  <a:pos x="78" y="184"/>
                </a:cxn>
                <a:cxn ang="0">
                  <a:pos x="78" y="184"/>
                </a:cxn>
                <a:cxn ang="0">
                  <a:pos x="66" y="182"/>
                </a:cxn>
                <a:cxn ang="0">
                  <a:pos x="56" y="184"/>
                </a:cxn>
                <a:cxn ang="0">
                  <a:pos x="44" y="186"/>
                </a:cxn>
                <a:cxn ang="0">
                  <a:pos x="34" y="190"/>
                </a:cxn>
                <a:cxn ang="0">
                  <a:pos x="34" y="190"/>
                </a:cxn>
                <a:cxn ang="0">
                  <a:pos x="22" y="176"/>
                </a:cxn>
                <a:cxn ang="0">
                  <a:pos x="12" y="158"/>
                </a:cxn>
                <a:cxn ang="0">
                  <a:pos x="6" y="136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90"/>
                </a:cxn>
                <a:cxn ang="0">
                  <a:pos x="0" y="70"/>
                </a:cxn>
                <a:cxn ang="0">
                  <a:pos x="4" y="52"/>
                </a:cxn>
                <a:cxn ang="0">
                  <a:pos x="10" y="36"/>
                </a:cxn>
                <a:cxn ang="0">
                  <a:pos x="16" y="22"/>
                </a:cxn>
                <a:cxn ang="0">
                  <a:pos x="26" y="12"/>
                </a:cxn>
                <a:cxn ang="0">
                  <a:pos x="36" y="4"/>
                </a:cxn>
                <a:cxn ang="0">
                  <a:pos x="48" y="0"/>
                </a:cxn>
                <a:cxn ang="0">
                  <a:pos x="48" y="0"/>
                </a:cxn>
              </a:cxnLst>
              <a:rect l="0" t="0" r="0" b="0"/>
              <a:pathLst>
                <a:path w="120" h="190">
                  <a:moveTo>
                    <a:pt x="48" y="0"/>
                  </a:moveTo>
                  <a:lnTo>
                    <a:pt x="48" y="0"/>
                  </a:lnTo>
                  <a:lnTo>
                    <a:pt x="60" y="2"/>
                  </a:lnTo>
                  <a:lnTo>
                    <a:pt x="72" y="6"/>
                  </a:lnTo>
                  <a:lnTo>
                    <a:pt x="82" y="14"/>
                  </a:lnTo>
                  <a:lnTo>
                    <a:pt x="92" y="26"/>
                  </a:lnTo>
                  <a:lnTo>
                    <a:pt x="102" y="40"/>
                  </a:lnTo>
                  <a:lnTo>
                    <a:pt x="110" y="56"/>
                  </a:lnTo>
                  <a:lnTo>
                    <a:pt x="114" y="74"/>
                  </a:lnTo>
                  <a:lnTo>
                    <a:pt x="118" y="94"/>
                  </a:lnTo>
                  <a:lnTo>
                    <a:pt x="120" y="122"/>
                  </a:lnTo>
                  <a:lnTo>
                    <a:pt x="116" y="148"/>
                  </a:lnTo>
                  <a:lnTo>
                    <a:pt x="108" y="170"/>
                  </a:lnTo>
                  <a:lnTo>
                    <a:pt x="104" y="180"/>
                  </a:lnTo>
                  <a:lnTo>
                    <a:pt x="98" y="188"/>
                  </a:lnTo>
                  <a:lnTo>
                    <a:pt x="78" y="184"/>
                  </a:lnTo>
                  <a:lnTo>
                    <a:pt x="66" y="182"/>
                  </a:lnTo>
                  <a:lnTo>
                    <a:pt x="56" y="184"/>
                  </a:lnTo>
                  <a:lnTo>
                    <a:pt x="44" y="186"/>
                  </a:lnTo>
                  <a:lnTo>
                    <a:pt x="34" y="190"/>
                  </a:lnTo>
                  <a:lnTo>
                    <a:pt x="22" y="176"/>
                  </a:lnTo>
                  <a:lnTo>
                    <a:pt x="12" y="158"/>
                  </a:lnTo>
                  <a:lnTo>
                    <a:pt x="6" y="136"/>
                  </a:lnTo>
                  <a:lnTo>
                    <a:pt x="0" y="110"/>
                  </a:lnTo>
                  <a:lnTo>
                    <a:pt x="0" y="90"/>
                  </a:lnTo>
                  <a:lnTo>
                    <a:pt x="0" y="70"/>
                  </a:lnTo>
                  <a:lnTo>
                    <a:pt x="4" y="52"/>
                  </a:lnTo>
                  <a:lnTo>
                    <a:pt x="10" y="36"/>
                  </a:lnTo>
                  <a:lnTo>
                    <a:pt x="16" y="22"/>
                  </a:lnTo>
                  <a:lnTo>
                    <a:pt x="26" y="12"/>
                  </a:lnTo>
                  <a:lnTo>
                    <a:pt x="36" y="4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60" name="Freeform 210"/>
            <p:cNvSpPr/>
            <p:nvPr/>
          </p:nvSpPr>
          <p:spPr>
            <a:xfrm>
              <a:off x="932" y="381"/>
              <a:ext cx="118" cy="124"/>
            </a:xfrm>
            <a:custGeom>
              <a:avLst/>
              <a:gdLst/>
              <a:ahLst/>
              <a:cxnLst>
                <a:cxn ang="0">
                  <a:pos x="50" y="18"/>
                </a:cxn>
                <a:cxn ang="0">
                  <a:pos x="50" y="18"/>
                </a:cxn>
                <a:cxn ang="0">
                  <a:pos x="38" y="22"/>
                </a:cxn>
                <a:cxn ang="0">
                  <a:pos x="28" y="30"/>
                </a:cxn>
                <a:cxn ang="0">
                  <a:pos x="20" y="40"/>
                </a:cxn>
                <a:cxn ang="0">
                  <a:pos x="12" y="52"/>
                </a:cxn>
                <a:cxn ang="0">
                  <a:pos x="8" y="68"/>
                </a:cxn>
                <a:cxn ang="0">
                  <a:pos x="4" y="86"/>
                </a:cxn>
                <a:cxn ang="0">
                  <a:pos x="2" y="104"/>
                </a:cxn>
                <a:cxn ang="0">
                  <a:pos x="2" y="124"/>
                </a:cxn>
                <a:cxn ang="0">
                  <a:pos x="2" y="124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90"/>
                </a:cxn>
                <a:cxn ang="0">
                  <a:pos x="0" y="70"/>
                </a:cxn>
                <a:cxn ang="0">
                  <a:pos x="4" y="52"/>
                </a:cxn>
                <a:cxn ang="0">
                  <a:pos x="10" y="36"/>
                </a:cxn>
                <a:cxn ang="0">
                  <a:pos x="16" y="22"/>
                </a:cxn>
                <a:cxn ang="0">
                  <a:pos x="26" y="12"/>
                </a:cxn>
                <a:cxn ang="0">
                  <a:pos x="36" y="4"/>
                </a:cxn>
                <a:cxn ang="0">
                  <a:pos x="48" y="0"/>
                </a:cxn>
                <a:cxn ang="0">
                  <a:pos x="48" y="0"/>
                </a:cxn>
                <a:cxn ang="0">
                  <a:pos x="60" y="2"/>
                </a:cxn>
                <a:cxn ang="0">
                  <a:pos x="72" y="6"/>
                </a:cxn>
                <a:cxn ang="0">
                  <a:pos x="82" y="14"/>
                </a:cxn>
                <a:cxn ang="0">
                  <a:pos x="92" y="26"/>
                </a:cxn>
                <a:cxn ang="0">
                  <a:pos x="102" y="40"/>
                </a:cxn>
                <a:cxn ang="0">
                  <a:pos x="110" y="56"/>
                </a:cxn>
                <a:cxn ang="0">
                  <a:pos x="114" y="74"/>
                </a:cxn>
                <a:cxn ang="0">
                  <a:pos x="118" y="94"/>
                </a:cxn>
                <a:cxn ang="0">
                  <a:pos x="118" y="94"/>
                </a:cxn>
                <a:cxn ang="0">
                  <a:pos x="118" y="100"/>
                </a:cxn>
                <a:cxn ang="0">
                  <a:pos x="118" y="100"/>
                </a:cxn>
                <a:cxn ang="0">
                  <a:pos x="114" y="82"/>
                </a:cxn>
                <a:cxn ang="0">
                  <a:pos x="108" y="66"/>
                </a:cxn>
                <a:cxn ang="0">
                  <a:pos x="100" y="52"/>
                </a:cxn>
                <a:cxn ang="0">
                  <a:pos x="92" y="40"/>
                </a:cxn>
                <a:cxn ang="0">
                  <a:pos x="82" y="30"/>
                </a:cxn>
                <a:cxn ang="0">
                  <a:pos x="72" y="22"/>
                </a:cxn>
                <a:cxn ang="0">
                  <a:pos x="62" y="20"/>
                </a:cxn>
                <a:cxn ang="0">
                  <a:pos x="50" y="18"/>
                </a:cxn>
                <a:cxn ang="0">
                  <a:pos x="50" y="18"/>
                </a:cxn>
              </a:cxnLst>
              <a:rect l="0" t="0" r="0" b="0"/>
              <a:pathLst>
                <a:path w="118" h="124">
                  <a:moveTo>
                    <a:pt x="50" y="18"/>
                  </a:moveTo>
                  <a:lnTo>
                    <a:pt x="50" y="18"/>
                  </a:lnTo>
                  <a:lnTo>
                    <a:pt x="38" y="22"/>
                  </a:lnTo>
                  <a:lnTo>
                    <a:pt x="28" y="30"/>
                  </a:lnTo>
                  <a:lnTo>
                    <a:pt x="20" y="40"/>
                  </a:lnTo>
                  <a:lnTo>
                    <a:pt x="12" y="52"/>
                  </a:lnTo>
                  <a:lnTo>
                    <a:pt x="8" y="68"/>
                  </a:lnTo>
                  <a:lnTo>
                    <a:pt x="4" y="86"/>
                  </a:lnTo>
                  <a:lnTo>
                    <a:pt x="2" y="104"/>
                  </a:lnTo>
                  <a:lnTo>
                    <a:pt x="2" y="124"/>
                  </a:lnTo>
                  <a:lnTo>
                    <a:pt x="0" y="110"/>
                  </a:lnTo>
                  <a:lnTo>
                    <a:pt x="0" y="90"/>
                  </a:lnTo>
                  <a:lnTo>
                    <a:pt x="0" y="70"/>
                  </a:lnTo>
                  <a:lnTo>
                    <a:pt x="4" y="52"/>
                  </a:lnTo>
                  <a:lnTo>
                    <a:pt x="10" y="36"/>
                  </a:lnTo>
                  <a:lnTo>
                    <a:pt x="16" y="22"/>
                  </a:lnTo>
                  <a:lnTo>
                    <a:pt x="26" y="12"/>
                  </a:lnTo>
                  <a:lnTo>
                    <a:pt x="36" y="4"/>
                  </a:lnTo>
                  <a:lnTo>
                    <a:pt x="48" y="0"/>
                  </a:lnTo>
                  <a:lnTo>
                    <a:pt x="60" y="2"/>
                  </a:lnTo>
                  <a:lnTo>
                    <a:pt x="72" y="6"/>
                  </a:lnTo>
                  <a:lnTo>
                    <a:pt x="82" y="14"/>
                  </a:lnTo>
                  <a:lnTo>
                    <a:pt x="92" y="26"/>
                  </a:lnTo>
                  <a:lnTo>
                    <a:pt x="102" y="40"/>
                  </a:lnTo>
                  <a:lnTo>
                    <a:pt x="110" y="56"/>
                  </a:lnTo>
                  <a:lnTo>
                    <a:pt x="114" y="74"/>
                  </a:lnTo>
                  <a:lnTo>
                    <a:pt x="118" y="94"/>
                  </a:lnTo>
                  <a:lnTo>
                    <a:pt x="118" y="100"/>
                  </a:lnTo>
                  <a:lnTo>
                    <a:pt x="114" y="82"/>
                  </a:lnTo>
                  <a:lnTo>
                    <a:pt x="108" y="66"/>
                  </a:lnTo>
                  <a:lnTo>
                    <a:pt x="100" y="52"/>
                  </a:lnTo>
                  <a:lnTo>
                    <a:pt x="92" y="40"/>
                  </a:lnTo>
                  <a:lnTo>
                    <a:pt x="82" y="30"/>
                  </a:lnTo>
                  <a:lnTo>
                    <a:pt x="72" y="22"/>
                  </a:lnTo>
                  <a:lnTo>
                    <a:pt x="62" y="20"/>
                  </a:lnTo>
                  <a:lnTo>
                    <a:pt x="50" y="18"/>
                  </a:lnTo>
                  <a:close/>
                </a:path>
              </a:pathLst>
            </a:custGeom>
            <a:solidFill>
              <a:srgbClr val="E7E8E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61" name="Freeform 211"/>
            <p:cNvSpPr/>
            <p:nvPr/>
          </p:nvSpPr>
          <p:spPr>
            <a:xfrm>
              <a:off x="938" y="439"/>
              <a:ext cx="96" cy="126"/>
            </a:xfrm>
            <a:custGeom>
              <a:avLst/>
              <a:gdLst/>
              <a:ahLst/>
              <a:cxnLst>
                <a:cxn ang="0">
                  <a:pos x="0" y="64"/>
                </a:cxn>
                <a:cxn ang="0">
                  <a:pos x="0" y="64"/>
                </a:cxn>
                <a:cxn ang="0">
                  <a:pos x="2" y="78"/>
                </a:cxn>
                <a:cxn ang="0">
                  <a:pos x="6" y="90"/>
                </a:cxn>
                <a:cxn ang="0">
                  <a:pos x="10" y="100"/>
                </a:cxn>
                <a:cxn ang="0">
                  <a:pos x="16" y="110"/>
                </a:cxn>
                <a:cxn ang="0">
                  <a:pos x="24" y="116"/>
                </a:cxn>
                <a:cxn ang="0">
                  <a:pos x="32" y="122"/>
                </a:cxn>
                <a:cxn ang="0">
                  <a:pos x="40" y="126"/>
                </a:cxn>
                <a:cxn ang="0">
                  <a:pos x="50" y="126"/>
                </a:cxn>
                <a:cxn ang="0">
                  <a:pos x="50" y="126"/>
                </a:cxn>
                <a:cxn ang="0">
                  <a:pos x="60" y="126"/>
                </a:cxn>
                <a:cxn ang="0">
                  <a:pos x="68" y="122"/>
                </a:cxn>
                <a:cxn ang="0">
                  <a:pos x="76" y="116"/>
                </a:cxn>
                <a:cxn ang="0">
                  <a:pos x="82" y="108"/>
                </a:cxn>
                <a:cxn ang="0">
                  <a:pos x="88" y="98"/>
                </a:cxn>
                <a:cxn ang="0">
                  <a:pos x="92" y="86"/>
                </a:cxn>
                <a:cxn ang="0">
                  <a:pos x="94" y="74"/>
                </a:cxn>
                <a:cxn ang="0">
                  <a:pos x="96" y="62"/>
                </a:cxn>
                <a:cxn ang="0">
                  <a:pos x="96" y="62"/>
                </a:cxn>
                <a:cxn ang="0">
                  <a:pos x="94" y="50"/>
                </a:cxn>
                <a:cxn ang="0">
                  <a:pos x="90" y="38"/>
                </a:cxn>
                <a:cxn ang="0">
                  <a:pos x="86" y="26"/>
                </a:cxn>
                <a:cxn ang="0">
                  <a:pos x="80" y="18"/>
                </a:cxn>
                <a:cxn ang="0">
                  <a:pos x="72" y="10"/>
                </a:cxn>
                <a:cxn ang="0">
                  <a:pos x="64" y="4"/>
                </a:cxn>
                <a:cxn ang="0">
                  <a:pos x="56" y="0"/>
                </a:cxn>
                <a:cxn ang="0">
                  <a:pos x="46" y="0"/>
                </a:cxn>
                <a:cxn ang="0">
                  <a:pos x="46" y="0"/>
                </a:cxn>
                <a:cxn ang="0">
                  <a:pos x="36" y="2"/>
                </a:cxn>
                <a:cxn ang="0">
                  <a:pos x="28" y="6"/>
                </a:cxn>
                <a:cxn ang="0">
                  <a:pos x="20" y="12"/>
                </a:cxn>
                <a:cxn ang="0">
                  <a:pos x="14" y="20"/>
                </a:cxn>
                <a:cxn ang="0">
                  <a:pos x="8" y="28"/>
                </a:cxn>
                <a:cxn ang="0">
                  <a:pos x="4" y="40"/>
                </a:cxn>
                <a:cxn ang="0">
                  <a:pos x="2" y="52"/>
                </a:cxn>
                <a:cxn ang="0">
                  <a:pos x="0" y="64"/>
                </a:cxn>
                <a:cxn ang="0">
                  <a:pos x="0" y="64"/>
                </a:cxn>
              </a:cxnLst>
              <a:rect l="0" t="0" r="0" b="0"/>
              <a:pathLst>
                <a:path w="96" h="126">
                  <a:moveTo>
                    <a:pt x="0" y="64"/>
                  </a:moveTo>
                  <a:lnTo>
                    <a:pt x="0" y="64"/>
                  </a:lnTo>
                  <a:lnTo>
                    <a:pt x="2" y="78"/>
                  </a:lnTo>
                  <a:lnTo>
                    <a:pt x="6" y="90"/>
                  </a:lnTo>
                  <a:lnTo>
                    <a:pt x="10" y="100"/>
                  </a:lnTo>
                  <a:lnTo>
                    <a:pt x="16" y="110"/>
                  </a:lnTo>
                  <a:lnTo>
                    <a:pt x="24" y="116"/>
                  </a:lnTo>
                  <a:lnTo>
                    <a:pt x="32" y="122"/>
                  </a:lnTo>
                  <a:lnTo>
                    <a:pt x="40" y="126"/>
                  </a:lnTo>
                  <a:lnTo>
                    <a:pt x="50" y="126"/>
                  </a:lnTo>
                  <a:lnTo>
                    <a:pt x="60" y="126"/>
                  </a:lnTo>
                  <a:lnTo>
                    <a:pt x="68" y="122"/>
                  </a:lnTo>
                  <a:lnTo>
                    <a:pt x="76" y="116"/>
                  </a:lnTo>
                  <a:lnTo>
                    <a:pt x="82" y="108"/>
                  </a:lnTo>
                  <a:lnTo>
                    <a:pt x="88" y="98"/>
                  </a:lnTo>
                  <a:lnTo>
                    <a:pt x="92" y="86"/>
                  </a:lnTo>
                  <a:lnTo>
                    <a:pt x="94" y="74"/>
                  </a:lnTo>
                  <a:lnTo>
                    <a:pt x="96" y="62"/>
                  </a:lnTo>
                  <a:lnTo>
                    <a:pt x="94" y="50"/>
                  </a:lnTo>
                  <a:lnTo>
                    <a:pt x="90" y="38"/>
                  </a:lnTo>
                  <a:lnTo>
                    <a:pt x="86" y="26"/>
                  </a:lnTo>
                  <a:lnTo>
                    <a:pt x="80" y="18"/>
                  </a:lnTo>
                  <a:lnTo>
                    <a:pt x="72" y="10"/>
                  </a:lnTo>
                  <a:lnTo>
                    <a:pt x="64" y="4"/>
                  </a:lnTo>
                  <a:lnTo>
                    <a:pt x="56" y="0"/>
                  </a:lnTo>
                  <a:lnTo>
                    <a:pt x="46" y="0"/>
                  </a:lnTo>
                  <a:lnTo>
                    <a:pt x="36" y="2"/>
                  </a:lnTo>
                  <a:lnTo>
                    <a:pt x="28" y="6"/>
                  </a:lnTo>
                  <a:lnTo>
                    <a:pt x="20" y="12"/>
                  </a:lnTo>
                  <a:lnTo>
                    <a:pt x="14" y="20"/>
                  </a:lnTo>
                  <a:lnTo>
                    <a:pt x="8" y="28"/>
                  </a:lnTo>
                  <a:lnTo>
                    <a:pt x="4" y="40"/>
                  </a:lnTo>
                  <a:lnTo>
                    <a:pt x="2" y="52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0079C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62" name="Freeform 212"/>
            <p:cNvSpPr/>
            <p:nvPr/>
          </p:nvSpPr>
          <p:spPr>
            <a:xfrm>
              <a:off x="944" y="451"/>
              <a:ext cx="76" cy="106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0" y="54"/>
                </a:cxn>
                <a:cxn ang="0">
                  <a:pos x="2" y="66"/>
                </a:cxn>
                <a:cxn ang="0">
                  <a:pos x="4" y="76"/>
                </a:cxn>
                <a:cxn ang="0">
                  <a:pos x="8" y="84"/>
                </a:cxn>
                <a:cxn ang="0">
                  <a:pos x="12" y="92"/>
                </a:cxn>
                <a:cxn ang="0">
                  <a:pos x="18" y="98"/>
                </a:cxn>
                <a:cxn ang="0">
                  <a:pos x="26" y="102"/>
                </a:cxn>
                <a:cxn ang="0">
                  <a:pos x="32" y="106"/>
                </a:cxn>
                <a:cxn ang="0">
                  <a:pos x="40" y="106"/>
                </a:cxn>
                <a:cxn ang="0">
                  <a:pos x="40" y="106"/>
                </a:cxn>
                <a:cxn ang="0">
                  <a:pos x="48" y="106"/>
                </a:cxn>
                <a:cxn ang="0">
                  <a:pos x="54" y="102"/>
                </a:cxn>
                <a:cxn ang="0">
                  <a:pos x="62" y="96"/>
                </a:cxn>
                <a:cxn ang="0">
                  <a:pos x="66" y="90"/>
                </a:cxn>
                <a:cxn ang="0">
                  <a:pos x="72" y="82"/>
                </a:cxn>
                <a:cxn ang="0">
                  <a:pos x="74" y="72"/>
                </a:cxn>
                <a:cxn ang="0">
                  <a:pos x="76" y="62"/>
                </a:cxn>
                <a:cxn ang="0">
                  <a:pos x="76" y="52"/>
                </a:cxn>
                <a:cxn ang="0">
                  <a:pos x="76" y="52"/>
                </a:cxn>
                <a:cxn ang="0">
                  <a:pos x="76" y="42"/>
                </a:cxn>
                <a:cxn ang="0">
                  <a:pos x="74" y="32"/>
                </a:cxn>
                <a:cxn ang="0">
                  <a:pos x="70" y="22"/>
                </a:cxn>
                <a:cxn ang="0">
                  <a:pos x="64" y="14"/>
                </a:cxn>
                <a:cxn ang="0">
                  <a:pos x="58" y="8"/>
                </a:cxn>
                <a:cxn ang="0">
                  <a:pos x="52" y="4"/>
                </a:cxn>
                <a:cxn ang="0">
                  <a:pos x="44" y="0"/>
                </a:cxn>
                <a:cxn ang="0">
                  <a:pos x="38" y="0"/>
                </a:cxn>
                <a:cxn ang="0">
                  <a:pos x="38" y="0"/>
                </a:cxn>
                <a:cxn ang="0">
                  <a:pos x="30" y="2"/>
                </a:cxn>
                <a:cxn ang="0">
                  <a:pos x="22" y="4"/>
                </a:cxn>
                <a:cxn ang="0">
                  <a:pos x="16" y="10"/>
                </a:cxn>
                <a:cxn ang="0">
                  <a:pos x="10" y="16"/>
                </a:cxn>
                <a:cxn ang="0">
                  <a:pos x="6" y="24"/>
                </a:cxn>
                <a:cxn ang="0">
                  <a:pos x="2" y="34"/>
                </a:cxn>
                <a:cxn ang="0">
                  <a:pos x="0" y="44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0" b="0"/>
              <a:pathLst>
                <a:path w="76" h="106">
                  <a:moveTo>
                    <a:pt x="0" y="54"/>
                  </a:moveTo>
                  <a:lnTo>
                    <a:pt x="0" y="54"/>
                  </a:lnTo>
                  <a:lnTo>
                    <a:pt x="2" y="66"/>
                  </a:lnTo>
                  <a:lnTo>
                    <a:pt x="4" y="76"/>
                  </a:lnTo>
                  <a:lnTo>
                    <a:pt x="8" y="84"/>
                  </a:lnTo>
                  <a:lnTo>
                    <a:pt x="12" y="92"/>
                  </a:lnTo>
                  <a:lnTo>
                    <a:pt x="18" y="98"/>
                  </a:lnTo>
                  <a:lnTo>
                    <a:pt x="26" y="102"/>
                  </a:lnTo>
                  <a:lnTo>
                    <a:pt x="32" y="106"/>
                  </a:lnTo>
                  <a:lnTo>
                    <a:pt x="40" y="106"/>
                  </a:lnTo>
                  <a:lnTo>
                    <a:pt x="48" y="106"/>
                  </a:lnTo>
                  <a:lnTo>
                    <a:pt x="54" y="102"/>
                  </a:lnTo>
                  <a:lnTo>
                    <a:pt x="62" y="96"/>
                  </a:lnTo>
                  <a:lnTo>
                    <a:pt x="66" y="90"/>
                  </a:lnTo>
                  <a:lnTo>
                    <a:pt x="72" y="82"/>
                  </a:lnTo>
                  <a:lnTo>
                    <a:pt x="74" y="72"/>
                  </a:lnTo>
                  <a:lnTo>
                    <a:pt x="76" y="62"/>
                  </a:lnTo>
                  <a:lnTo>
                    <a:pt x="76" y="52"/>
                  </a:lnTo>
                  <a:lnTo>
                    <a:pt x="76" y="42"/>
                  </a:lnTo>
                  <a:lnTo>
                    <a:pt x="74" y="32"/>
                  </a:lnTo>
                  <a:lnTo>
                    <a:pt x="70" y="22"/>
                  </a:lnTo>
                  <a:lnTo>
                    <a:pt x="64" y="14"/>
                  </a:lnTo>
                  <a:lnTo>
                    <a:pt x="58" y="8"/>
                  </a:lnTo>
                  <a:lnTo>
                    <a:pt x="52" y="4"/>
                  </a:lnTo>
                  <a:lnTo>
                    <a:pt x="44" y="0"/>
                  </a:lnTo>
                  <a:lnTo>
                    <a:pt x="38" y="0"/>
                  </a:lnTo>
                  <a:lnTo>
                    <a:pt x="30" y="2"/>
                  </a:lnTo>
                  <a:lnTo>
                    <a:pt x="22" y="4"/>
                  </a:lnTo>
                  <a:lnTo>
                    <a:pt x="16" y="10"/>
                  </a:lnTo>
                  <a:lnTo>
                    <a:pt x="10" y="16"/>
                  </a:lnTo>
                  <a:lnTo>
                    <a:pt x="6" y="24"/>
                  </a:lnTo>
                  <a:lnTo>
                    <a:pt x="2" y="34"/>
                  </a:lnTo>
                  <a:lnTo>
                    <a:pt x="0" y="44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5DB1E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63" name="Freeform 213"/>
            <p:cNvSpPr/>
            <p:nvPr/>
          </p:nvSpPr>
          <p:spPr>
            <a:xfrm>
              <a:off x="950" y="479"/>
              <a:ext cx="48" cy="62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32"/>
                </a:cxn>
                <a:cxn ang="0">
                  <a:pos x="2" y="44"/>
                </a:cxn>
                <a:cxn ang="0">
                  <a:pos x="8" y="54"/>
                </a:cxn>
                <a:cxn ang="0">
                  <a:pos x="16" y="60"/>
                </a:cxn>
                <a:cxn ang="0">
                  <a:pos x="20" y="62"/>
                </a:cxn>
                <a:cxn ang="0">
                  <a:pos x="26" y="62"/>
                </a:cxn>
                <a:cxn ang="0">
                  <a:pos x="26" y="62"/>
                </a:cxn>
                <a:cxn ang="0">
                  <a:pos x="30" y="62"/>
                </a:cxn>
                <a:cxn ang="0">
                  <a:pos x="34" y="60"/>
                </a:cxn>
                <a:cxn ang="0">
                  <a:pos x="42" y="52"/>
                </a:cxn>
                <a:cxn ang="0">
                  <a:pos x="48" y="42"/>
                </a:cxn>
                <a:cxn ang="0">
                  <a:pos x="48" y="30"/>
                </a:cxn>
                <a:cxn ang="0">
                  <a:pos x="48" y="30"/>
                </a:cxn>
                <a:cxn ang="0">
                  <a:pos x="46" y="18"/>
                </a:cxn>
                <a:cxn ang="0">
                  <a:pos x="40" y="8"/>
                </a:cxn>
                <a:cxn ang="0">
                  <a:pos x="32" y="2"/>
                </a:cxn>
                <a:cxn ang="0">
                  <a:pos x="28" y="0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18" y="0"/>
                </a:cxn>
                <a:cxn ang="0">
                  <a:pos x="14" y="2"/>
                </a:cxn>
                <a:cxn ang="0">
                  <a:pos x="6" y="10"/>
                </a:cxn>
                <a:cxn ang="0">
                  <a:pos x="0" y="20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0" b="0"/>
              <a:pathLst>
                <a:path w="48" h="62">
                  <a:moveTo>
                    <a:pt x="0" y="32"/>
                  </a:moveTo>
                  <a:lnTo>
                    <a:pt x="0" y="32"/>
                  </a:lnTo>
                  <a:lnTo>
                    <a:pt x="2" y="44"/>
                  </a:lnTo>
                  <a:lnTo>
                    <a:pt x="8" y="54"/>
                  </a:lnTo>
                  <a:lnTo>
                    <a:pt x="16" y="60"/>
                  </a:lnTo>
                  <a:lnTo>
                    <a:pt x="20" y="62"/>
                  </a:lnTo>
                  <a:lnTo>
                    <a:pt x="26" y="62"/>
                  </a:lnTo>
                  <a:lnTo>
                    <a:pt x="30" y="62"/>
                  </a:lnTo>
                  <a:lnTo>
                    <a:pt x="34" y="60"/>
                  </a:lnTo>
                  <a:lnTo>
                    <a:pt x="42" y="52"/>
                  </a:lnTo>
                  <a:lnTo>
                    <a:pt x="48" y="42"/>
                  </a:lnTo>
                  <a:lnTo>
                    <a:pt x="48" y="30"/>
                  </a:lnTo>
                  <a:lnTo>
                    <a:pt x="46" y="18"/>
                  </a:lnTo>
                  <a:lnTo>
                    <a:pt x="40" y="8"/>
                  </a:lnTo>
                  <a:lnTo>
                    <a:pt x="32" y="2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4" y="2"/>
                  </a:lnTo>
                  <a:lnTo>
                    <a:pt x="6" y="10"/>
                  </a:lnTo>
                  <a:lnTo>
                    <a:pt x="0" y="20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64" name="Freeform 214"/>
            <p:cNvSpPr/>
            <p:nvPr/>
          </p:nvSpPr>
          <p:spPr>
            <a:xfrm>
              <a:off x="976" y="475"/>
              <a:ext cx="20" cy="26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0" y="12"/>
                </a:cxn>
                <a:cxn ang="0">
                  <a:pos x="0" y="18"/>
                </a:cxn>
                <a:cxn ang="0">
                  <a:pos x="2" y="22"/>
                </a:cxn>
                <a:cxn ang="0">
                  <a:pos x="4" y="24"/>
                </a:cxn>
                <a:cxn ang="0">
                  <a:pos x="8" y="26"/>
                </a:cxn>
                <a:cxn ang="0">
                  <a:pos x="8" y="26"/>
                </a:cxn>
                <a:cxn ang="0">
                  <a:pos x="12" y="24"/>
                </a:cxn>
                <a:cxn ang="0">
                  <a:pos x="16" y="22"/>
                </a:cxn>
                <a:cxn ang="0">
                  <a:pos x="18" y="18"/>
                </a:cxn>
                <a:cxn ang="0">
                  <a:pos x="20" y="14"/>
                </a:cxn>
                <a:cxn ang="0">
                  <a:pos x="20" y="14"/>
                </a:cxn>
                <a:cxn ang="0">
                  <a:pos x="18" y="10"/>
                </a:cxn>
                <a:cxn ang="0">
                  <a:pos x="18" y="6"/>
                </a:cxn>
                <a:cxn ang="0">
                  <a:pos x="14" y="2"/>
                </a:cxn>
                <a:cxn ang="0">
                  <a:pos x="10" y="0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4" y="4"/>
                </a:cxn>
                <a:cxn ang="0">
                  <a:pos x="2" y="8"/>
                </a:cxn>
                <a:cxn ang="0">
                  <a:pos x="0" y="12"/>
                </a:cxn>
                <a:cxn ang="0">
                  <a:pos x="0" y="12"/>
                </a:cxn>
              </a:cxnLst>
              <a:rect l="0" t="0" r="0" b="0"/>
              <a:pathLst>
                <a:path w="20" h="26">
                  <a:moveTo>
                    <a:pt x="0" y="12"/>
                  </a:moveTo>
                  <a:lnTo>
                    <a:pt x="0" y="12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4" y="24"/>
                  </a:lnTo>
                  <a:lnTo>
                    <a:pt x="8" y="26"/>
                  </a:lnTo>
                  <a:lnTo>
                    <a:pt x="12" y="24"/>
                  </a:lnTo>
                  <a:lnTo>
                    <a:pt x="16" y="22"/>
                  </a:lnTo>
                  <a:lnTo>
                    <a:pt x="18" y="18"/>
                  </a:lnTo>
                  <a:lnTo>
                    <a:pt x="20" y="14"/>
                  </a:lnTo>
                  <a:lnTo>
                    <a:pt x="18" y="10"/>
                  </a:lnTo>
                  <a:lnTo>
                    <a:pt x="18" y="6"/>
                  </a:lnTo>
                  <a:lnTo>
                    <a:pt x="14" y="2"/>
                  </a:lnTo>
                  <a:lnTo>
                    <a:pt x="10" y="0"/>
                  </a:lnTo>
                  <a:lnTo>
                    <a:pt x="6" y="2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65" name="Freeform 215"/>
            <p:cNvSpPr/>
            <p:nvPr/>
          </p:nvSpPr>
          <p:spPr>
            <a:xfrm>
              <a:off x="1166" y="439"/>
              <a:ext cx="96" cy="126"/>
            </a:xfrm>
            <a:custGeom>
              <a:avLst/>
              <a:gdLst/>
              <a:ahLst/>
              <a:cxnLst>
                <a:cxn ang="0">
                  <a:pos x="0" y="56"/>
                </a:cxn>
                <a:cxn ang="0">
                  <a:pos x="0" y="56"/>
                </a:cxn>
                <a:cxn ang="0">
                  <a:pos x="0" y="68"/>
                </a:cxn>
                <a:cxn ang="0">
                  <a:pos x="0" y="80"/>
                </a:cxn>
                <a:cxn ang="0">
                  <a:pos x="2" y="92"/>
                </a:cxn>
                <a:cxn ang="0">
                  <a:pos x="8" y="102"/>
                </a:cxn>
                <a:cxn ang="0">
                  <a:pos x="12" y="112"/>
                </a:cxn>
                <a:cxn ang="0">
                  <a:pos x="20" y="118"/>
                </a:cxn>
                <a:cxn ang="0">
                  <a:pos x="28" y="124"/>
                </a:cxn>
                <a:cxn ang="0">
                  <a:pos x="38" y="126"/>
                </a:cxn>
                <a:cxn ang="0">
                  <a:pos x="38" y="126"/>
                </a:cxn>
                <a:cxn ang="0">
                  <a:pos x="46" y="126"/>
                </a:cxn>
                <a:cxn ang="0">
                  <a:pos x="56" y="124"/>
                </a:cxn>
                <a:cxn ang="0">
                  <a:pos x="66" y="120"/>
                </a:cxn>
                <a:cxn ang="0">
                  <a:pos x="74" y="114"/>
                </a:cxn>
                <a:cxn ang="0">
                  <a:pos x="80" y="106"/>
                </a:cxn>
                <a:cxn ang="0">
                  <a:pos x="86" y="96"/>
                </a:cxn>
                <a:cxn ang="0">
                  <a:pos x="92" y="84"/>
                </a:cxn>
                <a:cxn ang="0">
                  <a:pos x="94" y="72"/>
                </a:cxn>
                <a:cxn ang="0">
                  <a:pos x="94" y="72"/>
                </a:cxn>
                <a:cxn ang="0">
                  <a:pos x="96" y="58"/>
                </a:cxn>
                <a:cxn ang="0">
                  <a:pos x="94" y="46"/>
                </a:cxn>
                <a:cxn ang="0">
                  <a:pos x="92" y="34"/>
                </a:cxn>
                <a:cxn ang="0">
                  <a:pos x="88" y="24"/>
                </a:cxn>
                <a:cxn ang="0">
                  <a:pos x="82" y="16"/>
                </a:cxn>
                <a:cxn ang="0">
                  <a:pos x="76" y="8"/>
                </a:cxn>
                <a:cxn ang="0">
                  <a:pos x="68" y="4"/>
                </a:cxn>
                <a:cxn ang="0">
                  <a:pos x="58" y="0"/>
                </a:cxn>
                <a:cxn ang="0">
                  <a:pos x="58" y="0"/>
                </a:cxn>
                <a:cxn ang="0">
                  <a:pos x="48" y="0"/>
                </a:cxn>
                <a:cxn ang="0">
                  <a:pos x="38" y="2"/>
                </a:cxn>
                <a:cxn ang="0">
                  <a:pos x="30" y="8"/>
                </a:cxn>
                <a:cxn ang="0">
                  <a:pos x="22" y="14"/>
                </a:cxn>
                <a:cxn ang="0">
                  <a:pos x="14" y="22"/>
                </a:cxn>
                <a:cxn ang="0">
                  <a:pos x="8" y="32"/>
                </a:cxn>
                <a:cxn ang="0">
                  <a:pos x="4" y="44"/>
                </a:cxn>
                <a:cxn ang="0">
                  <a:pos x="0" y="56"/>
                </a:cxn>
                <a:cxn ang="0">
                  <a:pos x="0" y="56"/>
                </a:cxn>
              </a:cxnLst>
              <a:rect l="0" t="0" r="0" b="0"/>
              <a:pathLst>
                <a:path w="96" h="126">
                  <a:moveTo>
                    <a:pt x="0" y="56"/>
                  </a:moveTo>
                  <a:lnTo>
                    <a:pt x="0" y="56"/>
                  </a:lnTo>
                  <a:lnTo>
                    <a:pt x="0" y="68"/>
                  </a:lnTo>
                  <a:lnTo>
                    <a:pt x="0" y="80"/>
                  </a:lnTo>
                  <a:lnTo>
                    <a:pt x="2" y="92"/>
                  </a:lnTo>
                  <a:lnTo>
                    <a:pt x="8" y="102"/>
                  </a:lnTo>
                  <a:lnTo>
                    <a:pt x="12" y="112"/>
                  </a:lnTo>
                  <a:lnTo>
                    <a:pt x="20" y="118"/>
                  </a:lnTo>
                  <a:lnTo>
                    <a:pt x="28" y="124"/>
                  </a:lnTo>
                  <a:lnTo>
                    <a:pt x="38" y="126"/>
                  </a:lnTo>
                  <a:lnTo>
                    <a:pt x="46" y="126"/>
                  </a:lnTo>
                  <a:lnTo>
                    <a:pt x="56" y="124"/>
                  </a:lnTo>
                  <a:lnTo>
                    <a:pt x="66" y="120"/>
                  </a:lnTo>
                  <a:lnTo>
                    <a:pt x="74" y="114"/>
                  </a:lnTo>
                  <a:lnTo>
                    <a:pt x="80" y="106"/>
                  </a:lnTo>
                  <a:lnTo>
                    <a:pt x="86" y="96"/>
                  </a:lnTo>
                  <a:lnTo>
                    <a:pt x="92" y="84"/>
                  </a:lnTo>
                  <a:lnTo>
                    <a:pt x="94" y="72"/>
                  </a:lnTo>
                  <a:lnTo>
                    <a:pt x="96" y="58"/>
                  </a:lnTo>
                  <a:lnTo>
                    <a:pt x="94" y="46"/>
                  </a:lnTo>
                  <a:lnTo>
                    <a:pt x="92" y="34"/>
                  </a:lnTo>
                  <a:lnTo>
                    <a:pt x="88" y="24"/>
                  </a:lnTo>
                  <a:lnTo>
                    <a:pt x="82" y="16"/>
                  </a:lnTo>
                  <a:lnTo>
                    <a:pt x="76" y="8"/>
                  </a:lnTo>
                  <a:lnTo>
                    <a:pt x="68" y="4"/>
                  </a:lnTo>
                  <a:lnTo>
                    <a:pt x="58" y="0"/>
                  </a:lnTo>
                  <a:lnTo>
                    <a:pt x="48" y="0"/>
                  </a:lnTo>
                  <a:lnTo>
                    <a:pt x="38" y="2"/>
                  </a:lnTo>
                  <a:lnTo>
                    <a:pt x="30" y="8"/>
                  </a:lnTo>
                  <a:lnTo>
                    <a:pt x="22" y="14"/>
                  </a:lnTo>
                  <a:lnTo>
                    <a:pt x="14" y="22"/>
                  </a:lnTo>
                  <a:lnTo>
                    <a:pt x="8" y="32"/>
                  </a:lnTo>
                  <a:lnTo>
                    <a:pt x="4" y="44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0079C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66" name="Freeform 216"/>
            <p:cNvSpPr/>
            <p:nvPr/>
          </p:nvSpPr>
          <p:spPr>
            <a:xfrm>
              <a:off x="1172" y="451"/>
              <a:ext cx="78" cy="106"/>
            </a:xfrm>
            <a:custGeom>
              <a:avLst/>
              <a:gdLst/>
              <a:ahLst/>
              <a:cxnLst>
                <a:cxn ang="0">
                  <a:pos x="2" y="46"/>
                </a:cxn>
                <a:cxn ang="0">
                  <a:pos x="2" y="46"/>
                </a:cxn>
                <a:cxn ang="0">
                  <a:pos x="0" y="58"/>
                </a:cxn>
                <a:cxn ang="0">
                  <a:pos x="2" y="68"/>
                </a:cxn>
                <a:cxn ang="0">
                  <a:pos x="4" y="78"/>
                </a:cxn>
                <a:cxn ang="0">
                  <a:pos x="6" y="86"/>
                </a:cxn>
                <a:cxn ang="0">
                  <a:pos x="12" y="94"/>
                </a:cxn>
                <a:cxn ang="0">
                  <a:pos x="18" y="100"/>
                </a:cxn>
                <a:cxn ang="0">
                  <a:pos x="24" y="104"/>
                </a:cxn>
                <a:cxn ang="0">
                  <a:pos x="32" y="106"/>
                </a:cxn>
                <a:cxn ang="0">
                  <a:pos x="32" y="106"/>
                </a:cxn>
                <a:cxn ang="0">
                  <a:pos x="38" y="106"/>
                </a:cxn>
                <a:cxn ang="0">
                  <a:pos x="46" y="104"/>
                </a:cxn>
                <a:cxn ang="0">
                  <a:pos x="54" y="100"/>
                </a:cxn>
                <a:cxn ang="0">
                  <a:pos x="60" y="94"/>
                </a:cxn>
                <a:cxn ang="0">
                  <a:pos x="66" y="88"/>
                </a:cxn>
                <a:cxn ang="0">
                  <a:pos x="72" y="80"/>
                </a:cxn>
                <a:cxn ang="0">
                  <a:pos x="74" y="70"/>
                </a:cxn>
                <a:cxn ang="0">
                  <a:pos x="78" y="60"/>
                </a:cxn>
                <a:cxn ang="0">
                  <a:pos x="78" y="60"/>
                </a:cxn>
                <a:cxn ang="0">
                  <a:pos x="78" y="48"/>
                </a:cxn>
                <a:cxn ang="0">
                  <a:pos x="78" y="38"/>
                </a:cxn>
                <a:cxn ang="0">
                  <a:pos x="76" y="28"/>
                </a:cxn>
                <a:cxn ang="0">
                  <a:pos x="72" y="20"/>
                </a:cxn>
                <a:cxn ang="0">
                  <a:pos x="68" y="12"/>
                </a:cxn>
                <a:cxn ang="0">
                  <a:pos x="62" y="6"/>
                </a:cxn>
                <a:cxn ang="0">
                  <a:pos x="56" y="2"/>
                </a:cxn>
                <a:cxn ang="0">
                  <a:pos x="48" y="0"/>
                </a:cxn>
                <a:cxn ang="0">
                  <a:pos x="48" y="0"/>
                </a:cxn>
                <a:cxn ang="0">
                  <a:pos x="40" y="0"/>
                </a:cxn>
                <a:cxn ang="0">
                  <a:pos x="32" y="2"/>
                </a:cxn>
                <a:cxn ang="0">
                  <a:pos x="26" y="6"/>
                </a:cxn>
                <a:cxn ang="0">
                  <a:pos x="18" y="12"/>
                </a:cxn>
                <a:cxn ang="0">
                  <a:pos x="12" y="18"/>
                </a:cxn>
                <a:cxn ang="0">
                  <a:pos x="8" y="26"/>
                </a:cxn>
                <a:cxn ang="0">
                  <a:pos x="4" y="36"/>
                </a:cxn>
                <a:cxn ang="0">
                  <a:pos x="2" y="46"/>
                </a:cxn>
                <a:cxn ang="0">
                  <a:pos x="2" y="46"/>
                </a:cxn>
              </a:cxnLst>
              <a:rect l="0" t="0" r="0" b="0"/>
              <a:pathLst>
                <a:path w="78" h="106">
                  <a:moveTo>
                    <a:pt x="2" y="46"/>
                  </a:moveTo>
                  <a:lnTo>
                    <a:pt x="2" y="46"/>
                  </a:lnTo>
                  <a:lnTo>
                    <a:pt x="0" y="58"/>
                  </a:lnTo>
                  <a:lnTo>
                    <a:pt x="2" y="68"/>
                  </a:lnTo>
                  <a:lnTo>
                    <a:pt x="4" y="78"/>
                  </a:lnTo>
                  <a:lnTo>
                    <a:pt x="6" y="86"/>
                  </a:lnTo>
                  <a:lnTo>
                    <a:pt x="12" y="94"/>
                  </a:lnTo>
                  <a:lnTo>
                    <a:pt x="18" y="100"/>
                  </a:lnTo>
                  <a:lnTo>
                    <a:pt x="24" y="104"/>
                  </a:lnTo>
                  <a:lnTo>
                    <a:pt x="32" y="106"/>
                  </a:lnTo>
                  <a:lnTo>
                    <a:pt x="38" y="106"/>
                  </a:lnTo>
                  <a:lnTo>
                    <a:pt x="46" y="104"/>
                  </a:lnTo>
                  <a:lnTo>
                    <a:pt x="54" y="100"/>
                  </a:lnTo>
                  <a:lnTo>
                    <a:pt x="60" y="94"/>
                  </a:lnTo>
                  <a:lnTo>
                    <a:pt x="66" y="88"/>
                  </a:lnTo>
                  <a:lnTo>
                    <a:pt x="72" y="80"/>
                  </a:lnTo>
                  <a:lnTo>
                    <a:pt x="74" y="70"/>
                  </a:lnTo>
                  <a:lnTo>
                    <a:pt x="78" y="60"/>
                  </a:lnTo>
                  <a:lnTo>
                    <a:pt x="78" y="48"/>
                  </a:lnTo>
                  <a:lnTo>
                    <a:pt x="78" y="38"/>
                  </a:lnTo>
                  <a:lnTo>
                    <a:pt x="76" y="28"/>
                  </a:lnTo>
                  <a:lnTo>
                    <a:pt x="72" y="20"/>
                  </a:lnTo>
                  <a:lnTo>
                    <a:pt x="68" y="12"/>
                  </a:lnTo>
                  <a:lnTo>
                    <a:pt x="62" y="6"/>
                  </a:lnTo>
                  <a:lnTo>
                    <a:pt x="56" y="2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32" y="2"/>
                  </a:lnTo>
                  <a:lnTo>
                    <a:pt x="26" y="6"/>
                  </a:lnTo>
                  <a:lnTo>
                    <a:pt x="18" y="12"/>
                  </a:lnTo>
                  <a:lnTo>
                    <a:pt x="12" y="18"/>
                  </a:lnTo>
                  <a:lnTo>
                    <a:pt x="8" y="26"/>
                  </a:lnTo>
                  <a:lnTo>
                    <a:pt x="4" y="36"/>
                  </a:lnTo>
                  <a:lnTo>
                    <a:pt x="2" y="46"/>
                  </a:lnTo>
                  <a:close/>
                </a:path>
              </a:pathLst>
            </a:custGeom>
            <a:solidFill>
              <a:srgbClr val="5DB1E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67" name="Freeform 217"/>
            <p:cNvSpPr/>
            <p:nvPr/>
          </p:nvSpPr>
          <p:spPr>
            <a:xfrm>
              <a:off x="1176" y="477"/>
              <a:ext cx="50" cy="62"/>
            </a:xfrm>
            <a:custGeom>
              <a:avLst/>
              <a:gdLst/>
              <a:ahLst/>
              <a:cxnLst>
                <a:cxn ang="0">
                  <a:pos x="0" y="26"/>
                </a:cxn>
                <a:cxn ang="0">
                  <a:pos x="0" y="26"/>
                </a:cxn>
                <a:cxn ang="0">
                  <a:pos x="0" y="40"/>
                </a:cxn>
                <a:cxn ang="0">
                  <a:pos x="4" y="50"/>
                </a:cxn>
                <a:cxn ang="0">
                  <a:pos x="10" y="58"/>
                </a:cxn>
                <a:cxn ang="0">
                  <a:pos x="14" y="60"/>
                </a:cxn>
                <a:cxn ang="0">
                  <a:pos x="20" y="62"/>
                </a:cxn>
                <a:cxn ang="0">
                  <a:pos x="20" y="62"/>
                </a:cxn>
                <a:cxn ang="0">
                  <a:pos x="24" y="62"/>
                </a:cxn>
                <a:cxn ang="0">
                  <a:pos x="30" y="60"/>
                </a:cxn>
                <a:cxn ang="0">
                  <a:pos x="38" y="56"/>
                </a:cxn>
                <a:cxn ang="0">
                  <a:pos x="46" y="46"/>
                </a:cxn>
                <a:cxn ang="0">
                  <a:pos x="48" y="34"/>
                </a:cxn>
                <a:cxn ang="0">
                  <a:pos x="48" y="34"/>
                </a:cxn>
                <a:cxn ang="0">
                  <a:pos x="50" y="22"/>
                </a:cxn>
                <a:cxn ang="0">
                  <a:pos x="46" y="12"/>
                </a:cxn>
                <a:cxn ang="0">
                  <a:pos x="38" y="4"/>
                </a:cxn>
                <a:cxn ang="0">
                  <a:pos x="34" y="2"/>
                </a:cxn>
                <a:cxn ang="0">
                  <a:pos x="30" y="0"/>
                </a:cxn>
                <a:cxn ang="0">
                  <a:pos x="30" y="0"/>
                </a:cxn>
                <a:cxn ang="0">
                  <a:pos x="24" y="0"/>
                </a:cxn>
                <a:cxn ang="0">
                  <a:pos x="20" y="0"/>
                </a:cxn>
                <a:cxn ang="0">
                  <a:pos x="10" y="6"/>
                </a:cxn>
                <a:cxn ang="0">
                  <a:pos x="4" y="14"/>
                </a:cxn>
                <a:cxn ang="0">
                  <a:pos x="0" y="26"/>
                </a:cxn>
                <a:cxn ang="0">
                  <a:pos x="0" y="26"/>
                </a:cxn>
              </a:cxnLst>
              <a:rect l="0" t="0" r="0" b="0"/>
              <a:pathLst>
                <a:path w="50" h="62">
                  <a:moveTo>
                    <a:pt x="0" y="26"/>
                  </a:moveTo>
                  <a:lnTo>
                    <a:pt x="0" y="26"/>
                  </a:lnTo>
                  <a:lnTo>
                    <a:pt x="0" y="40"/>
                  </a:lnTo>
                  <a:lnTo>
                    <a:pt x="4" y="50"/>
                  </a:lnTo>
                  <a:lnTo>
                    <a:pt x="10" y="58"/>
                  </a:lnTo>
                  <a:lnTo>
                    <a:pt x="14" y="60"/>
                  </a:lnTo>
                  <a:lnTo>
                    <a:pt x="20" y="62"/>
                  </a:lnTo>
                  <a:lnTo>
                    <a:pt x="24" y="62"/>
                  </a:lnTo>
                  <a:lnTo>
                    <a:pt x="30" y="60"/>
                  </a:lnTo>
                  <a:lnTo>
                    <a:pt x="38" y="56"/>
                  </a:lnTo>
                  <a:lnTo>
                    <a:pt x="46" y="46"/>
                  </a:lnTo>
                  <a:lnTo>
                    <a:pt x="48" y="34"/>
                  </a:lnTo>
                  <a:lnTo>
                    <a:pt x="50" y="22"/>
                  </a:lnTo>
                  <a:lnTo>
                    <a:pt x="46" y="12"/>
                  </a:lnTo>
                  <a:lnTo>
                    <a:pt x="38" y="4"/>
                  </a:lnTo>
                  <a:lnTo>
                    <a:pt x="34" y="2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20" y="0"/>
                  </a:lnTo>
                  <a:lnTo>
                    <a:pt x="10" y="6"/>
                  </a:lnTo>
                  <a:lnTo>
                    <a:pt x="4" y="14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68" name="Freeform 218"/>
            <p:cNvSpPr/>
            <p:nvPr/>
          </p:nvSpPr>
          <p:spPr>
            <a:xfrm>
              <a:off x="1206" y="477"/>
              <a:ext cx="20" cy="24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0" y="8"/>
                </a:cxn>
                <a:cxn ang="0">
                  <a:pos x="0" y="14"/>
                </a:cxn>
                <a:cxn ang="0">
                  <a:pos x="0" y="18"/>
                </a:cxn>
                <a:cxn ang="0">
                  <a:pos x="2" y="22"/>
                </a:cxn>
                <a:cxn ang="0">
                  <a:pos x="6" y="24"/>
                </a:cxn>
                <a:cxn ang="0">
                  <a:pos x="6" y="24"/>
                </a:cxn>
                <a:cxn ang="0">
                  <a:pos x="10" y="24"/>
                </a:cxn>
                <a:cxn ang="0">
                  <a:pos x="14" y="22"/>
                </a:cxn>
                <a:cxn ang="0">
                  <a:pos x="16" y="18"/>
                </a:cxn>
                <a:cxn ang="0">
                  <a:pos x="20" y="14"/>
                </a:cxn>
                <a:cxn ang="0">
                  <a:pos x="20" y="14"/>
                </a:cxn>
                <a:cxn ang="0">
                  <a:pos x="20" y="10"/>
                </a:cxn>
                <a:cxn ang="0">
                  <a:pos x="18" y="6"/>
                </a:cxn>
                <a:cxn ang="0">
                  <a:pos x="16" y="2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2" y="4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0" b="0"/>
              <a:pathLst>
                <a:path w="20" h="24">
                  <a:moveTo>
                    <a:pt x="0" y="8"/>
                  </a:moveTo>
                  <a:lnTo>
                    <a:pt x="0" y="8"/>
                  </a:lnTo>
                  <a:lnTo>
                    <a:pt x="0" y="14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6" y="24"/>
                  </a:lnTo>
                  <a:lnTo>
                    <a:pt x="10" y="24"/>
                  </a:lnTo>
                  <a:lnTo>
                    <a:pt x="14" y="22"/>
                  </a:lnTo>
                  <a:lnTo>
                    <a:pt x="16" y="18"/>
                  </a:lnTo>
                  <a:lnTo>
                    <a:pt x="20" y="14"/>
                  </a:lnTo>
                  <a:lnTo>
                    <a:pt x="20" y="10"/>
                  </a:lnTo>
                  <a:lnTo>
                    <a:pt x="18" y="6"/>
                  </a:lnTo>
                  <a:lnTo>
                    <a:pt x="16" y="2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2"/>
                  </a:lnTo>
                  <a:lnTo>
                    <a:pt x="2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69" name="Freeform 219"/>
            <p:cNvSpPr/>
            <p:nvPr/>
          </p:nvSpPr>
          <p:spPr>
            <a:xfrm>
              <a:off x="934" y="591"/>
              <a:ext cx="56" cy="46"/>
            </a:xfrm>
            <a:custGeom>
              <a:avLst/>
              <a:gdLst/>
              <a:ahLst/>
              <a:cxnLst>
                <a:cxn ang="0">
                  <a:pos x="0" y="40"/>
                </a:cxn>
                <a:cxn ang="0">
                  <a:pos x="0" y="40"/>
                </a:cxn>
                <a:cxn ang="0">
                  <a:pos x="6" y="42"/>
                </a:cxn>
                <a:cxn ang="0">
                  <a:pos x="12" y="46"/>
                </a:cxn>
                <a:cxn ang="0">
                  <a:pos x="20" y="46"/>
                </a:cxn>
                <a:cxn ang="0">
                  <a:pos x="28" y="44"/>
                </a:cxn>
                <a:cxn ang="0">
                  <a:pos x="38" y="36"/>
                </a:cxn>
                <a:cxn ang="0">
                  <a:pos x="46" y="22"/>
                </a:cxn>
                <a:cxn ang="0">
                  <a:pos x="56" y="0"/>
                </a:cxn>
                <a:cxn ang="0">
                  <a:pos x="56" y="0"/>
                </a:cxn>
                <a:cxn ang="0">
                  <a:pos x="50" y="6"/>
                </a:cxn>
                <a:cxn ang="0">
                  <a:pos x="38" y="20"/>
                </a:cxn>
                <a:cxn ang="0">
                  <a:pos x="30" y="28"/>
                </a:cxn>
                <a:cxn ang="0">
                  <a:pos x="20" y="34"/>
                </a:cxn>
                <a:cxn ang="0">
                  <a:pos x="10" y="38"/>
                </a:cxn>
                <a:cxn ang="0">
                  <a:pos x="0" y="40"/>
                </a:cxn>
                <a:cxn ang="0">
                  <a:pos x="0" y="40"/>
                </a:cxn>
              </a:cxnLst>
              <a:rect l="0" t="0" r="0" b="0"/>
              <a:pathLst>
                <a:path w="56" h="46">
                  <a:moveTo>
                    <a:pt x="0" y="40"/>
                  </a:moveTo>
                  <a:lnTo>
                    <a:pt x="0" y="40"/>
                  </a:lnTo>
                  <a:lnTo>
                    <a:pt x="6" y="42"/>
                  </a:lnTo>
                  <a:lnTo>
                    <a:pt x="12" y="46"/>
                  </a:lnTo>
                  <a:lnTo>
                    <a:pt x="20" y="46"/>
                  </a:lnTo>
                  <a:lnTo>
                    <a:pt x="28" y="44"/>
                  </a:lnTo>
                  <a:lnTo>
                    <a:pt x="38" y="36"/>
                  </a:lnTo>
                  <a:lnTo>
                    <a:pt x="46" y="22"/>
                  </a:lnTo>
                  <a:lnTo>
                    <a:pt x="56" y="0"/>
                  </a:lnTo>
                  <a:lnTo>
                    <a:pt x="50" y="6"/>
                  </a:lnTo>
                  <a:lnTo>
                    <a:pt x="38" y="20"/>
                  </a:lnTo>
                  <a:lnTo>
                    <a:pt x="30" y="28"/>
                  </a:lnTo>
                  <a:lnTo>
                    <a:pt x="20" y="34"/>
                  </a:lnTo>
                  <a:lnTo>
                    <a:pt x="10" y="38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7DC24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70" name="Freeform 220"/>
            <p:cNvSpPr/>
            <p:nvPr/>
          </p:nvSpPr>
          <p:spPr>
            <a:xfrm>
              <a:off x="1238" y="593"/>
              <a:ext cx="50" cy="5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0" y="8"/>
                </a:cxn>
                <a:cxn ang="0">
                  <a:pos x="0" y="16"/>
                </a:cxn>
                <a:cxn ang="0">
                  <a:pos x="0" y="24"/>
                </a:cxn>
                <a:cxn ang="0">
                  <a:pos x="6" y="34"/>
                </a:cxn>
                <a:cxn ang="0">
                  <a:pos x="14" y="42"/>
                </a:cxn>
                <a:cxn ang="0">
                  <a:pos x="22" y="44"/>
                </a:cxn>
                <a:cxn ang="0">
                  <a:pos x="30" y="46"/>
                </a:cxn>
                <a:cxn ang="0">
                  <a:pos x="50" y="50"/>
                </a:cxn>
                <a:cxn ang="0">
                  <a:pos x="50" y="50"/>
                </a:cxn>
                <a:cxn ang="0">
                  <a:pos x="44" y="46"/>
                </a:cxn>
                <a:cxn ang="0">
                  <a:pos x="28" y="38"/>
                </a:cxn>
                <a:cxn ang="0">
                  <a:pos x="20" y="30"/>
                </a:cxn>
                <a:cxn ang="0">
                  <a:pos x="12" y="22"/>
                </a:cxn>
                <a:cxn ang="0">
                  <a:pos x="4" y="1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0" b="0"/>
              <a:pathLst>
                <a:path w="50" h="50">
                  <a:moveTo>
                    <a:pt x="2" y="0"/>
                  </a:moveTo>
                  <a:lnTo>
                    <a:pt x="2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6" y="34"/>
                  </a:lnTo>
                  <a:lnTo>
                    <a:pt x="14" y="42"/>
                  </a:lnTo>
                  <a:lnTo>
                    <a:pt x="22" y="44"/>
                  </a:lnTo>
                  <a:lnTo>
                    <a:pt x="30" y="46"/>
                  </a:lnTo>
                  <a:lnTo>
                    <a:pt x="50" y="50"/>
                  </a:lnTo>
                  <a:lnTo>
                    <a:pt x="44" y="46"/>
                  </a:lnTo>
                  <a:lnTo>
                    <a:pt x="28" y="38"/>
                  </a:lnTo>
                  <a:lnTo>
                    <a:pt x="20" y="30"/>
                  </a:lnTo>
                  <a:lnTo>
                    <a:pt x="12" y="22"/>
                  </a:lnTo>
                  <a:lnTo>
                    <a:pt x="4" y="1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DC24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71" name="Freeform 221"/>
            <p:cNvSpPr/>
            <p:nvPr/>
          </p:nvSpPr>
          <p:spPr>
            <a:xfrm>
              <a:off x="563" y="229"/>
              <a:ext cx="169" cy="228"/>
            </a:xfrm>
            <a:custGeom>
              <a:avLst/>
              <a:gdLst/>
              <a:ahLst/>
              <a:cxnLst>
                <a:cxn ang="0">
                  <a:pos x="0" y="40"/>
                </a:cxn>
                <a:cxn ang="0">
                  <a:pos x="0" y="40"/>
                </a:cxn>
                <a:cxn ang="0">
                  <a:pos x="14" y="44"/>
                </a:cxn>
                <a:cxn ang="0">
                  <a:pos x="28" y="50"/>
                </a:cxn>
                <a:cxn ang="0">
                  <a:pos x="44" y="60"/>
                </a:cxn>
                <a:cxn ang="0">
                  <a:pos x="62" y="76"/>
                </a:cxn>
                <a:cxn ang="0">
                  <a:pos x="70" y="86"/>
                </a:cxn>
                <a:cxn ang="0">
                  <a:pos x="78" y="98"/>
                </a:cxn>
                <a:cxn ang="0">
                  <a:pos x="84" y="112"/>
                </a:cxn>
                <a:cxn ang="0">
                  <a:pos x="90" y="128"/>
                </a:cxn>
                <a:cxn ang="0">
                  <a:pos x="95" y="144"/>
                </a:cxn>
                <a:cxn ang="0">
                  <a:pos x="97" y="164"/>
                </a:cxn>
                <a:cxn ang="0">
                  <a:pos x="62" y="174"/>
                </a:cxn>
                <a:cxn ang="0">
                  <a:pos x="125" y="228"/>
                </a:cxn>
                <a:cxn ang="0">
                  <a:pos x="169" y="150"/>
                </a:cxn>
                <a:cxn ang="0">
                  <a:pos x="135" y="156"/>
                </a:cxn>
                <a:cxn ang="0">
                  <a:pos x="135" y="156"/>
                </a:cxn>
                <a:cxn ang="0">
                  <a:pos x="133" y="136"/>
                </a:cxn>
                <a:cxn ang="0">
                  <a:pos x="127" y="116"/>
                </a:cxn>
                <a:cxn ang="0">
                  <a:pos x="121" y="92"/>
                </a:cxn>
                <a:cxn ang="0">
                  <a:pos x="109" y="66"/>
                </a:cxn>
                <a:cxn ang="0">
                  <a:pos x="95" y="40"/>
                </a:cxn>
                <a:cxn ang="0">
                  <a:pos x="88" y="28"/>
                </a:cxn>
                <a:cxn ang="0">
                  <a:pos x="80" y="16"/>
                </a:cxn>
                <a:cxn ang="0">
                  <a:pos x="68" y="8"/>
                </a:cxn>
                <a:cxn ang="0">
                  <a:pos x="56" y="0"/>
                </a:cxn>
                <a:cxn ang="0">
                  <a:pos x="0" y="40"/>
                </a:cxn>
              </a:cxnLst>
              <a:rect l="0" t="0" r="0" b="0"/>
              <a:pathLst>
                <a:path w="169" h="228">
                  <a:moveTo>
                    <a:pt x="0" y="40"/>
                  </a:moveTo>
                  <a:lnTo>
                    <a:pt x="0" y="40"/>
                  </a:lnTo>
                  <a:lnTo>
                    <a:pt x="14" y="44"/>
                  </a:lnTo>
                  <a:lnTo>
                    <a:pt x="28" y="50"/>
                  </a:lnTo>
                  <a:lnTo>
                    <a:pt x="44" y="60"/>
                  </a:lnTo>
                  <a:lnTo>
                    <a:pt x="62" y="76"/>
                  </a:lnTo>
                  <a:lnTo>
                    <a:pt x="70" y="86"/>
                  </a:lnTo>
                  <a:lnTo>
                    <a:pt x="78" y="98"/>
                  </a:lnTo>
                  <a:lnTo>
                    <a:pt x="84" y="112"/>
                  </a:lnTo>
                  <a:lnTo>
                    <a:pt x="90" y="128"/>
                  </a:lnTo>
                  <a:lnTo>
                    <a:pt x="95" y="144"/>
                  </a:lnTo>
                  <a:lnTo>
                    <a:pt x="97" y="164"/>
                  </a:lnTo>
                  <a:lnTo>
                    <a:pt x="62" y="174"/>
                  </a:lnTo>
                  <a:lnTo>
                    <a:pt x="125" y="228"/>
                  </a:lnTo>
                  <a:lnTo>
                    <a:pt x="169" y="150"/>
                  </a:lnTo>
                  <a:lnTo>
                    <a:pt x="135" y="156"/>
                  </a:lnTo>
                  <a:lnTo>
                    <a:pt x="133" y="136"/>
                  </a:lnTo>
                  <a:lnTo>
                    <a:pt x="127" y="116"/>
                  </a:lnTo>
                  <a:lnTo>
                    <a:pt x="121" y="92"/>
                  </a:lnTo>
                  <a:lnTo>
                    <a:pt x="109" y="66"/>
                  </a:lnTo>
                  <a:lnTo>
                    <a:pt x="95" y="40"/>
                  </a:lnTo>
                  <a:lnTo>
                    <a:pt x="88" y="28"/>
                  </a:lnTo>
                  <a:lnTo>
                    <a:pt x="80" y="16"/>
                  </a:lnTo>
                  <a:lnTo>
                    <a:pt x="68" y="8"/>
                  </a:lnTo>
                  <a:lnTo>
                    <a:pt x="56" y="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7AD1ED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72" name="Freeform 222"/>
            <p:cNvSpPr/>
            <p:nvPr/>
          </p:nvSpPr>
          <p:spPr>
            <a:xfrm>
              <a:off x="1156" y="559"/>
              <a:ext cx="128" cy="52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0" y="8"/>
                </a:cxn>
                <a:cxn ang="0">
                  <a:pos x="14" y="4"/>
                </a:cxn>
                <a:cxn ang="0">
                  <a:pos x="30" y="0"/>
                </a:cxn>
                <a:cxn ang="0">
                  <a:pos x="48" y="0"/>
                </a:cxn>
                <a:cxn ang="0">
                  <a:pos x="58" y="0"/>
                </a:cxn>
                <a:cxn ang="0">
                  <a:pos x="68" y="2"/>
                </a:cxn>
                <a:cxn ang="0">
                  <a:pos x="80" y="4"/>
                </a:cxn>
                <a:cxn ang="0">
                  <a:pos x="90" y="10"/>
                </a:cxn>
                <a:cxn ang="0">
                  <a:pos x="100" y="16"/>
                </a:cxn>
                <a:cxn ang="0">
                  <a:pos x="110" y="26"/>
                </a:cxn>
                <a:cxn ang="0">
                  <a:pos x="120" y="38"/>
                </a:cxn>
                <a:cxn ang="0">
                  <a:pos x="128" y="52"/>
                </a:cxn>
                <a:cxn ang="0">
                  <a:pos x="128" y="52"/>
                </a:cxn>
                <a:cxn ang="0">
                  <a:pos x="122" y="42"/>
                </a:cxn>
                <a:cxn ang="0">
                  <a:pos x="114" y="34"/>
                </a:cxn>
                <a:cxn ang="0">
                  <a:pos x="100" y="24"/>
                </a:cxn>
                <a:cxn ang="0">
                  <a:pos x="84" y="16"/>
                </a:cxn>
                <a:cxn ang="0">
                  <a:pos x="60" y="8"/>
                </a:cxn>
                <a:cxn ang="0">
                  <a:pos x="48" y="6"/>
                </a:cxn>
                <a:cxn ang="0">
                  <a:pos x="34" y="6"/>
                </a:cxn>
                <a:cxn ang="0">
                  <a:pos x="18" y="6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0" b="0"/>
              <a:pathLst>
                <a:path w="128" h="52">
                  <a:moveTo>
                    <a:pt x="0" y="8"/>
                  </a:moveTo>
                  <a:lnTo>
                    <a:pt x="0" y="8"/>
                  </a:lnTo>
                  <a:lnTo>
                    <a:pt x="14" y="4"/>
                  </a:lnTo>
                  <a:lnTo>
                    <a:pt x="30" y="0"/>
                  </a:lnTo>
                  <a:lnTo>
                    <a:pt x="48" y="0"/>
                  </a:lnTo>
                  <a:lnTo>
                    <a:pt x="58" y="0"/>
                  </a:lnTo>
                  <a:lnTo>
                    <a:pt x="68" y="2"/>
                  </a:lnTo>
                  <a:lnTo>
                    <a:pt x="80" y="4"/>
                  </a:lnTo>
                  <a:lnTo>
                    <a:pt x="90" y="10"/>
                  </a:lnTo>
                  <a:lnTo>
                    <a:pt x="100" y="16"/>
                  </a:lnTo>
                  <a:lnTo>
                    <a:pt x="110" y="26"/>
                  </a:lnTo>
                  <a:lnTo>
                    <a:pt x="120" y="38"/>
                  </a:lnTo>
                  <a:lnTo>
                    <a:pt x="128" y="52"/>
                  </a:lnTo>
                  <a:lnTo>
                    <a:pt x="122" y="42"/>
                  </a:lnTo>
                  <a:lnTo>
                    <a:pt x="114" y="34"/>
                  </a:lnTo>
                  <a:lnTo>
                    <a:pt x="100" y="24"/>
                  </a:lnTo>
                  <a:lnTo>
                    <a:pt x="84" y="16"/>
                  </a:lnTo>
                  <a:lnTo>
                    <a:pt x="60" y="8"/>
                  </a:lnTo>
                  <a:lnTo>
                    <a:pt x="48" y="6"/>
                  </a:lnTo>
                  <a:lnTo>
                    <a:pt x="34" y="6"/>
                  </a:lnTo>
                  <a:lnTo>
                    <a:pt x="18" y="6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5BBA47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73" name="Freeform 223"/>
            <p:cNvSpPr/>
            <p:nvPr/>
          </p:nvSpPr>
          <p:spPr>
            <a:xfrm>
              <a:off x="928" y="563"/>
              <a:ext cx="122" cy="38"/>
            </a:xfrm>
            <a:custGeom>
              <a:avLst/>
              <a:gdLst/>
              <a:ahLst/>
              <a:cxnLst>
                <a:cxn ang="0">
                  <a:pos x="122" y="12"/>
                </a:cxn>
                <a:cxn ang="0">
                  <a:pos x="122" y="12"/>
                </a:cxn>
                <a:cxn ang="0">
                  <a:pos x="110" y="6"/>
                </a:cxn>
                <a:cxn ang="0">
                  <a:pos x="96" y="2"/>
                </a:cxn>
                <a:cxn ang="0">
                  <a:pos x="78" y="0"/>
                </a:cxn>
                <a:cxn ang="0">
                  <a:pos x="60" y="0"/>
                </a:cxn>
                <a:cxn ang="0">
                  <a:pos x="50" y="2"/>
                </a:cxn>
                <a:cxn ang="0">
                  <a:pos x="40" y="4"/>
                </a:cxn>
                <a:cxn ang="0">
                  <a:pos x="28" y="10"/>
                </a:cxn>
                <a:cxn ang="0">
                  <a:pos x="18" y="18"/>
                </a:cxn>
                <a:cxn ang="0">
                  <a:pos x="10" y="26"/>
                </a:cxn>
                <a:cxn ang="0">
                  <a:pos x="0" y="38"/>
                </a:cxn>
                <a:cxn ang="0">
                  <a:pos x="0" y="38"/>
                </a:cxn>
                <a:cxn ang="0">
                  <a:pos x="6" y="32"/>
                </a:cxn>
                <a:cxn ang="0">
                  <a:pos x="16" y="24"/>
                </a:cxn>
                <a:cxn ang="0">
                  <a:pos x="28" y="16"/>
                </a:cxn>
                <a:cxn ang="0">
                  <a:pos x="44" y="10"/>
                </a:cxn>
                <a:cxn ang="0">
                  <a:pos x="66" y="6"/>
                </a:cxn>
                <a:cxn ang="0">
                  <a:pos x="78" y="6"/>
                </a:cxn>
                <a:cxn ang="0">
                  <a:pos x="92" y="8"/>
                </a:cxn>
                <a:cxn ang="0">
                  <a:pos x="106" y="10"/>
                </a:cxn>
                <a:cxn ang="0">
                  <a:pos x="122" y="12"/>
                </a:cxn>
                <a:cxn ang="0">
                  <a:pos x="122" y="12"/>
                </a:cxn>
              </a:cxnLst>
              <a:rect l="0" t="0" r="0" b="0"/>
              <a:pathLst>
                <a:path w="122" h="38">
                  <a:moveTo>
                    <a:pt x="122" y="12"/>
                  </a:moveTo>
                  <a:lnTo>
                    <a:pt x="122" y="12"/>
                  </a:lnTo>
                  <a:lnTo>
                    <a:pt x="110" y="6"/>
                  </a:lnTo>
                  <a:lnTo>
                    <a:pt x="96" y="2"/>
                  </a:lnTo>
                  <a:lnTo>
                    <a:pt x="78" y="0"/>
                  </a:lnTo>
                  <a:lnTo>
                    <a:pt x="60" y="0"/>
                  </a:lnTo>
                  <a:lnTo>
                    <a:pt x="50" y="2"/>
                  </a:lnTo>
                  <a:lnTo>
                    <a:pt x="40" y="4"/>
                  </a:lnTo>
                  <a:lnTo>
                    <a:pt x="28" y="10"/>
                  </a:lnTo>
                  <a:lnTo>
                    <a:pt x="18" y="18"/>
                  </a:lnTo>
                  <a:lnTo>
                    <a:pt x="10" y="26"/>
                  </a:lnTo>
                  <a:lnTo>
                    <a:pt x="0" y="38"/>
                  </a:lnTo>
                  <a:lnTo>
                    <a:pt x="6" y="32"/>
                  </a:lnTo>
                  <a:lnTo>
                    <a:pt x="16" y="24"/>
                  </a:lnTo>
                  <a:lnTo>
                    <a:pt x="28" y="16"/>
                  </a:lnTo>
                  <a:lnTo>
                    <a:pt x="44" y="10"/>
                  </a:lnTo>
                  <a:lnTo>
                    <a:pt x="66" y="6"/>
                  </a:lnTo>
                  <a:lnTo>
                    <a:pt x="78" y="6"/>
                  </a:lnTo>
                  <a:lnTo>
                    <a:pt x="92" y="8"/>
                  </a:lnTo>
                  <a:lnTo>
                    <a:pt x="106" y="10"/>
                  </a:lnTo>
                  <a:lnTo>
                    <a:pt x="122" y="12"/>
                  </a:lnTo>
                  <a:close/>
                </a:path>
              </a:pathLst>
            </a:custGeom>
            <a:solidFill>
              <a:srgbClr val="5BBA47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74" name="Freeform 224"/>
            <p:cNvSpPr/>
            <p:nvPr/>
          </p:nvSpPr>
          <p:spPr>
            <a:xfrm>
              <a:off x="998" y="653"/>
              <a:ext cx="228" cy="64"/>
            </a:xfrm>
            <a:custGeom>
              <a:avLst/>
              <a:gdLst/>
              <a:ahLst/>
              <a:cxnLst>
                <a:cxn ang="0">
                  <a:pos x="138" y="62"/>
                </a:cxn>
                <a:cxn ang="0">
                  <a:pos x="138" y="62"/>
                </a:cxn>
                <a:cxn ang="0">
                  <a:pos x="160" y="56"/>
                </a:cxn>
                <a:cxn ang="0">
                  <a:pos x="178" y="50"/>
                </a:cxn>
                <a:cxn ang="0">
                  <a:pos x="192" y="42"/>
                </a:cxn>
                <a:cxn ang="0">
                  <a:pos x="204" y="34"/>
                </a:cxn>
                <a:cxn ang="0">
                  <a:pos x="212" y="24"/>
                </a:cxn>
                <a:cxn ang="0">
                  <a:pos x="218" y="16"/>
                </a:cxn>
                <a:cxn ang="0">
                  <a:pos x="228" y="0"/>
                </a:cxn>
                <a:cxn ang="0">
                  <a:pos x="228" y="0"/>
                </a:cxn>
                <a:cxn ang="0">
                  <a:pos x="196" y="16"/>
                </a:cxn>
                <a:cxn ang="0">
                  <a:pos x="164" y="28"/>
                </a:cxn>
                <a:cxn ang="0">
                  <a:pos x="148" y="32"/>
                </a:cxn>
                <a:cxn ang="0">
                  <a:pos x="130" y="36"/>
                </a:cxn>
                <a:cxn ang="0">
                  <a:pos x="114" y="36"/>
                </a:cxn>
                <a:cxn ang="0">
                  <a:pos x="98" y="36"/>
                </a:cxn>
                <a:cxn ang="0">
                  <a:pos x="98" y="36"/>
                </a:cxn>
                <a:cxn ang="0">
                  <a:pos x="72" y="34"/>
                </a:cxn>
                <a:cxn ang="0">
                  <a:pos x="50" y="28"/>
                </a:cxn>
                <a:cxn ang="0">
                  <a:pos x="30" y="20"/>
                </a:cxn>
                <a:cxn ang="0">
                  <a:pos x="12" y="10"/>
                </a:cxn>
                <a:cxn ang="0">
                  <a:pos x="12" y="1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12" y="16"/>
                </a:cxn>
                <a:cxn ang="0">
                  <a:pos x="20" y="30"/>
                </a:cxn>
                <a:cxn ang="0">
                  <a:pos x="26" y="42"/>
                </a:cxn>
                <a:cxn ang="0">
                  <a:pos x="26" y="42"/>
                </a:cxn>
                <a:cxn ang="0">
                  <a:pos x="42" y="52"/>
                </a:cxn>
                <a:cxn ang="0">
                  <a:pos x="54" y="56"/>
                </a:cxn>
                <a:cxn ang="0">
                  <a:pos x="66" y="60"/>
                </a:cxn>
                <a:cxn ang="0">
                  <a:pos x="82" y="64"/>
                </a:cxn>
                <a:cxn ang="0">
                  <a:pos x="98" y="64"/>
                </a:cxn>
                <a:cxn ang="0">
                  <a:pos x="118" y="64"/>
                </a:cxn>
                <a:cxn ang="0">
                  <a:pos x="138" y="62"/>
                </a:cxn>
                <a:cxn ang="0">
                  <a:pos x="138" y="62"/>
                </a:cxn>
              </a:cxnLst>
              <a:rect l="0" t="0" r="0" b="0"/>
              <a:pathLst>
                <a:path w="228" h="64">
                  <a:moveTo>
                    <a:pt x="138" y="62"/>
                  </a:moveTo>
                  <a:lnTo>
                    <a:pt x="138" y="62"/>
                  </a:lnTo>
                  <a:lnTo>
                    <a:pt x="160" y="56"/>
                  </a:lnTo>
                  <a:lnTo>
                    <a:pt x="178" y="50"/>
                  </a:lnTo>
                  <a:lnTo>
                    <a:pt x="192" y="42"/>
                  </a:lnTo>
                  <a:lnTo>
                    <a:pt x="204" y="34"/>
                  </a:lnTo>
                  <a:lnTo>
                    <a:pt x="212" y="24"/>
                  </a:lnTo>
                  <a:lnTo>
                    <a:pt x="218" y="16"/>
                  </a:lnTo>
                  <a:lnTo>
                    <a:pt x="228" y="0"/>
                  </a:lnTo>
                  <a:lnTo>
                    <a:pt x="196" y="16"/>
                  </a:lnTo>
                  <a:lnTo>
                    <a:pt x="164" y="28"/>
                  </a:lnTo>
                  <a:lnTo>
                    <a:pt x="148" y="32"/>
                  </a:lnTo>
                  <a:lnTo>
                    <a:pt x="130" y="36"/>
                  </a:lnTo>
                  <a:lnTo>
                    <a:pt x="114" y="36"/>
                  </a:lnTo>
                  <a:lnTo>
                    <a:pt x="98" y="36"/>
                  </a:lnTo>
                  <a:lnTo>
                    <a:pt x="72" y="34"/>
                  </a:lnTo>
                  <a:lnTo>
                    <a:pt x="50" y="28"/>
                  </a:lnTo>
                  <a:lnTo>
                    <a:pt x="30" y="20"/>
                  </a:lnTo>
                  <a:lnTo>
                    <a:pt x="12" y="10"/>
                  </a:lnTo>
                  <a:lnTo>
                    <a:pt x="0" y="2"/>
                  </a:lnTo>
                  <a:lnTo>
                    <a:pt x="12" y="16"/>
                  </a:lnTo>
                  <a:lnTo>
                    <a:pt x="20" y="30"/>
                  </a:lnTo>
                  <a:lnTo>
                    <a:pt x="26" y="42"/>
                  </a:lnTo>
                  <a:lnTo>
                    <a:pt x="42" y="52"/>
                  </a:lnTo>
                  <a:lnTo>
                    <a:pt x="54" y="56"/>
                  </a:lnTo>
                  <a:lnTo>
                    <a:pt x="66" y="60"/>
                  </a:lnTo>
                  <a:lnTo>
                    <a:pt x="82" y="64"/>
                  </a:lnTo>
                  <a:lnTo>
                    <a:pt x="98" y="64"/>
                  </a:lnTo>
                  <a:lnTo>
                    <a:pt x="118" y="64"/>
                  </a:lnTo>
                  <a:lnTo>
                    <a:pt x="138" y="6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75" name="Freeform 225"/>
            <p:cNvSpPr/>
            <p:nvPr/>
          </p:nvSpPr>
          <p:spPr>
            <a:xfrm>
              <a:off x="1110" y="781"/>
              <a:ext cx="1" cy="2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</a:cxnLst>
              <a:rect l="0" t="0" r="0" b="0"/>
              <a:pathLst>
                <a:path w="1" h="2">
                  <a:moveTo>
                    <a:pt x="0" y="2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F59DB6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345" name="直接箭头连接符 344"/>
          <p:cNvCxnSpPr/>
          <p:nvPr/>
        </p:nvCxnSpPr>
        <p:spPr>
          <a:xfrm>
            <a:off x="4143375" y="5202238"/>
            <a:ext cx="3286125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/>
          <p:cNvSpPr txBox="1"/>
          <p:nvPr/>
        </p:nvSpPr>
        <p:spPr>
          <a:xfrm>
            <a:off x="7643813" y="5072063"/>
            <a:ext cx="642937" cy="369887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zh-CN" altLang="en-US" b="1" dirty="0">
                <a:solidFill>
                  <a:srgbClr val="00B0F0"/>
                </a:solidFill>
                <a:latin typeface="Verdana" panose="020B0604030504040204" pitchFamily="34" charset="0"/>
                <a:ea typeface="微软雅黑" panose="020B0503020204020204" pitchFamily="34" charset="-122"/>
              </a:rPr>
              <a:t>①</a:t>
            </a:r>
          </a:p>
        </p:txBody>
      </p:sp>
      <p:cxnSp>
        <p:nvCxnSpPr>
          <p:cNvPr id="347" name="直接箭头连接符 346"/>
          <p:cNvCxnSpPr/>
          <p:nvPr/>
        </p:nvCxnSpPr>
        <p:spPr>
          <a:xfrm rot="10800000">
            <a:off x="1214438" y="5486400"/>
            <a:ext cx="621506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TextBox 347"/>
          <p:cNvSpPr txBox="1"/>
          <p:nvPr/>
        </p:nvSpPr>
        <p:spPr>
          <a:xfrm>
            <a:off x="571500" y="5130800"/>
            <a:ext cx="642938" cy="369888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zh-CN" altLang="en-US" b="1" dirty="0">
                <a:solidFill>
                  <a:srgbClr val="00B0F0"/>
                </a:solidFill>
                <a:latin typeface="Verdana" panose="020B0604030504040204" pitchFamily="34" charset="0"/>
                <a:ea typeface="微软雅黑" panose="020B0503020204020204" pitchFamily="34" charset="-122"/>
              </a:rPr>
              <a:t>②</a:t>
            </a:r>
          </a:p>
        </p:txBody>
      </p:sp>
      <p:cxnSp>
        <p:nvCxnSpPr>
          <p:cNvPr id="349" name="直接箭头连接符 348"/>
          <p:cNvCxnSpPr/>
          <p:nvPr/>
        </p:nvCxnSpPr>
        <p:spPr>
          <a:xfrm>
            <a:off x="1143000" y="5702300"/>
            <a:ext cx="3000375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TextBox 349"/>
          <p:cNvSpPr txBox="1"/>
          <p:nvPr/>
        </p:nvSpPr>
        <p:spPr>
          <a:xfrm>
            <a:off x="4214813" y="5572125"/>
            <a:ext cx="571500" cy="369888"/>
          </a:xfrm>
          <a:prstGeom prst="rect">
            <a:avLst/>
          </a:prstGeom>
          <a:noFill/>
          <a:ln w="38100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zh-CN" altLang="en-US" b="1" dirty="0">
                <a:solidFill>
                  <a:srgbClr val="00B0F0"/>
                </a:solidFill>
                <a:latin typeface="Verdana" panose="020B0604030504040204" pitchFamily="34" charset="0"/>
                <a:ea typeface="微软雅黑" panose="020B0503020204020204" pitchFamily="34" charset="-122"/>
              </a:rPr>
              <a:t>③</a:t>
            </a:r>
          </a:p>
        </p:txBody>
      </p:sp>
      <p:sp>
        <p:nvSpPr>
          <p:cNvPr id="351" name="右箭头 350"/>
          <p:cNvSpPr/>
          <p:nvPr/>
        </p:nvSpPr>
        <p:spPr>
          <a:xfrm>
            <a:off x="5786438" y="3059113"/>
            <a:ext cx="500063" cy="428625"/>
          </a:xfrm>
          <a:prstGeom prst="rightArrow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5" name="Group 86"/>
          <p:cNvGrpSpPr>
            <a:grpSpLocks noChangeAspect="1"/>
          </p:cNvGrpSpPr>
          <p:nvPr/>
        </p:nvGrpSpPr>
        <p:grpSpPr>
          <a:xfrm>
            <a:off x="928688" y="3344863"/>
            <a:ext cx="1560512" cy="923925"/>
            <a:chOff x="2376" y="1975"/>
            <a:chExt cx="983" cy="582"/>
          </a:xfrm>
        </p:grpSpPr>
        <p:sp>
          <p:nvSpPr>
            <p:cNvPr id="16584" name="Freeform 138"/>
            <p:cNvSpPr/>
            <p:nvPr/>
          </p:nvSpPr>
          <p:spPr>
            <a:xfrm>
              <a:off x="3340" y="1975"/>
              <a:ext cx="19" cy="19"/>
            </a:xfrm>
            <a:custGeom>
              <a:avLst/>
              <a:gdLst/>
              <a:ahLst/>
              <a:cxnLst>
                <a:cxn ang="0">
                  <a:pos x="18" y="5"/>
                </a:cxn>
                <a:cxn ang="0">
                  <a:pos x="16" y="1"/>
                </a:cxn>
                <a:cxn ang="0">
                  <a:pos x="13" y="1"/>
                </a:cxn>
                <a:cxn ang="0">
                  <a:pos x="9" y="0"/>
                </a:cxn>
                <a:cxn ang="0">
                  <a:pos x="6" y="1"/>
                </a:cxn>
                <a:cxn ang="0">
                  <a:pos x="3" y="3"/>
                </a:cxn>
                <a:cxn ang="0">
                  <a:pos x="1" y="6"/>
                </a:cxn>
                <a:cxn ang="0">
                  <a:pos x="0" y="10"/>
                </a:cxn>
                <a:cxn ang="0">
                  <a:pos x="1" y="14"/>
                </a:cxn>
                <a:cxn ang="0">
                  <a:pos x="3" y="17"/>
                </a:cxn>
                <a:cxn ang="0">
                  <a:pos x="7" y="19"/>
                </a:cxn>
                <a:cxn ang="0">
                  <a:pos x="10" y="19"/>
                </a:cxn>
                <a:cxn ang="0">
                  <a:pos x="14" y="19"/>
                </a:cxn>
                <a:cxn ang="0">
                  <a:pos x="17" y="16"/>
                </a:cxn>
                <a:cxn ang="0">
                  <a:pos x="19" y="12"/>
                </a:cxn>
                <a:cxn ang="0">
                  <a:pos x="19" y="9"/>
                </a:cxn>
                <a:cxn ang="0">
                  <a:pos x="18" y="5"/>
                </a:cxn>
                <a:cxn ang="0">
                  <a:pos x="18" y="5"/>
                </a:cxn>
              </a:cxnLst>
              <a:rect l="0" t="0" r="0" b="0"/>
              <a:pathLst>
                <a:path w="19" h="19">
                  <a:moveTo>
                    <a:pt x="18" y="5"/>
                  </a:moveTo>
                  <a:lnTo>
                    <a:pt x="16" y="1"/>
                  </a:lnTo>
                  <a:lnTo>
                    <a:pt x="13" y="1"/>
                  </a:lnTo>
                  <a:lnTo>
                    <a:pt x="9" y="0"/>
                  </a:lnTo>
                  <a:lnTo>
                    <a:pt x="6" y="1"/>
                  </a:lnTo>
                  <a:lnTo>
                    <a:pt x="3" y="3"/>
                  </a:lnTo>
                  <a:lnTo>
                    <a:pt x="1" y="6"/>
                  </a:lnTo>
                  <a:lnTo>
                    <a:pt x="0" y="10"/>
                  </a:lnTo>
                  <a:lnTo>
                    <a:pt x="1" y="14"/>
                  </a:lnTo>
                  <a:lnTo>
                    <a:pt x="3" y="17"/>
                  </a:lnTo>
                  <a:lnTo>
                    <a:pt x="7" y="19"/>
                  </a:lnTo>
                  <a:lnTo>
                    <a:pt x="10" y="19"/>
                  </a:lnTo>
                  <a:lnTo>
                    <a:pt x="14" y="19"/>
                  </a:lnTo>
                  <a:lnTo>
                    <a:pt x="17" y="16"/>
                  </a:lnTo>
                  <a:lnTo>
                    <a:pt x="19" y="12"/>
                  </a:lnTo>
                  <a:lnTo>
                    <a:pt x="19" y="9"/>
                  </a:lnTo>
                  <a:lnTo>
                    <a:pt x="18" y="5"/>
                  </a:lnTo>
                  <a:close/>
                </a:path>
              </a:pathLst>
            </a:custGeom>
            <a:solidFill>
              <a:srgbClr val="FF690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85" name="Freeform 139"/>
            <p:cNvSpPr/>
            <p:nvPr/>
          </p:nvSpPr>
          <p:spPr>
            <a:xfrm>
              <a:off x="2793" y="2489"/>
              <a:ext cx="63" cy="64"/>
            </a:xfrm>
            <a:custGeom>
              <a:avLst/>
              <a:gdLst/>
              <a:ahLst/>
              <a:cxnLst>
                <a:cxn ang="0">
                  <a:pos x="34" y="63"/>
                </a:cxn>
                <a:cxn ang="0">
                  <a:pos x="40" y="62"/>
                </a:cxn>
                <a:cxn ang="0">
                  <a:pos x="46" y="59"/>
                </a:cxn>
                <a:cxn ang="0">
                  <a:pos x="51" y="55"/>
                </a:cxn>
                <a:cxn ang="0">
                  <a:pos x="55" y="51"/>
                </a:cxn>
                <a:cxn ang="0">
                  <a:pos x="59" y="46"/>
                </a:cxn>
                <a:cxn ang="0">
                  <a:pos x="61" y="40"/>
                </a:cxn>
                <a:cxn ang="0">
                  <a:pos x="63" y="34"/>
                </a:cxn>
                <a:cxn ang="0">
                  <a:pos x="63" y="27"/>
                </a:cxn>
                <a:cxn ang="0">
                  <a:pos x="61" y="22"/>
                </a:cxn>
                <a:cxn ang="0">
                  <a:pos x="59" y="16"/>
                </a:cxn>
                <a:cxn ang="0">
                  <a:pos x="55" y="11"/>
                </a:cxn>
                <a:cxn ang="0">
                  <a:pos x="51" y="7"/>
                </a:cxn>
                <a:cxn ang="0">
                  <a:pos x="46" y="3"/>
                </a:cxn>
                <a:cxn ang="0">
                  <a:pos x="40" y="1"/>
                </a:cxn>
                <a:cxn ang="0">
                  <a:pos x="34" y="0"/>
                </a:cxn>
                <a:cxn ang="0">
                  <a:pos x="28" y="0"/>
                </a:cxn>
                <a:cxn ang="0">
                  <a:pos x="22" y="1"/>
                </a:cxn>
                <a:cxn ang="0">
                  <a:pos x="16" y="3"/>
                </a:cxn>
                <a:cxn ang="0">
                  <a:pos x="12" y="7"/>
                </a:cxn>
                <a:cxn ang="0">
                  <a:pos x="7" y="11"/>
                </a:cxn>
                <a:cxn ang="0">
                  <a:pos x="4" y="16"/>
                </a:cxn>
                <a:cxn ang="0">
                  <a:pos x="1" y="22"/>
                </a:cxn>
                <a:cxn ang="0">
                  <a:pos x="0" y="27"/>
                </a:cxn>
                <a:cxn ang="0">
                  <a:pos x="0" y="34"/>
                </a:cxn>
                <a:cxn ang="0">
                  <a:pos x="1" y="40"/>
                </a:cxn>
                <a:cxn ang="0">
                  <a:pos x="4" y="46"/>
                </a:cxn>
                <a:cxn ang="0">
                  <a:pos x="7" y="51"/>
                </a:cxn>
                <a:cxn ang="0">
                  <a:pos x="12" y="55"/>
                </a:cxn>
                <a:cxn ang="0">
                  <a:pos x="16" y="59"/>
                </a:cxn>
                <a:cxn ang="0">
                  <a:pos x="22" y="62"/>
                </a:cxn>
                <a:cxn ang="0">
                  <a:pos x="28" y="63"/>
                </a:cxn>
                <a:cxn ang="0">
                  <a:pos x="32" y="64"/>
                </a:cxn>
              </a:cxnLst>
              <a:rect l="0" t="0" r="0" b="0"/>
              <a:pathLst>
                <a:path w="63" h="64">
                  <a:moveTo>
                    <a:pt x="32" y="64"/>
                  </a:moveTo>
                  <a:lnTo>
                    <a:pt x="34" y="63"/>
                  </a:lnTo>
                  <a:lnTo>
                    <a:pt x="37" y="63"/>
                  </a:lnTo>
                  <a:lnTo>
                    <a:pt x="40" y="62"/>
                  </a:lnTo>
                  <a:lnTo>
                    <a:pt x="44" y="61"/>
                  </a:lnTo>
                  <a:lnTo>
                    <a:pt x="46" y="59"/>
                  </a:lnTo>
                  <a:lnTo>
                    <a:pt x="49" y="58"/>
                  </a:lnTo>
                  <a:lnTo>
                    <a:pt x="51" y="55"/>
                  </a:lnTo>
                  <a:lnTo>
                    <a:pt x="53" y="54"/>
                  </a:lnTo>
                  <a:lnTo>
                    <a:pt x="55" y="51"/>
                  </a:lnTo>
                  <a:lnTo>
                    <a:pt x="57" y="48"/>
                  </a:lnTo>
                  <a:lnTo>
                    <a:pt x="59" y="46"/>
                  </a:lnTo>
                  <a:lnTo>
                    <a:pt x="60" y="44"/>
                  </a:lnTo>
                  <a:lnTo>
                    <a:pt x="61" y="40"/>
                  </a:lnTo>
                  <a:lnTo>
                    <a:pt x="62" y="38"/>
                  </a:lnTo>
                  <a:lnTo>
                    <a:pt x="63" y="34"/>
                  </a:lnTo>
                  <a:lnTo>
                    <a:pt x="63" y="31"/>
                  </a:lnTo>
                  <a:lnTo>
                    <a:pt x="63" y="27"/>
                  </a:lnTo>
                  <a:lnTo>
                    <a:pt x="62" y="25"/>
                  </a:lnTo>
                  <a:lnTo>
                    <a:pt x="61" y="22"/>
                  </a:lnTo>
                  <a:lnTo>
                    <a:pt x="60" y="19"/>
                  </a:lnTo>
                  <a:lnTo>
                    <a:pt x="59" y="16"/>
                  </a:lnTo>
                  <a:lnTo>
                    <a:pt x="57" y="13"/>
                  </a:lnTo>
                  <a:lnTo>
                    <a:pt x="55" y="11"/>
                  </a:lnTo>
                  <a:lnTo>
                    <a:pt x="53" y="9"/>
                  </a:lnTo>
                  <a:lnTo>
                    <a:pt x="51" y="7"/>
                  </a:lnTo>
                  <a:lnTo>
                    <a:pt x="49" y="5"/>
                  </a:lnTo>
                  <a:lnTo>
                    <a:pt x="46" y="3"/>
                  </a:lnTo>
                  <a:lnTo>
                    <a:pt x="44" y="2"/>
                  </a:lnTo>
                  <a:lnTo>
                    <a:pt x="40" y="1"/>
                  </a:lnTo>
                  <a:lnTo>
                    <a:pt x="37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28" y="0"/>
                  </a:lnTo>
                  <a:lnTo>
                    <a:pt x="25" y="0"/>
                  </a:lnTo>
                  <a:lnTo>
                    <a:pt x="22" y="1"/>
                  </a:lnTo>
                  <a:lnTo>
                    <a:pt x="19" y="2"/>
                  </a:lnTo>
                  <a:lnTo>
                    <a:pt x="16" y="3"/>
                  </a:lnTo>
                  <a:lnTo>
                    <a:pt x="14" y="5"/>
                  </a:lnTo>
                  <a:lnTo>
                    <a:pt x="12" y="7"/>
                  </a:lnTo>
                  <a:lnTo>
                    <a:pt x="9" y="9"/>
                  </a:lnTo>
                  <a:lnTo>
                    <a:pt x="7" y="11"/>
                  </a:lnTo>
                  <a:lnTo>
                    <a:pt x="5" y="13"/>
                  </a:lnTo>
                  <a:lnTo>
                    <a:pt x="4" y="16"/>
                  </a:lnTo>
                  <a:lnTo>
                    <a:pt x="2" y="19"/>
                  </a:lnTo>
                  <a:lnTo>
                    <a:pt x="1" y="22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31"/>
                  </a:lnTo>
                  <a:lnTo>
                    <a:pt x="0" y="34"/>
                  </a:lnTo>
                  <a:lnTo>
                    <a:pt x="0" y="38"/>
                  </a:lnTo>
                  <a:lnTo>
                    <a:pt x="1" y="40"/>
                  </a:lnTo>
                  <a:lnTo>
                    <a:pt x="2" y="44"/>
                  </a:lnTo>
                  <a:lnTo>
                    <a:pt x="4" y="46"/>
                  </a:lnTo>
                  <a:lnTo>
                    <a:pt x="5" y="48"/>
                  </a:lnTo>
                  <a:lnTo>
                    <a:pt x="7" y="51"/>
                  </a:lnTo>
                  <a:lnTo>
                    <a:pt x="9" y="54"/>
                  </a:lnTo>
                  <a:lnTo>
                    <a:pt x="12" y="55"/>
                  </a:lnTo>
                  <a:lnTo>
                    <a:pt x="14" y="58"/>
                  </a:lnTo>
                  <a:lnTo>
                    <a:pt x="16" y="59"/>
                  </a:lnTo>
                  <a:lnTo>
                    <a:pt x="19" y="61"/>
                  </a:lnTo>
                  <a:lnTo>
                    <a:pt x="22" y="62"/>
                  </a:lnTo>
                  <a:lnTo>
                    <a:pt x="25" y="63"/>
                  </a:lnTo>
                  <a:lnTo>
                    <a:pt x="28" y="63"/>
                  </a:lnTo>
                  <a:lnTo>
                    <a:pt x="32" y="64"/>
                  </a:lnTo>
                  <a:close/>
                </a:path>
              </a:pathLst>
            </a:custGeom>
            <a:solidFill>
              <a:srgbClr val="FF404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86" name="Freeform 140"/>
            <p:cNvSpPr/>
            <p:nvPr/>
          </p:nvSpPr>
          <p:spPr>
            <a:xfrm>
              <a:off x="2464" y="2486"/>
              <a:ext cx="63" cy="64"/>
            </a:xfrm>
            <a:custGeom>
              <a:avLst/>
              <a:gdLst/>
              <a:ahLst/>
              <a:cxnLst>
                <a:cxn ang="0">
                  <a:pos x="34" y="63"/>
                </a:cxn>
                <a:cxn ang="0">
                  <a:pos x="41" y="62"/>
                </a:cxn>
                <a:cxn ang="0">
                  <a:pos x="46" y="59"/>
                </a:cxn>
                <a:cxn ang="0">
                  <a:pos x="51" y="55"/>
                </a:cxn>
                <a:cxn ang="0">
                  <a:pos x="55" y="51"/>
                </a:cxn>
                <a:cxn ang="0">
                  <a:pos x="59" y="47"/>
                </a:cxn>
                <a:cxn ang="0">
                  <a:pos x="61" y="41"/>
                </a:cxn>
                <a:cxn ang="0">
                  <a:pos x="63" y="35"/>
                </a:cxn>
                <a:cxn ang="0">
                  <a:pos x="63" y="29"/>
                </a:cxn>
                <a:cxn ang="0">
                  <a:pos x="61" y="22"/>
                </a:cxn>
                <a:cxn ang="0">
                  <a:pos x="59" y="16"/>
                </a:cxn>
                <a:cxn ang="0">
                  <a:pos x="55" y="11"/>
                </a:cxn>
                <a:cxn ang="0">
                  <a:pos x="51" y="8"/>
                </a:cxn>
                <a:cxn ang="0">
                  <a:pos x="46" y="4"/>
                </a:cxn>
                <a:cxn ang="0">
                  <a:pos x="41" y="2"/>
                </a:cxn>
                <a:cxn ang="0">
                  <a:pos x="34" y="0"/>
                </a:cxn>
                <a:cxn ang="0">
                  <a:pos x="28" y="0"/>
                </a:cxn>
                <a:cxn ang="0">
                  <a:pos x="22" y="2"/>
                </a:cxn>
                <a:cxn ang="0">
                  <a:pos x="16" y="4"/>
                </a:cxn>
                <a:cxn ang="0">
                  <a:pos x="11" y="8"/>
                </a:cxn>
                <a:cxn ang="0">
                  <a:pos x="6" y="11"/>
                </a:cxn>
                <a:cxn ang="0">
                  <a:pos x="4" y="16"/>
                </a:cxn>
                <a:cxn ang="0">
                  <a:pos x="1" y="22"/>
                </a:cxn>
                <a:cxn ang="0">
                  <a:pos x="0" y="29"/>
                </a:cxn>
                <a:cxn ang="0">
                  <a:pos x="0" y="35"/>
                </a:cxn>
                <a:cxn ang="0">
                  <a:pos x="1" y="41"/>
                </a:cxn>
                <a:cxn ang="0">
                  <a:pos x="4" y="47"/>
                </a:cxn>
                <a:cxn ang="0">
                  <a:pos x="6" y="51"/>
                </a:cxn>
                <a:cxn ang="0">
                  <a:pos x="11" y="55"/>
                </a:cxn>
                <a:cxn ang="0">
                  <a:pos x="16" y="59"/>
                </a:cxn>
                <a:cxn ang="0">
                  <a:pos x="22" y="62"/>
                </a:cxn>
                <a:cxn ang="0">
                  <a:pos x="28" y="63"/>
                </a:cxn>
                <a:cxn ang="0">
                  <a:pos x="31" y="64"/>
                </a:cxn>
              </a:cxnLst>
              <a:rect l="0" t="0" r="0" b="0"/>
              <a:pathLst>
                <a:path w="63" h="64">
                  <a:moveTo>
                    <a:pt x="31" y="64"/>
                  </a:moveTo>
                  <a:lnTo>
                    <a:pt x="34" y="63"/>
                  </a:lnTo>
                  <a:lnTo>
                    <a:pt x="38" y="63"/>
                  </a:lnTo>
                  <a:lnTo>
                    <a:pt x="41" y="62"/>
                  </a:lnTo>
                  <a:lnTo>
                    <a:pt x="44" y="61"/>
                  </a:lnTo>
                  <a:lnTo>
                    <a:pt x="46" y="59"/>
                  </a:lnTo>
                  <a:lnTo>
                    <a:pt x="49" y="58"/>
                  </a:lnTo>
                  <a:lnTo>
                    <a:pt x="51" y="55"/>
                  </a:lnTo>
                  <a:lnTo>
                    <a:pt x="54" y="54"/>
                  </a:lnTo>
                  <a:lnTo>
                    <a:pt x="55" y="51"/>
                  </a:lnTo>
                  <a:lnTo>
                    <a:pt x="57" y="49"/>
                  </a:lnTo>
                  <a:lnTo>
                    <a:pt x="59" y="47"/>
                  </a:lnTo>
                  <a:lnTo>
                    <a:pt x="61" y="44"/>
                  </a:lnTo>
                  <a:lnTo>
                    <a:pt x="61" y="41"/>
                  </a:lnTo>
                  <a:lnTo>
                    <a:pt x="63" y="38"/>
                  </a:lnTo>
                  <a:lnTo>
                    <a:pt x="63" y="35"/>
                  </a:lnTo>
                  <a:lnTo>
                    <a:pt x="63" y="32"/>
                  </a:lnTo>
                  <a:lnTo>
                    <a:pt x="63" y="29"/>
                  </a:lnTo>
                  <a:lnTo>
                    <a:pt x="63" y="26"/>
                  </a:lnTo>
                  <a:lnTo>
                    <a:pt x="61" y="22"/>
                  </a:lnTo>
                  <a:lnTo>
                    <a:pt x="61" y="20"/>
                  </a:lnTo>
                  <a:lnTo>
                    <a:pt x="59" y="16"/>
                  </a:lnTo>
                  <a:lnTo>
                    <a:pt x="57" y="14"/>
                  </a:lnTo>
                  <a:lnTo>
                    <a:pt x="55" y="11"/>
                  </a:lnTo>
                  <a:lnTo>
                    <a:pt x="54" y="10"/>
                  </a:lnTo>
                  <a:lnTo>
                    <a:pt x="51" y="8"/>
                  </a:lnTo>
                  <a:lnTo>
                    <a:pt x="49" y="6"/>
                  </a:lnTo>
                  <a:lnTo>
                    <a:pt x="46" y="4"/>
                  </a:lnTo>
                  <a:lnTo>
                    <a:pt x="44" y="3"/>
                  </a:lnTo>
                  <a:lnTo>
                    <a:pt x="41" y="2"/>
                  </a:lnTo>
                  <a:lnTo>
                    <a:pt x="38" y="1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28" y="0"/>
                  </a:lnTo>
                  <a:lnTo>
                    <a:pt x="25" y="1"/>
                  </a:lnTo>
                  <a:lnTo>
                    <a:pt x="22" y="2"/>
                  </a:lnTo>
                  <a:lnTo>
                    <a:pt x="19" y="3"/>
                  </a:lnTo>
                  <a:lnTo>
                    <a:pt x="16" y="4"/>
                  </a:lnTo>
                  <a:lnTo>
                    <a:pt x="13" y="6"/>
                  </a:lnTo>
                  <a:lnTo>
                    <a:pt x="11" y="8"/>
                  </a:lnTo>
                  <a:lnTo>
                    <a:pt x="8" y="10"/>
                  </a:lnTo>
                  <a:lnTo>
                    <a:pt x="6" y="11"/>
                  </a:lnTo>
                  <a:lnTo>
                    <a:pt x="5" y="14"/>
                  </a:lnTo>
                  <a:lnTo>
                    <a:pt x="4" y="16"/>
                  </a:lnTo>
                  <a:lnTo>
                    <a:pt x="2" y="20"/>
                  </a:lnTo>
                  <a:lnTo>
                    <a:pt x="1" y="22"/>
                  </a:lnTo>
                  <a:lnTo>
                    <a:pt x="1" y="26"/>
                  </a:lnTo>
                  <a:lnTo>
                    <a:pt x="0" y="29"/>
                  </a:lnTo>
                  <a:lnTo>
                    <a:pt x="0" y="32"/>
                  </a:lnTo>
                  <a:lnTo>
                    <a:pt x="0" y="35"/>
                  </a:lnTo>
                  <a:lnTo>
                    <a:pt x="1" y="38"/>
                  </a:lnTo>
                  <a:lnTo>
                    <a:pt x="1" y="41"/>
                  </a:lnTo>
                  <a:lnTo>
                    <a:pt x="2" y="44"/>
                  </a:lnTo>
                  <a:lnTo>
                    <a:pt x="4" y="47"/>
                  </a:lnTo>
                  <a:lnTo>
                    <a:pt x="5" y="49"/>
                  </a:lnTo>
                  <a:lnTo>
                    <a:pt x="6" y="51"/>
                  </a:lnTo>
                  <a:lnTo>
                    <a:pt x="8" y="54"/>
                  </a:lnTo>
                  <a:lnTo>
                    <a:pt x="11" y="55"/>
                  </a:lnTo>
                  <a:lnTo>
                    <a:pt x="13" y="58"/>
                  </a:lnTo>
                  <a:lnTo>
                    <a:pt x="16" y="59"/>
                  </a:lnTo>
                  <a:lnTo>
                    <a:pt x="19" y="61"/>
                  </a:lnTo>
                  <a:lnTo>
                    <a:pt x="22" y="62"/>
                  </a:lnTo>
                  <a:lnTo>
                    <a:pt x="25" y="63"/>
                  </a:lnTo>
                  <a:lnTo>
                    <a:pt x="28" y="63"/>
                  </a:lnTo>
                  <a:lnTo>
                    <a:pt x="31" y="64"/>
                  </a:lnTo>
                  <a:close/>
                </a:path>
              </a:pathLst>
            </a:custGeom>
            <a:solidFill>
              <a:srgbClr val="FF404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87" name="Freeform 142"/>
            <p:cNvSpPr/>
            <p:nvPr/>
          </p:nvSpPr>
          <p:spPr>
            <a:xfrm>
              <a:off x="2461" y="2070"/>
              <a:ext cx="689" cy="304"/>
            </a:xfrm>
            <a:custGeom>
              <a:avLst/>
              <a:gdLst/>
              <a:ahLst/>
              <a:cxnLst>
                <a:cxn ang="0">
                  <a:pos x="593" y="1"/>
                </a:cxn>
                <a:cxn ang="0">
                  <a:pos x="465" y="0"/>
                </a:cxn>
                <a:cxn ang="0">
                  <a:pos x="301" y="35"/>
                </a:cxn>
                <a:cxn ang="0">
                  <a:pos x="16" y="35"/>
                </a:cxn>
                <a:cxn ang="0">
                  <a:pos x="0" y="37"/>
                </a:cxn>
                <a:cxn ang="0">
                  <a:pos x="302" y="37"/>
                </a:cxn>
                <a:cxn ang="0">
                  <a:pos x="320" y="35"/>
                </a:cxn>
                <a:cxn ang="0">
                  <a:pos x="477" y="2"/>
                </a:cxn>
                <a:cxn ang="0">
                  <a:pos x="588" y="2"/>
                </a:cxn>
                <a:cxn ang="0">
                  <a:pos x="593" y="1"/>
                </a:cxn>
                <a:cxn ang="0">
                  <a:pos x="593" y="1"/>
                </a:cxn>
              </a:cxnLst>
              <a:rect l="0" t="0" r="0" b="0"/>
              <a:pathLst>
                <a:path w="710" h="465">
                  <a:moveTo>
                    <a:pt x="710" y="2"/>
                  </a:moveTo>
                  <a:lnTo>
                    <a:pt x="558" y="0"/>
                  </a:lnTo>
                  <a:lnTo>
                    <a:pt x="360" y="446"/>
                  </a:lnTo>
                  <a:lnTo>
                    <a:pt x="18" y="445"/>
                  </a:lnTo>
                  <a:lnTo>
                    <a:pt x="0" y="465"/>
                  </a:lnTo>
                  <a:lnTo>
                    <a:pt x="361" y="465"/>
                  </a:lnTo>
                  <a:lnTo>
                    <a:pt x="383" y="456"/>
                  </a:lnTo>
                  <a:lnTo>
                    <a:pt x="571" y="24"/>
                  </a:lnTo>
                  <a:lnTo>
                    <a:pt x="704" y="27"/>
                  </a:lnTo>
                  <a:lnTo>
                    <a:pt x="71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88" name="Freeform 143"/>
            <p:cNvSpPr/>
            <p:nvPr/>
          </p:nvSpPr>
          <p:spPr>
            <a:xfrm>
              <a:off x="2376" y="2075"/>
              <a:ext cx="571" cy="299"/>
            </a:xfrm>
            <a:custGeom>
              <a:avLst/>
              <a:gdLst/>
              <a:ahLst/>
              <a:cxnLst>
                <a:cxn ang="0">
                  <a:pos x="571" y="1"/>
                </a:cxn>
                <a:cxn ang="0">
                  <a:pos x="0" y="0"/>
                </a:cxn>
                <a:cxn ang="0">
                  <a:pos x="85" y="299"/>
                </a:cxn>
                <a:cxn ang="0">
                  <a:pos x="102" y="296"/>
                </a:cxn>
                <a:cxn ang="0">
                  <a:pos x="103" y="279"/>
                </a:cxn>
                <a:cxn ang="0">
                  <a:pos x="31" y="22"/>
                </a:cxn>
                <a:cxn ang="0">
                  <a:pos x="561" y="23"/>
                </a:cxn>
                <a:cxn ang="0">
                  <a:pos x="571" y="1"/>
                </a:cxn>
                <a:cxn ang="0">
                  <a:pos x="571" y="1"/>
                </a:cxn>
              </a:cxnLst>
              <a:rect l="0" t="0" r="0" b="0"/>
              <a:pathLst>
                <a:path w="571" h="299">
                  <a:moveTo>
                    <a:pt x="571" y="1"/>
                  </a:moveTo>
                  <a:lnTo>
                    <a:pt x="0" y="0"/>
                  </a:lnTo>
                  <a:lnTo>
                    <a:pt x="85" y="299"/>
                  </a:lnTo>
                  <a:lnTo>
                    <a:pt x="102" y="296"/>
                  </a:lnTo>
                  <a:lnTo>
                    <a:pt x="103" y="279"/>
                  </a:lnTo>
                  <a:lnTo>
                    <a:pt x="31" y="22"/>
                  </a:lnTo>
                  <a:lnTo>
                    <a:pt x="561" y="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89" name="Freeform 144"/>
            <p:cNvSpPr/>
            <p:nvPr/>
          </p:nvSpPr>
          <p:spPr>
            <a:xfrm>
              <a:off x="2470" y="2354"/>
              <a:ext cx="374" cy="133"/>
            </a:xfrm>
            <a:custGeom>
              <a:avLst/>
              <a:gdLst/>
              <a:ahLst/>
              <a:cxnLst>
                <a:cxn ang="0">
                  <a:pos x="352" y="20"/>
                </a:cxn>
                <a:cxn ang="0">
                  <a:pos x="347" y="112"/>
                </a:cxn>
                <a:cxn ang="0">
                  <a:pos x="1" y="109"/>
                </a:cxn>
                <a:cxn ang="0">
                  <a:pos x="0" y="131"/>
                </a:cxn>
                <a:cxn ang="0">
                  <a:pos x="368" y="133"/>
                </a:cxn>
                <a:cxn ang="0">
                  <a:pos x="374" y="0"/>
                </a:cxn>
                <a:cxn ang="0">
                  <a:pos x="352" y="20"/>
                </a:cxn>
                <a:cxn ang="0">
                  <a:pos x="352" y="20"/>
                </a:cxn>
              </a:cxnLst>
              <a:rect l="0" t="0" r="0" b="0"/>
              <a:pathLst>
                <a:path w="374" h="133">
                  <a:moveTo>
                    <a:pt x="352" y="20"/>
                  </a:moveTo>
                  <a:lnTo>
                    <a:pt x="347" y="112"/>
                  </a:lnTo>
                  <a:lnTo>
                    <a:pt x="1" y="109"/>
                  </a:lnTo>
                  <a:lnTo>
                    <a:pt x="0" y="131"/>
                  </a:lnTo>
                  <a:lnTo>
                    <a:pt x="368" y="133"/>
                  </a:lnTo>
                  <a:lnTo>
                    <a:pt x="374" y="0"/>
                  </a:lnTo>
                  <a:lnTo>
                    <a:pt x="352" y="2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0" name="Freeform 145"/>
            <p:cNvSpPr/>
            <p:nvPr/>
          </p:nvSpPr>
          <p:spPr>
            <a:xfrm>
              <a:off x="2468" y="2472"/>
              <a:ext cx="85" cy="85"/>
            </a:xfrm>
            <a:custGeom>
              <a:avLst/>
              <a:gdLst/>
              <a:ahLst/>
              <a:cxnLst>
                <a:cxn ang="0">
                  <a:pos x="46" y="61"/>
                </a:cxn>
                <a:cxn ang="0">
                  <a:pos x="53" y="58"/>
                </a:cxn>
                <a:cxn ang="0">
                  <a:pos x="59" y="53"/>
                </a:cxn>
                <a:cxn ang="0">
                  <a:pos x="61" y="46"/>
                </a:cxn>
                <a:cxn ang="0">
                  <a:pos x="61" y="38"/>
                </a:cxn>
                <a:cxn ang="0">
                  <a:pos x="59" y="31"/>
                </a:cxn>
                <a:cxn ang="0">
                  <a:pos x="53" y="26"/>
                </a:cxn>
                <a:cxn ang="0">
                  <a:pos x="46" y="24"/>
                </a:cxn>
                <a:cxn ang="0">
                  <a:pos x="39" y="24"/>
                </a:cxn>
                <a:cxn ang="0">
                  <a:pos x="31" y="26"/>
                </a:cxn>
                <a:cxn ang="0">
                  <a:pos x="26" y="31"/>
                </a:cxn>
                <a:cxn ang="0">
                  <a:pos x="23" y="38"/>
                </a:cxn>
                <a:cxn ang="0">
                  <a:pos x="23" y="45"/>
                </a:cxn>
                <a:cxn ang="0">
                  <a:pos x="25" y="52"/>
                </a:cxn>
                <a:cxn ang="0">
                  <a:pos x="30" y="57"/>
                </a:cxn>
                <a:cxn ang="0">
                  <a:pos x="36" y="60"/>
                </a:cxn>
                <a:cxn ang="0">
                  <a:pos x="39" y="64"/>
                </a:cxn>
                <a:cxn ang="0">
                  <a:pos x="38" y="69"/>
                </a:cxn>
                <a:cxn ang="0">
                  <a:pos x="38" y="76"/>
                </a:cxn>
                <a:cxn ang="0">
                  <a:pos x="37" y="81"/>
                </a:cxn>
                <a:cxn ang="0">
                  <a:pos x="33" y="83"/>
                </a:cxn>
                <a:cxn ang="0">
                  <a:pos x="25" y="81"/>
                </a:cxn>
                <a:cxn ang="0">
                  <a:pos x="19" y="78"/>
                </a:cxn>
                <a:cxn ang="0">
                  <a:pos x="13" y="73"/>
                </a:cxn>
                <a:cxn ang="0">
                  <a:pos x="8" y="67"/>
                </a:cxn>
                <a:cxn ang="0">
                  <a:pos x="4" y="61"/>
                </a:cxn>
                <a:cxn ang="0">
                  <a:pos x="2" y="54"/>
                </a:cxn>
                <a:cxn ang="0">
                  <a:pos x="0" y="46"/>
                </a:cxn>
                <a:cxn ang="0">
                  <a:pos x="0" y="40"/>
                </a:cxn>
                <a:cxn ang="0">
                  <a:pos x="0" y="36"/>
                </a:cxn>
                <a:cxn ang="0">
                  <a:pos x="2" y="29"/>
                </a:cxn>
                <a:cxn ang="0">
                  <a:pos x="4" y="22"/>
                </a:cxn>
                <a:cxn ang="0">
                  <a:pos x="9" y="15"/>
                </a:cxn>
                <a:cxn ang="0">
                  <a:pos x="15" y="9"/>
                </a:cxn>
                <a:cxn ang="0">
                  <a:pos x="22" y="4"/>
                </a:cxn>
                <a:cxn ang="0">
                  <a:pos x="30" y="2"/>
                </a:cxn>
                <a:cxn ang="0">
                  <a:pos x="36" y="0"/>
                </a:cxn>
                <a:cxn ang="0">
                  <a:pos x="40" y="0"/>
                </a:cxn>
                <a:cxn ang="0">
                  <a:pos x="47" y="0"/>
                </a:cxn>
                <a:cxn ang="0">
                  <a:pos x="55" y="2"/>
                </a:cxn>
                <a:cxn ang="0">
                  <a:pos x="62" y="4"/>
                </a:cxn>
                <a:cxn ang="0">
                  <a:pos x="69" y="9"/>
                </a:cxn>
                <a:cxn ang="0">
                  <a:pos x="75" y="15"/>
                </a:cxn>
                <a:cxn ang="0">
                  <a:pos x="79" y="22"/>
                </a:cxn>
                <a:cxn ang="0">
                  <a:pos x="83" y="29"/>
                </a:cxn>
                <a:cxn ang="0">
                  <a:pos x="84" y="36"/>
                </a:cxn>
                <a:cxn ang="0">
                  <a:pos x="85" y="40"/>
                </a:cxn>
                <a:cxn ang="0">
                  <a:pos x="85" y="46"/>
                </a:cxn>
                <a:cxn ang="0">
                  <a:pos x="83" y="55"/>
                </a:cxn>
                <a:cxn ang="0">
                  <a:pos x="79" y="63"/>
                </a:cxn>
                <a:cxn ang="0">
                  <a:pos x="75" y="69"/>
                </a:cxn>
                <a:cxn ang="0">
                  <a:pos x="69" y="75"/>
                </a:cxn>
                <a:cxn ang="0">
                  <a:pos x="62" y="80"/>
                </a:cxn>
                <a:cxn ang="0">
                  <a:pos x="55" y="82"/>
                </a:cxn>
                <a:cxn ang="0">
                  <a:pos x="47" y="84"/>
                </a:cxn>
                <a:cxn ang="0">
                  <a:pos x="41" y="85"/>
                </a:cxn>
                <a:cxn ang="0">
                  <a:pos x="40" y="82"/>
                </a:cxn>
                <a:cxn ang="0">
                  <a:pos x="40" y="76"/>
                </a:cxn>
                <a:cxn ang="0">
                  <a:pos x="41" y="69"/>
                </a:cxn>
                <a:cxn ang="0">
                  <a:pos x="41" y="64"/>
                </a:cxn>
                <a:cxn ang="0">
                  <a:pos x="42" y="62"/>
                </a:cxn>
                <a:cxn ang="0">
                  <a:pos x="42" y="62"/>
                </a:cxn>
              </a:cxnLst>
              <a:rect l="0" t="0" r="0" b="0"/>
              <a:pathLst>
                <a:path w="85" h="85">
                  <a:moveTo>
                    <a:pt x="42" y="62"/>
                  </a:moveTo>
                  <a:lnTo>
                    <a:pt x="46" y="61"/>
                  </a:lnTo>
                  <a:lnTo>
                    <a:pt x="50" y="60"/>
                  </a:lnTo>
                  <a:lnTo>
                    <a:pt x="53" y="58"/>
                  </a:lnTo>
                  <a:lnTo>
                    <a:pt x="57" y="56"/>
                  </a:lnTo>
                  <a:lnTo>
                    <a:pt x="59" y="53"/>
                  </a:lnTo>
                  <a:lnTo>
                    <a:pt x="60" y="50"/>
                  </a:lnTo>
                  <a:lnTo>
                    <a:pt x="61" y="46"/>
                  </a:lnTo>
                  <a:lnTo>
                    <a:pt x="62" y="43"/>
                  </a:lnTo>
                  <a:lnTo>
                    <a:pt x="61" y="38"/>
                  </a:lnTo>
                  <a:lnTo>
                    <a:pt x="60" y="34"/>
                  </a:lnTo>
                  <a:lnTo>
                    <a:pt x="59" y="31"/>
                  </a:lnTo>
                  <a:lnTo>
                    <a:pt x="57" y="28"/>
                  </a:lnTo>
                  <a:lnTo>
                    <a:pt x="53" y="26"/>
                  </a:lnTo>
                  <a:lnTo>
                    <a:pt x="50" y="25"/>
                  </a:lnTo>
                  <a:lnTo>
                    <a:pt x="46" y="24"/>
                  </a:lnTo>
                  <a:lnTo>
                    <a:pt x="42" y="24"/>
                  </a:lnTo>
                  <a:lnTo>
                    <a:pt x="39" y="24"/>
                  </a:lnTo>
                  <a:lnTo>
                    <a:pt x="35" y="25"/>
                  </a:lnTo>
                  <a:lnTo>
                    <a:pt x="31" y="26"/>
                  </a:lnTo>
                  <a:lnTo>
                    <a:pt x="29" y="28"/>
                  </a:lnTo>
                  <a:lnTo>
                    <a:pt x="26" y="31"/>
                  </a:lnTo>
                  <a:lnTo>
                    <a:pt x="25" y="34"/>
                  </a:lnTo>
                  <a:lnTo>
                    <a:pt x="23" y="38"/>
                  </a:lnTo>
                  <a:lnTo>
                    <a:pt x="23" y="43"/>
                  </a:lnTo>
                  <a:lnTo>
                    <a:pt x="23" y="45"/>
                  </a:lnTo>
                  <a:lnTo>
                    <a:pt x="24" y="49"/>
                  </a:lnTo>
                  <a:lnTo>
                    <a:pt x="25" y="52"/>
                  </a:lnTo>
                  <a:lnTo>
                    <a:pt x="28" y="55"/>
                  </a:lnTo>
                  <a:lnTo>
                    <a:pt x="30" y="57"/>
                  </a:lnTo>
                  <a:lnTo>
                    <a:pt x="33" y="59"/>
                  </a:lnTo>
                  <a:lnTo>
                    <a:pt x="36" y="60"/>
                  </a:lnTo>
                  <a:lnTo>
                    <a:pt x="40" y="62"/>
                  </a:lnTo>
                  <a:lnTo>
                    <a:pt x="39" y="64"/>
                  </a:lnTo>
                  <a:lnTo>
                    <a:pt x="39" y="67"/>
                  </a:lnTo>
                  <a:lnTo>
                    <a:pt x="38" y="69"/>
                  </a:lnTo>
                  <a:lnTo>
                    <a:pt x="38" y="73"/>
                  </a:lnTo>
                  <a:lnTo>
                    <a:pt x="38" y="76"/>
                  </a:lnTo>
                  <a:lnTo>
                    <a:pt x="38" y="79"/>
                  </a:lnTo>
                  <a:lnTo>
                    <a:pt x="37" y="81"/>
                  </a:lnTo>
                  <a:lnTo>
                    <a:pt x="37" y="84"/>
                  </a:lnTo>
                  <a:lnTo>
                    <a:pt x="33" y="83"/>
                  </a:lnTo>
                  <a:lnTo>
                    <a:pt x="29" y="82"/>
                  </a:lnTo>
                  <a:lnTo>
                    <a:pt x="25" y="81"/>
                  </a:lnTo>
                  <a:lnTo>
                    <a:pt x="22" y="80"/>
                  </a:lnTo>
                  <a:lnTo>
                    <a:pt x="19" y="78"/>
                  </a:lnTo>
                  <a:lnTo>
                    <a:pt x="16" y="76"/>
                  </a:lnTo>
                  <a:lnTo>
                    <a:pt x="13" y="73"/>
                  </a:lnTo>
                  <a:lnTo>
                    <a:pt x="11" y="71"/>
                  </a:lnTo>
                  <a:lnTo>
                    <a:pt x="8" y="67"/>
                  </a:lnTo>
                  <a:lnTo>
                    <a:pt x="6" y="64"/>
                  </a:lnTo>
                  <a:lnTo>
                    <a:pt x="4" y="61"/>
                  </a:lnTo>
                  <a:lnTo>
                    <a:pt x="2" y="58"/>
                  </a:lnTo>
                  <a:lnTo>
                    <a:pt x="2" y="54"/>
                  </a:lnTo>
                  <a:lnTo>
                    <a:pt x="1" y="50"/>
                  </a:lnTo>
                  <a:lnTo>
                    <a:pt x="0" y="46"/>
                  </a:lnTo>
                  <a:lnTo>
                    <a:pt x="0" y="43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1" y="34"/>
                  </a:lnTo>
                  <a:lnTo>
                    <a:pt x="2" y="29"/>
                  </a:lnTo>
                  <a:lnTo>
                    <a:pt x="3" y="25"/>
                  </a:lnTo>
                  <a:lnTo>
                    <a:pt x="4" y="22"/>
                  </a:lnTo>
                  <a:lnTo>
                    <a:pt x="7" y="18"/>
                  </a:lnTo>
                  <a:lnTo>
                    <a:pt x="9" y="15"/>
                  </a:lnTo>
                  <a:lnTo>
                    <a:pt x="12" y="12"/>
                  </a:lnTo>
                  <a:lnTo>
                    <a:pt x="15" y="9"/>
                  </a:lnTo>
                  <a:lnTo>
                    <a:pt x="19" y="7"/>
                  </a:lnTo>
                  <a:lnTo>
                    <a:pt x="22" y="4"/>
                  </a:lnTo>
                  <a:lnTo>
                    <a:pt x="26" y="3"/>
                  </a:lnTo>
                  <a:lnTo>
                    <a:pt x="30" y="2"/>
                  </a:lnTo>
                  <a:lnTo>
                    <a:pt x="34" y="1"/>
                  </a:lnTo>
                  <a:lnTo>
                    <a:pt x="36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7" y="0"/>
                  </a:lnTo>
                  <a:lnTo>
                    <a:pt x="51" y="1"/>
                  </a:lnTo>
                  <a:lnTo>
                    <a:pt x="55" y="2"/>
                  </a:lnTo>
                  <a:lnTo>
                    <a:pt x="59" y="3"/>
                  </a:lnTo>
                  <a:lnTo>
                    <a:pt x="62" y="4"/>
                  </a:lnTo>
                  <a:lnTo>
                    <a:pt x="66" y="7"/>
                  </a:lnTo>
                  <a:lnTo>
                    <a:pt x="69" y="9"/>
                  </a:lnTo>
                  <a:lnTo>
                    <a:pt x="73" y="12"/>
                  </a:lnTo>
                  <a:lnTo>
                    <a:pt x="75" y="15"/>
                  </a:lnTo>
                  <a:lnTo>
                    <a:pt x="77" y="18"/>
                  </a:lnTo>
                  <a:lnTo>
                    <a:pt x="79" y="22"/>
                  </a:lnTo>
                  <a:lnTo>
                    <a:pt x="82" y="25"/>
                  </a:lnTo>
                  <a:lnTo>
                    <a:pt x="83" y="29"/>
                  </a:lnTo>
                  <a:lnTo>
                    <a:pt x="84" y="34"/>
                  </a:lnTo>
                  <a:lnTo>
                    <a:pt x="84" y="36"/>
                  </a:lnTo>
                  <a:lnTo>
                    <a:pt x="85" y="38"/>
                  </a:lnTo>
                  <a:lnTo>
                    <a:pt x="85" y="40"/>
                  </a:lnTo>
                  <a:lnTo>
                    <a:pt x="85" y="43"/>
                  </a:lnTo>
                  <a:lnTo>
                    <a:pt x="85" y="46"/>
                  </a:lnTo>
                  <a:lnTo>
                    <a:pt x="84" y="50"/>
                  </a:lnTo>
                  <a:lnTo>
                    <a:pt x="83" y="55"/>
                  </a:lnTo>
                  <a:lnTo>
                    <a:pt x="82" y="59"/>
                  </a:lnTo>
                  <a:lnTo>
                    <a:pt x="79" y="63"/>
                  </a:lnTo>
                  <a:lnTo>
                    <a:pt x="77" y="65"/>
                  </a:lnTo>
                  <a:lnTo>
                    <a:pt x="75" y="69"/>
                  </a:lnTo>
                  <a:lnTo>
                    <a:pt x="73" y="72"/>
                  </a:lnTo>
                  <a:lnTo>
                    <a:pt x="69" y="75"/>
                  </a:lnTo>
                  <a:lnTo>
                    <a:pt x="66" y="77"/>
                  </a:lnTo>
                  <a:lnTo>
                    <a:pt x="62" y="80"/>
                  </a:lnTo>
                  <a:lnTo>
                    <a:pt x="59" y="81"/>
                  </a:lnTo>
                  <a:lnTo>
                    <a:pt x="55" y="82"/>
                  </a:lnTo>
                  <a:lnTo>
                    <a:pt x="51" y="84"/>
                  </a:lnTo>
                  <a:lnTo>
                    <a:pt x="47" y="84"/>
                  </a:lnTo>
                  <a:lnTo>
                    <a:pt x="42" y="85"/>
                  </a:lnTo>
                  <a:lnTo>
                    <a:pt x="41" y="85"/>
                  </a:lnTo>
                  <a:lnTo>
                    <a:pt x="40" y="85"/>
                  </a:lnTo>
                  <a:lnTo>
                    <a:pt x="40" y="82"/>
                  </a:lnTo>
                  <a:lnTo>
                    <a:pt x="40" y="79"/>
                  </a:lnTo>
                  <a:lnTo>
                    <a:pt x="40" y="76"/>
                  </a:lnTo>
                  <a:lnTo>
                    <a:pt x="41" y="73"/>
                  </a:lnTo>
                  <a:lnTo>
                    <a:pt x="41" y="69"/>
                  </a:lnTo>
                  <a:lnTo>
                    <a:pt x="41" y="67"/>
                  </a:lnTo>
                  <a:lnTo>
                    <a:pt x="41" y="64"/>
                  </a:lnTo>
                  <a:lnTo>
                    <a:pt x="42" y="6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1" name="Freeform 146"/>
            <p:cNvSpPr/>
            <p:nvPr/>
          </p:nvSpPr>
          <p:spPr>
            <a:xfrm>
              <a:off x="2504" y="2534"/>
              <a:ext cx="9" cy="23"/>
            </a:xfrm>
            <a:custGeom>
              <a:avLst/>
              <a:gdLst/>
              <a:ahLst/>
              <a:cxnLst>
                <a:cxn ang="0">
                  <a:pos x="0" y="21"/>
                </a:cxn>
                <a:cxn ang="0">
                  <a:pos x="1" y="22"/>
                </a:cxn>
                <a:cxn ang="0">
                  <a:pos x="4" y="23"/>
                </a:cxn>
                <a:cxn ang="0">
                  <a:pos x="9" y="19"/>
                </a:cxn>
                <a:cxn ang="0">
                  <a:pos x="6" y="0"/>
                </a:cxn>
                <a:cxn ang="0">
                  <a:pos x="3" y="0"/>
                </a:cxn>
                <a:cxn ang="0">
                  <a:pos x="0" y="21"/>
                </a:cxn>
                <a:cxn ang="0">
                  <a:pos x="0" y="21"/>
                </a:cxn>
              </a:cxnLst>
              <a:rect l="0" t="0" r="0" b="0"/>
              <a:pathLst>
                <a:path w="9" h="23">
                  <a:moveTo>
                    <a:pt x="0" y="21"/>
                  </a:moveTo>
                  <a:lnTo>
                    <a:pt x="1" y="22"/>
                  </a:lnTo>
                  <a:lnTo>
                    <a:pt x="4" y="23"/>
                  </a:lnTo>
                  <a:lnTo>
                    <a:pt x="9" y="19"/>
                  </a:lnTo>
                  <a:lnTo>
                    <a:pt x="6" y="0"/>
                  </a:lnTo>
                  <a:lnTo>
                    <a:pt x="3" y="0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2" name="Freeform 147"/>
            <p:cNvSpPr/>
            <p:nvPr/>
          </p:nvSpPr>
          <p:spPr>
            <a:xfrm>
              <a:off x="2764" y="2472"/>
              <a:ext cx="84" cy="85"/>
            </a:xfrm>
            <a:custGeom>
              <a:avLst/>
              <a:gdLst/>
              <a:ahLst/>
              <a:cxnLst>
                <a:cxn ang="0">
                  <a:pos x="45" y="62"/>
                </a:cxn>
                <a:cxn ang="0">
                  <a:pos x="53" y="59"/>
                </a:cxn>
                <a:cxn ang="0">
                  <a:pos x="58" y="53"/>
                </a:cxn>
                <a:cxn ang="0">
                  <a:pos x="62" y="46"/>
                </a:cxn>
                <a:cxn ang="0">
                  <a:pos x="62" y="38"/>
                </a:cxn>
                <a:cxn ang="0">
                  <a:pos x="58" y="31"/>
                </a:cxn>
                <a:cxn ang="0">
                  <a:pos x="53" y="26"/>
                </a:cxn>
                <a:cxn ang="0">
                  <a:pos x="45" y="24"/>
                </a:cxn>
                <a:cxn ang="0">
                  <a:pos x="38" y="24"/>
                </a:cxn>
                <a:cxn ang="0">
                  <a:pos x="31" y="26"/>
                </a:cxn>
                <a:cxn ang="0">
                  <a:pos x="25" y="31"/>
                </a:cxn>
                <a:cxn ang="0">
                  <a:pos x="24" y="38"/>
                </a:cxn>
                <a:cxn ang="0">
                  <a:pos x="24" y="45"/>
                </a:cxn>
                <a:cxn ang="0">
                  <a:pos x="25" y="52"/>
                </a:cxn>
                <a:cxn ang="0">
                  <a:pos x="29" y="57"/>
                </a:cxn>
                <a:cxn ang="0">
                  <a:pos x="35" y="61"/>
                </a:cxn>
                <a:cxn ang="0">
                  <a:pos x="38" y="64"/>
                </a:cxn>
                <a:cxn ang="0">
                  <a:pos x="38" y="69"/>
                </a:cxn>
                <a:cxn ang="0">
                  <a:pos x="38" y="76"/>
                </a:cxn>
                <a:cxn ang="0">
                  <a:pos x="38" y="82"/>
                </a:cxn>
                <a:cxn ang="0">
                  <a:pos x="33" y="84"/>
                </a:cxn>
                <a:cxn ang="0">
                  <a:pos x="25" y="81"/>
                </a:cxn>
                <a:cxn ang="0">
                  <a:pos x="19" y="78"/>
                </a:cxn>
                <a:cxn ang="0">
                  <a:pos x="13" y="73"/>
                </a:cxn>
                <a:cxn ang="0">
                  <a:pos x="7" y="67"/>
                </a:cxn>
                <a:cxn ang="0">
                  <a:pos x="4" y="61"/>
                </a:cxn>
                <a:cxn ang="0">
                  <a:pos x="1" y="54"/>
                </a:cxn>
                <a:cxn ang="0">
                  <a:pos x="0" y="46"/>
                </a:cxn>
                <a:cxn ang="0">
                  <a:pos x="0" y="40"/>
                </a:cxn>
                <a:cxn ang="0">
                  <a:pos x="0" y="36"/>
                </a:cxn>
                <a:cxn ang="0">
                  <a:pos x="1" y="29"/>
                </a:cxn>
                <a:cxn ang="0">
                  <a:pos x="4" y="22"/>
                </a:cxn>
                <a:cxn ang="0">
                  <a:pos x="8" y="15"/>
                </a:cxn>
                <a:cxn ang="0">
                  <a:pos x="14" y="9"/>
                </a:cxn>
                <a:cxn ang="0">
                  <a:pos x="22" y="4"/>
                </a:cxn>
                <a:cxn ang="0">
                  <a:pos x="28" y="2"/>
                </a:cxn>
                <a:cxn ang="0">
                  <a:pos x="35" y="0"/>
                </a:cxn>
                <a:cxn ang="0">
                  <a:pos x="40" y="0"/>
                </a:cxn>
                <a:cxn ang="0">
                  <a:pos x="46" y="0"/>
                </a:cxn>
                <a:cxn ang="0">
                  <a:pos x="54" y="2"/>
                </a:cxn>
                <a:cxn ang="0">
                  <a:pos x="62" y="4"/>
                </a:cxn>
                <a:cxn ang="0">
                  <a:pos x="68" y="9"/>
                </a:cxn>
                <a:cxn ang="0">
                  <a:pos x="74" y="15"/>
                </a:cxn>
                <a:cxn ang="0">
                  <a:pos x="79" y="22"/>
                </a:cxn>
                <a:cxn ang="0">
                  <a:pos x="82" y="29"/>
                </a:cxn>
                <a:cxn ang="0">
                  <a:pos x="83" y="36"/>
                </a:cxn>
                <a:cxn ang="0">
                  <a:pos x="84" y="40"/>
                </a:cxn>
                <a:cxn ang="0">
                  <a:pos x="84" y="46"/>
                </a:cxn>
                <a:cxn ang="0">
                  <a:pos x="82" y="55"/>
                </a:cxn>
                <a:cxn ang="0">
                  <a:pos x="79" y="63"/>
                </a:cxn>
                <a:cxn ang="0">
                  <a:pos x="74" y="69"/>
                </a:cxn>
                <a:cxn ang="0">
                  <a:pos x="68" y="75"/>
                </a:cxn>
                <a:cxn ang="0">
                  <a:pos x="62" y="80"/>
                </a:cxn>
                <a:cxn ang="0">
                  <a:pos x="54" y="82"/>
                </a:cxn>
                <a:cxn ang="0">
                  <a:pos x="46" y="84"/>
                </a:cxn>
                <a:cxn ang="0">
                  <a:pos x="41" y="85"/>
                </a:cxn>
                <a:cxn ang="0">
                  <a:pos x="41" y="82"/>
                </a:cxn>
                <a:cxn ang="0">
                  <a:pos x="41" y="76"/>
                </a:cxn>
                <a:cxn ang="0">
                  <a:pos x="41" y="69"/>
                </a:cxn>
                <a:cxn ang="0">
                  <a:pos x="41" y="64"/>
                </a:cxn>
                <a:cxn ang="0">
                  <a:pos x="42" y="63"/>
                </a:cxn>
                <a:cxn ang="0">
                  <a:pos x="43" y="63"/>
                </a:cxn>
              </a:cxnLst>
              <a:rect l="0" t="0" r="0" b="0"/>
              <a:pathLst>
                <a:path w="84" h="85">
                  <a:moveTo>
                    <a:pt x="43" y="63"/>
                  </a:moveTo>
                  <a:lnTo>
                    <a:pt x="45" y="62"/>
                  </a:lnTo>
                  <a:lnTo>
                    <a:pt x="50" y="61"/>
                  </a:lnTo>
                  <a:lnTo>
                    <a:pt x="53" y="59"/>
                  </a:lnTo>
                  <a:lnTo>
                    <a:pt x="56" y="57"/>
                  </a:lnTo>
                  <a:lnTo>
                    <a:pt x="58" y="53"/>
                  </a:lnTo>
                  <a:lnTo>
                    <a:pt x="61" y="50"/>
                  </a:lnTo>
                  <a:lnTo>
                    <a:pt x="62" y="46"/>
                  </a:lnTo>
                  <a:lnTo>
                    <a:pt x="62" y="43"/>
                  </a:lnTo>
                  <a:lnTo>
                    <a:pt x="62" y="38"/>
                  </a:lnTo>
                  <a:lnTo>
                    <a:pt x="61" y="34"/>
                  </a:lnTo>
                  <a:lnTo>
                    <a:pt x="58" y="31"/>
                  </a:lnTo>
                  <a:lnTo>
                    <a:pt x="56" y="28"/>
                  </a:lnTo>
                  <a:lnTo>
                    <a:pt x="53" y="26"/>
                  </a:lnTo>
                  <a:lnTo>
                    <a:pt x="50" y="25"/>
                  </a:lnTo>
                  <a:lnTo>
                    <a:pt x="45" y="24"/>
                  </a:lnTo>
                  <a:lnTo>
                    <a:pt x="43" y="24"/>
                  </a:lnTo>
                  <a:lnTo>
                    <a:pt x="38" y="24"/>
                  </a:lnTo>
                  <a:lnTo>
                    <a:pt x="35" y="25"/>
                  </a:lnTo>
                  <a:lnTo>
                    <a:pt x="31" y="26"/>
                  </a:lnTo>
                  <a:lnTo>
                    <a:pt x="28" y="28"/>
                  </a:lnTo>
                  <a:lnTo>
                    <a:pt x="25" y="31"/>
                  </a:lnTo>
                  <a:lnTo>
                    <a:pt x="24" y="34"/>
                  </a:lnTo>
                  <a:lnTo>
                    <a:pt x="24" y="38"/>
                  </a:lnTo>
                  <a:lnTo>
                    <a:pt x="24" y="43"/>
                  </a:lnTo>
                  <a:lnTo>
                    <a:pt x="24" y="45"/>
                  </a:lnTo>
                  <a:lnTo>
                    <a:pt x="24" y="49"/>
                  </a:lnTo>
                  <a:lnTo>
                    <a:pt x="25" y="52"/>
                  </a:lnTo>
                  <a:lnTo>
                    <a:pt x="27" y="55"/>
                  </a:lnTo>
                  <a:lnTo>
                    <a:pt x="29" y="57"/>
                  </a:lnTo>
                  <a:lnTo>
                    <a:pt x="32" y="60"/>
                  </a:lnTo>
                  <a:lnTo>
                    <a:pt x="35" y="61"/>
                  </a:lnTo>
                  <a:lnTo>
                    <a:pt x="39" y="62"/>
                  </a:lnTo>
                  <a:lnTo>
                    <a:pt x="38" y="64"/>
                  </a:lnTo>
                  <a:lnTo>
                    <a:pt x="38" y="67"/>
                  </a:lnTo>
                  <a:lnTo>
                    <a:pt x="38" y="69"/>
                  </a:lnTo>
                  <a:lnTo>
                    <a:pt x="38" y="73"/>
                  </a:lnTo>
                  <a:lnTo>
                    <a:pt x="38" y="76"/>
                  </a:lnTo>
                  <a:lnTo>
                    <a:pt x="38" y="79"/>
                  </a:lnTo>
                  <a:lnTo>
                    <a:pt x="38" y="82"/>
                  </a:lnTo>
                  <a:lnTo>
                    <a:pt x="38" y="85"/>
                  </a:lnTo>
                  <a:lnTo>
                    <a:pt x="33" y="84"/>
                  </a:lnTo>
                  <a:lnTo>
                    <a:pt x="29" y="83"/>
                  </a:lnTo>
                  <a:lnTo>
                    <a:pt x="25" y="81"/>
                  </a:lnTo>
                  <a:lnTo>
                    <a:pt x="23" y="80"/>
                  </a:lnTo>
                  <a:lnTo>
                    <a:pt x="19" y="78"/>
                  </a:lnTo>
                  <a:lnTo>
                    <a:pt x="16" y="76"/>
                  </a:lnTo>
                  <a:lnTo>
                    <a:pt x="13" y="73"/>
                  </a:lnTo>
                  <a:lnTo>
                    <a:pt x="10" y="71"/>
                  </a:lnTo>
                  <a:lnTo>
                    <a:pt x="7" y="67"/>
                  </a:lnTo>
                  <a:lnTo>
                    <a:pt x="6" y="64"/>
                  </a:lnTo>
                  <a:lnTo>
                    <a:pt x="4" y="61"/>
                  </a:lnTo>
                  <a:lnTo>
                    <a:pt x="3" y="58"/>
                  </a:lnTo>
                  <a:lnTo>
                    <a:pt x="1" y="54"/>
                  </a:lnTo>
                  <a:lnTo>
                    <a:pt x="0" y="50"/>
                  </a:lnTo>
                  <a:lnTo>
                    <a:pt x="0" y="46"/>
                  </a:lnTo>
                  <a:lnTo>
                    <a:pt x="0" y="43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1" y="34"/>
                  </a:lnTo>
                  <a:lnTo>
                    <a:pt x="1" y="29"/>
                  </a:lnTo>
                  <a:lnTo>
                    <a:pt x="3" y="25"/>
                  </a:lnTo>
                  <a:lnTo>
                    <a:pt x="4" y="22"/>
                  </a:lnTo>
                  <a:lnTo>
                    <a:pt x="6" y="18"/>
                  </a:lnTo>
                  <a:lnTo>
                    <a:pt x="8" y="15"/>
                  </a:lnTo>
                  <a:lnTo>
                    <a:pt x="12" y="12"/>
                  </a:lnTo>
                  <a:lnTo>
                    <a:pt x="14" y="9"/>
                  </a:lnTo>
                  <a:lnTo>
                    <a:pt x="18" y="7"/>
                  </a:lnTo>
                  <a:lnTo>
                    <a:pt x="22" y="4"/>
                  </a:lnTo>
                  <a:lnTo>
                    <a:pt x="25" y="3"/>
                  </a:lnTo>
                  <a:lnTo>
                    <a:pt x="28" y="2"/>
                  </a:lnTo>
                  <a:lnTo>
                    <a:pt x="33" y="1"/>
                  </a:lnTo>
                  <a:lnTo>
                    <a:pt x="35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3" y="0"/>
                  </a:lnTo>
                  <a:lnTo>
                    <a:pt x="46" y="0"/>
                  </a:lnTo>
                  <a:lnTo>
                    <a:pt x="50" y="1"/>
                  </a:lnTo>
                  <a:lnTo>
                    <a:pt x="54" y="2"/>
                  </a:lnTo>
                  <a:lnTo>
                    <a:pt x="58" y="3"/>
                  </a:lnTo>
                  <a:lnTo>
                    <a:pt x="62" y="4"/>
                  </a:lnTo>
                  <a:lnTo>
                    <a:pt x="65" y="7"/>
                  </a:lnTo>
                  <a:lnTo>
                    <a:pt x="68" y="9"/>
                  </a:lnTo>
                  <a:lnTo>
                    <a:pt x="72" y="12"/>
                  </a:lnTo>
                  <a:lnTo>
                    <a:pt x="74" y="15"/>
                  </a:lnTo>
                  <a:lnTo>
                    <a:pt x="77" y="18"/>
                  </a:lnTo>
                  <a:lnTo>
                    <a:pt x="79" y="22"/>
                  </a:lnTo>
                  <a:lnTo>
                    <a:pt x="80" y="25"/>
                  </a:lnTo>
                  <a:lnTo>
                    <a:pt x="82" y="29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4" y="38"/>
                  </a:lnTo>
                  <a:lnTo>
                    <a:pt x="84" y="40"/>
                  </a:lnTo>
                  <a:lnTo>
                    <a:pt x="84" y="43"/>
                  </a:lnTo>
                  <a:lnTo>
                    <a:pt x="84" y="46"/>
                  </a:lnTo>
                  <a:lnTo>
                    <a:pt x="83" y="50"/>
                  </a:lnTo>
                  <a:lnTo>
                    <a:pt x="82" y="55"/>
                  </a:lnTo>
                  <a:lnTo>
                    <a:pt x="80" y="59"/>
                  </a:lnTo>
                  <a:lnTo>
                    <a:pt x="79" y="63"/>
                  </a:lnTo>
                  <a:lnTo>
                    <a:pt x="77" y="65"/>
                  </a:lnTo>
                  <a:lnTo>
                    <a:pt x="74" y="69"/>
                  </a:lnTo>
                  <a:lnTo>
                    <a:pt x="72" y="72"/>
                  </a:lnTo>
                  <a:lnTo>
                    <a:pt x="68" y="75"/>
                  </a:lnTo>
                  <a:lnTo>
                    <a:pt x="65" y="77"/>
                  </a:lnTo>
                  <a:lnTo>
                    <a:pt x="62" y="80"/>
                  </a:lnTo>
                  <a:lnTo>
                    <a:pt x="58" y="81"/>
                  </a:lnTo>
                  <a:lnTo>
                    <a:pt x="54" y="82"/>
                  </a:lnTo>
                  <a:lnTo>
                    <a:pt x="50" y="84"/>
                  </a:lnTo>
                  <a:lnTo>
                    <a:pt x="46" y="84"/>
                  </a:lnTo>
                  <a:lnTo>
                    <a:pt x="43" y="85"/>
                  </a:lnTo>
                  <a:lnTo>
                    <a:pt x="41" y="85"/>
                  </a:lnTo>
                  <a:lnTo>
                    <a:pt x="41" y="82"/>
                  </a:lnTo>
                  <a:lnTo>
                    <a:pt x="41" y="79"/>
                  </a:lnTo>
                  <a:lnTo>
                    <a:pt x="41" y="76"/>
                  </a:lnTo>
                  <a:lnTo>
                    <a:pt x="41" y="73"/>
                  </a:lnTo>
                  <a:lnTo>
                    <a:pt x="41" y="69"/>
                  </a:lnTo>
                  <a:lnTo>
                    <a:pt x="41" y="67"/>
                  </a:lnTo>
                  <a:lnTo>
                    <a:pt x="41" y="64"/>
                  </a:lnTo>
                  <a:lnTo>
                    <a:pt x="42" y="62"/>
                  </a:lnTo>
                  <a:lnTo>
                    <a:pt x="42" y="63"/>
                  </a:lnTo>
                  <a:lnTo>
                    <a:pt x="43" y="6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93" name="Freeform 148"/>
            <p:cNvSpPr/>
            <p:nvPr/>
          </p:nvSpPr>
          <p:spPr>
            <a:xfrm>
              <a:off x="2799" y="2534"/>
              <a:ext cx="10" cy="23"/>
            </a:xfrm>
            <a:custGeom>
              <a:avLst/>
              <a:gdLst/>
              <a:ahLst/>
              <a:cxnLst>
                <a:cxn ang="0">
                  <a:pos x="0" y="21"/>
                </a:cxn>
                <a:cxn ang="0">
                  <a:pos x="3" y="23"/>
                </a:cxn>
                <a:cxn ang="0">
                  <a:pos x="6" y="23"/>
                </a:cxn>
                <a:cxn ang="0">
                  <a:pos x="10" y="19"/>
                </a:cxn>
                <a:cxn ang="0">
                  <a:pos x="7" y="0"/>
                </a:cxn>
                <a:cxn ang="0">
                  <a:pos x="4" y="0"/>
                </a:cxn>
                <a:cxn ang="0">
                  <a:pos x="0" y="21"/>
                </a:cxn>
                <a:cxn ang="0">
                  <a:pos x="0" y="21"/>
                </a:cxn>
              </a:cxnLst>
              <a:rect l="0" t="0" r="0" b="0"/>
              <a:pathLst>
                <a:path w="10" h="23">
                  <a:moveTo>
                    <a:pt x="0" y="21"/>
                  </a:moveTo>
                  <a:lnTo>
                    <a:pt x="3" y="23"/>
                  </a:lnTo>
                  <a:lnTo>
                    <a:pt x="6" y="23"/>
                  </a:lnTo>
                  <a:lnTo>
                    <a:pt x="10" y="19"/>
                  </a:lnTo>
                  <a:lnTo>
                    <a:pt x="7" y="0"/>
                  </a:lnTo>
                  <a:lnTo>
                    <a:pt x="4" y="0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3" name="右箭头 362"/>
          <p:cNvSpPr/>
          <p:nvPr/>
        </p:nvSpPr>
        <p:spPr>
          <a:xfrm rot="10800000">
            <a:off x="2643188" y="3071813"/>
            <a:ext cx="500063" cy="428625"/>
          </a:xfrm>
          <a:prstGeom prst="right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4" name="右箭头 363"/>
          <p:cNvSpPr/>
          <p:nvPr/>
        </p:nvSpPr>
        <p:spPr>
          <a:xfrm>
            <a:off x="5786438" y="3071813"/>
            <a:ext cx="500063" cy="428625"/>
          </a:xfrm>
          <a:prstGeom prst="rightArrow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5" name="动作按钮: 前进或下一项 364">
            <a:hlinkClick r:id="rId2" action="ppaction://hlinksldjump" highlightClick="1"/>
          </p:cNvPr>
          <p:cNvSpPr/>
          <p:nvPr/>
        </p:nvSpPr>
        <p:spPr>
          <a:xfrm>
            <a:off x="571500" y="1214438"/>
            <a:ext cx="1571625" cy="1000125"/>
          </a:xfrm>
          <a:prstGeom prst="actionButtonForwardNex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6" name="圆角矩形 365"/>
          <p:cNvSpPr/>
          <p:nvPr/>
        </p:nvSpPr>
        <p:spPr>
          <a:xfrm>
            <a:off x="4000500" y="4487863"/>
            <a:ext cx="928688" cy="42862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SQ1</a:t>
            </a:r>
            <a:endParaRPr kumimoji="0" lang="zh-CN" altLang="en-US" sz="2000" b="1" i="1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7" name="椭圆 366"/>
          <p:cNvSpPr/>
          <p:nvPr/>
        </p:nvSpPr>
        <p:spPr>
          <a:xfrm>
            <a:off x="4214813" y="4202113"/>
            <a:ext cx="214313" cy="21431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368" name="直接连接符 367"/>
          <p:cNvCxnSpPr>
            <a:stCxn id="367" idx="4"/>
            <a:endCxn id="366" idx="0"/>
          </p:cNvCxnSpPr>
          <p:nvPr/>
        </p:nvCxnSpPr>
        <p:spPr>
          <a:xfrm rot="16200000" flipH="1">
            <a:off x="4358481" y="4380706"/>
            <a:ext cx="71438" cy="14287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9" name="圆角矩形 368"/>
          <p:cNvSpPr/>
          <p:nvPr/>
        </p:nvSpPr>
        <p:spPr>
          <a:xfrm>
            <a:off x="7000875" y="4487863"/>
            <a:ext cx="857250" cy="42862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SQ2</a:t>
            </a:r>
            <a:endParaRPr kumimoji="0" lang="zh-CN" altLang="en-US" sz="2000" b="1" i="1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0" name="椭圆 369"/>
          <p:cNvSpPr/>
          <p:nvPr/>
        </p:nvSpPr>
        <p:spPr>
          <a:xfrm>
            <a:off x="7215188" y="4202113"/>
            <a:ext cx="214313" cy="21431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371" name="直接连接符 370"/>
          <p:cNvCxnSpPr>
            <a:stCxn id="370" idx="4"/>
            <a:endCxn id="369" idx="0"/>
          </p:cNvCxnSpPr>
          <p:nvPr/>
        </p:nvCxnSpPr>
        <p:spPr>
          <a:xfrm rot="16200000" flipH="1">
            <a:off x="7340600" y="4398963"/>
            <a:ext cx="71438" cy="10636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2" name="圆角矩形 371"/>
          <p:cNvSpPr/>
          <p:nvPr/>
        </p:nvSpPr>
        <p:spPr>
          <a:xfrm>
            <a:off x="928688" y="4487863"/>
            <a:ext cx="857250" cy="42862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SQ3</a:t>
            </a:r>
            <a:endParaRPr kumimoji="0" lang="zh-CN" altLang="en-US" sz="2000" b="1" i="1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3" name="椭圆 372"/>
          <p:cNvSpPr/>
          <p:nvPr/>
        </p:nvSpPr>
        <p:spPr>
          <a:xfrm>
            <a:off x="1143000" y="4202113"/>
            <a:ext cx="214313" cy="214313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374" name="直接连接符 373"/>
          <p:cNvCxnSpPr>
            <a:stCxn id="373" idx="4"/>
            <a:endCxn id="372" idx="0"/>
          </p:cNvCxnSpPr>
          <p:nvPr/>
        </p:nvCxnSpPr>
        <p:spPr>
          <a:xfrm rot="16200000" flipH="1">
            <a:off x="1268413" y="4398963"/>
            <a:ext cx="71438" cy="10636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59259E-6 L 0.32882 -2.59259E-6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0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50" autoRev="1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" dur="250" autoRev="1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250" autoRev="1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50" autoRev="1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7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250" autoRev="1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6" dur="250" autoRev="1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250" autoRev="1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250" autoRev="1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7" presetClass="emph" presetSubtype="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250" autoRev="1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" dur="250" autoRev="1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" dur="250" autoRev="1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250" autoRev="1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7" presetClass="emph" presetSubtype="0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250" autoRev="1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6" dur="250" autoRev="1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" dur="250" autoRev="1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250" autoRev="1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7" presetClass="emph" presetSubtype="0" fill="hold" grpId="4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250" autoRev="1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1" dur="250" autoRev="1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" dur="250" autoRev="1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250" autoRev="1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7" presetClass="emph" presetSubtype="0" fill="hold" grpId="5" nodeType="withEffect">
                                  <p:stCondLst>
                                    <p:cond delay="2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250" autoRev="1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6" dur="250" autoRev="1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250" autoRev="1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250" autoRev="1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1" presetClass="exit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2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4.44444E-6 L -0.64427 -4.44444E-6 " pathEditMode="relative" rAng="0" ptsTypes="AA">
                                      <p:cBhvr>
                                        <p:cTn id="56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200" y="0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7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" dur="250" autoRev="1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1" dur="250" autoRev="1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" dur="250" autoRev="1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250" autoRev="1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7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" dur="250" autoRev="1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6" dur="250" autoRev="1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250" autoRev="1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250" autoRev="1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7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250" autoRev="1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1" dur="250" autoRev="1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" dur="250" autoRev="1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250" autoRev="1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7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250" autoRev="1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6" dur="250" autoRev="1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" dur="250" autoRev="1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250" autoRev="1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27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250" autoRev="1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1" dur="250" autoRev="1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" dur="250" autoRev="1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250" autoRev="1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7" presetClass="emph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250" autoRev="1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6" dur="250" autoRev="1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" dur="250" autoRev="1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250" autoRev="1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000"/>
                            </p:stCondLst>
                            <p:childTnLst>
                              <p:par>
                                <p:cTn id="90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8000"/>
                            </p:stCondLst>
                            <p:childTnLst>
                              <p:par>
                                <p:cTn id="9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8500"/>
                            </p:stCondLst>
                            <p:childTnLst>
                              <p:par>
                                <p:cTn id="9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500"/>
                            </p:stCondLst>
                            <p:childTnLst>
                              <p:par>
                                <p:cTn id="10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2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2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7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2.74746E-6 L 0.32326 0.00347 " pathEditMode="relative" rAng="0" ptsTypes="AA">
                                      <p:cBhvr>
                                        <p:cTn id="10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00" y="200"/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27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" dur="250" autoRev="1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3" dur="250" autoRev="1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" dur="250" autoRev="1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" dur="250" autoRev="1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27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" dur="250" autoRev="1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8" dur="250" autoRev="1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" dur="250" autoRev="1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" dur="250" autoRev="1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27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" dur="250" autoRev="1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3" dur="250" autoRev="1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" dur="250" autoRev="1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250" autoRev="1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27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" dur="250" autoRev="1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8" dur="250" autoRev="1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250" autoRev="1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250" autoRev="1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27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2" dur="250" autoRev="1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3" dur="250" autoRev="1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" dur="250" autoRev="1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250" autoRev="1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27" presetClass="emph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" dur="250" autoRev="1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8" dur="250" autoRev="1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250" autoRev="1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250" autoRev="1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2500"/>
                            </p:stCondLst>
                            <p:childTnLst>
                              <p:par>
                                <p:cTn id="142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2500"/>
                            </p:stCondLst>
                            <p:childTnLst>
                              <p:par>
                                <p:cTn id="1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5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00"/>
                            </p:stCondLst>
                            <p:childTnLst>
                              <p:par>
                                <p:cTn id="15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1000"/>
                            </p:stCondLst>
                            <p:childTnLst>
                              <p:par>
                                <p:cTn id="16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3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500"/>
                            </p:stCondLst>
                            <p:childTnLst>
                              <p:par>
                                <p:cTn id="16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 bldLvl="0" animBg="1"/>
      <p:bldP spid="182" grpId="0" bldLvl="0" animBg="1"/>
      <p:bldP spid="183" grpId="0" bldLvl="0" animBg="1"/>
      <p:bldP spid="346" grpId="0"/>
      <p:bldP spid="348" grpId="0"/>
      <p:bldP spid="351" grpId="0" bldLvl="0" animBg="1"/>
      <p:bldP spid="351" grpId="1" bldLvl="0" animBg="1"/>
      <p:bldP spid="351" grpId="2" bldLvl="0" animBg="1"/>
      <p:bldP spid="351" grpId="3" bldLvl="0" animBg="1"/>
      <p:bldP spid="351" grpId="4" bldLvl="0" animBg="1"/>
      <p:bldP spid="351" grpId="5" bldLvl="0" animBg="1"/>
      <p:bldP spid="351" grpId="6" bldLvl="0" animBg="1"/>
      <p:bldP spid="351" grpId="7" bldLvl="0" animBg="1"/>
      <p:bldP spid="363" grpId="0" bldLvl="0" animBg="1"/>
      <p:bldP spid="364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" name="表格 184"/>
          <p:cNvGraphicFramePr>
            <a:graphicFrameLocks noGrp="1"/>
          </p:cNvGraphicFramePr>
          <p:nvPr/>
        </p:nvGraphicFramePr>
        <p:xfrm>
          <a:off x="2643188" y="1143000"/>
          <a:ext cx="5715041" cy="1714512"/>
        </p:xfrm>
        <a:graphic>
          <a:graphicData uri="http://schemas.openxmlformats.org/drawingml/2006/table">
            <a:tbl>
              <a:tblPr/>
              <a:tblGrid>
                <a:gridCol w="737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39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1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22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2"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输入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输出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元件代号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功能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输入继电器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元件代号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功能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输出继电器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SB1</a:t>
                      </a:r>
                      <a:endParaRPr lang="zh-CN" sz="105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启动按钮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X0</a:t>
                      </a:r>
                      <a:endParaRPr lang="zh-CN" sz="105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KM1</a:t>
                      </a:r>
                      <a:endParaRPr lang="zh-CN" sz="1050" kern="100" dirty="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正转接触器（右行）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Y1</a:t>
                      </a:r>
                      <a:endParaRPr lang="zh-CN" sz="105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SQ1</a:t>
                      </a:r>
                      <a:endParaRPr lang="zh-CN" sz="105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原位限位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X1</a:t>
                      </a:r>
                      <a:endParaRPr lang="zh-CN" sz="105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KM2</a:t>
                      </a:r>
                      <a:endParaRPr lang="zh-CN" sz="105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>
                          <a:latin typeface="Times New Roman" panose="02020603050405020304"/>
                          <a:ea typeface="宋体" panose="02010600030101010101" pitchFamily="2" charset="-122"/>
                        </a:rPr>
                        <a:t>反转接触器（左行）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Y2</a:t>
                      </a:r>
                      <a:endParaRPr lang="zh-CN" sz="105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SQ2</a:t>
                      </a:r>
                      <a:endParaRPr lang="zh-CN" sz="105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右行限位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X2</a:t>
                      </a:r>
                      <a:endParaRPr lang="zh-CN" sz="105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HL1</a:t>
                      </a:r>
                      <a:endParaRPr lang="zh-CN" sz="105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右行指示灯（</a:t>
                      </a:r>
                      <a:r>
                        <a:rPr lang="zh-CN" altLang="en-US" sz="105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绿</a:t>
                      </a:r>
                      <a:r>
                        <a:rPr lang="zh-CN" sz="105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Y11</a:t>
                      </a:r>
                      <a:endParaRPr lang="zh-CN" sz="105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SQ3</a:t>
                      </a:r>
                      <a:endParaRPr lang="zh-CN" sz="105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左行限位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X3</a:t>
                      </a:r>
                      <a:endParaRPr lang="zh-CN" sz="105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HL2</a:t>
                      </a:r>
                      <a:endParaRPr lang="zh-CN" sz="1050" kern="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左行指示灯（</a:t>
                      </a:r>
                      <a:r>
                        <a:rPr lang="zh-CN" altLang="en-US" sz="105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红</a:t>
                      </a:r>
                      <a:r>
                        <a:rPr lang="zh-CN" sz="1050" kern="100" dirty="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Y12</a:t>
                      </a:r>
                      <a:endParaRPr lang="zh-CN" sz="1050" kern="100" dirty="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7456" name="Group 86"/>
          <p:cNvGrpSpPr>
            <a:grpSpLocks noChangeAspect="1"/>
          </p:cNvGrpSpPr>
          <p:nvPr/>
        </p:nvGrpSpPr>
        <p:grpSpPr>
          <a:xfrm>
            <a:off x="2571750" y="3714750"/>
            <a:ext cx="746125" cy="441325"/>
            <a:chOff x="2376" y="1975"/>
            <a:chExt cx="983" cy="582"/>
          </a:xfrm>
        </p:grpSpPr>
        <p:sp>
          <p:nvSpPr>
            <p:cNvPr id="17457" name="Freeform 138"/>
            <p:cNvSpPr/>
            <p:nvPr/>
          </p:nvSpPr>
          <p:spPr>
            <a:xfrm>
              <a:off x="3340" y="1975"/>
              <a:ext cx="19" cy="19"/>
            </a:xfrm>
            <a:custGeom>
              <a:avLst/>
              <a:gdLst/>
              <a:ahLst/>
              <a:cxnLst>
                <a:cxn ang="0">
                  <a:pos x="18" y="5"/>
                </a:cxn>
                <a:cxn ang="0">
                  <a:pos x="16" y="1"/>
                </a:cxn>
                <a:cxn ang="0">
                  <a:pos x="13" y="1"/>
                </a:cxn>
                <a:cxn ang="0">
                  <a:pos x="9" y="0"/>
                </a:cxn>
                <a:cxn ang="0">
                  <a:pos x="6" y="1"/>
                </a:cxn>
                <a:cxn ang="0">
                  <a:pos x="3" y="3"/>
                </a:cxn>
                <a:cxn ang="0">
                  <a:pos x="1" y="6"/>
                </a:cxn>
                <a:cxn ang="0">
                  <a:pos x="0" y="10"/>
                </a:cxn>
                <a:cxn ang="0">
                  <a:pos x="1" y="14"/>
                </a:cxn>
                <a:cxn ang="0">
                  <a:pos x="3" y="17"/>
                </a:cxn>
                <a:cxn ang="0">
                  <a:pos x="7" y="19"/>
                </a:cxn>
                <a:cxn ang="0">
                  <a:pos x="10" y="19"/>
                </a:cxn>
                <a:cxn ang="0">
                  <a:pos x="14" y="19"/>
                </a:cxn>
                <a:cxn ang="0">
                  <a:pos x="17" y="16"/>
                </a:cxn>
                <a:cxn ang="0">
                  <a:pos x="19" y="12"/>
                </a:cxn>
                <a:cxn ang="0">
                  <a:pos x="19" y="9"/>
                </a:cxn>
                <a:cxn ang="0">
                  <a:pos x="18" y="5"/>
                </a:cxn>
                <a:cxn ang="0">
                  <a:pos x="18" y="5"/>
                </a:cxn>
              </a:cxnLst>
              <a:rect l="0" t="0" r="0" b="0"/>
              <a:pathLst>
                <a:path w="19" h="19">
                  <a:moveTo>
                    <a:pt x="18" y="5"/>
                  </a:moveTo>
                  <a:lnTo>
                    <a:pt x="16" y="1"/>
                  </a:lnTo>
                  <a:lnTo>
                    <a:pt x="13" y="1"/>
                  </a:lnTo>
                  <a:lnTo>
                    <a:pt x="9" y="0"/>
                  </a:lnTo>
                  <a:lnTo>
                    <a:pt x="6" y="1"/>
                  </a:lnTo>
                  <a:lnTo>
                    <a:pt x="3" y="3"/>
                  </a:lnTo>
                  <a:lnTo>
                    <a:pt x="1" y="6"/>
                  </a:lnTo>
                  <a:lnTo>
                    <a:pt x="0" y="10"/>
                  </a:lnTo>
                  <a:lnTo>
                    <a:pt x="1" y="14"/>
                  </a:lnTo>
                  <a:lnTo>
                    <a:pt x="3" y="17"/>
                  </a:lnTo>
                  <a:lnTo>
                    <a:pt x="7" y="19"/>
                  </a:lnTo>
                  <a:lnTo>
                    <a:pt x="10" y="19"/>
                  </a:lnTo>
                  <a:lnTo>
                    <a:pt x="14" y="19"/>
                  </a:lnTo>
                  <a:lnTo>
                    <a:pt x="17" y="16"/>
                  </a:lnTo>
                  <a:lnTo>
                    <a:pt x="19" y="12"/>
                  </a:lnTo>
                  <a:lnTo>
                    <a:pt x="19" y="9"/>
                  </a:lnTo>
                  <a:lnTo>
                    <a:pt x="18" y="5"/>
                  </a:lnTo>
                  <a:close/>
                </a:path>
              </a:pathLst>
            </a:custGeom>
            <a:solidFill>
              <a:srgbClr val="FF690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8" name="Freeform 139"/>
            <p:cNvSpPr/>
            <p:nvPr/>
          </p:nvSpPr>
          <p:spPr>
            <a:xfrm>
              <a:off x="2793" y="2489"/>
              <a:ext cx="63" cy="64"/>
            </a:xfrm>
            <a:custGeom>
              <a:avLst/>
              <a:gdLst/>
              <a:ahLst/>
              <a:cxnLst>
                <a:cxn ang="0">
                  <a:pos x="34" y="63"/>
                </a:cxn>
                <a:cxn ang="0">
                  <a:pos x="40" y="62"/>
                </a:cxn>
                <a:cxn ang="0">
                  <a:pos x="46" y="59"/>
                </a:cxn>
                <a:cxn ang="0">
                  <a:pos x="51" y="55"/>
                </a:cxn>
                <a:cxn ang="0">
                  <a:pos x="55" y="51"/>
                </a:cxn>
                <a:cxn ang="0">
                  <a:pos x="59" y="46"/>
                </a:cxn>
                <a:cxn ang="0">
                  <a:pos x="61" y="40"/>
                </a:cxn>
                <a:cxn ang="0">
                  <a:pos x="63" y="34"/>
                </a:cxn>
                <a:cxn ang="0">
                  <a:pos x="63" y="27"/>
                </a:cxn>
                <a:cxn ang="0">
                  <a:pos x="61" y="22"/>
                </a:cxn>
                <a:cxn ang="0">
                  <a:pos x="59" y="16"/>
                </a:cxn>
                <a:cxn ang="0">
                  <a:pos x="55" y="11"/>
                </a:cxn>
                <a:cxn ang="0">
                  <a:pos x="51" y="7"/>
                </a:cxn>
                <a:cxn ang="0">
                  <a:pos x="46" y="3"/>
                </a:cxn>
                <a:cxn ang="0">
                  <a:pos x="40" y="1"/>
                </a:cxn>
                <a:cxn ang="0">
                  <a:pos x="34" y="0"/>
                </a:cxn>
                <a:cxn ang="0">
                  <a:pos x="28" y="0"/>
                </a:cxn>
                <a:cxn ang="0">
                  <a:pos x="22" y="1"/>
                </a:cxn>
                <a:cxn ang="0">
                  <a:pos x="16" y="3"/>
                </a:cxn>
                <a:cxn ang="0">
                  <a:pos x="12" y="7"/>
                </a:cxn>
                <a:cxn ang="0">
                  <a:pos x="7" y="11"/>
                </a:cxn>
                <a:cxn ang="0">
                  <a:pos x="4" y="16"/>
                </a:cxn>
                <a:cxn ang="0">
                  <a:pos x="1" y="22"/>
                </a:cxn>
                <a:cxn ang="0">
                  <a:pos x="0" y="27"/>
                </a:cxn>
                <a:cxn ang="0">
                  <a:pos x="0" y="34"/>
                </a:cxn>
                <a:cxn ang="0">
                  <a:pos x="1" y="40"/>
                </a:cxn>
                <a:cxn ang="0">
                  <a:pos x="4" y="46"/>
                </a:cxn>
                <a:cxn ang="0">
                  <a:pos x="7" y="51"/>
                </a:cxn>
                <a:cxn ang="0">
                  <a:pos x="12" y="55"/>
                </a:cxn>
                <a:cxn ang="0">
                  <a:pos x="16" y="59"/>
                </a:cxn>
                <a:cxn ang="0">
                  <a:pos x="22" y="62"/>
                </a:cxn>
                <a:cxn ang="0">
                  <a:pos x="28" y="63"/>
                </a:cxn>
                <a:cxn ang="0">
                  <a:pos x="32" y="64"/>
                </a:cxn>
              </a:cxnLst>
              <a:rect l="0" t="0" r="0" b="0"/>
              <a:pathLst>
                <a:path w="63" h="64">
                  <a:moveTo>
                    <a:pt x="32" y="64"/>
                  </a:moveTo>
                  <a:lnTo>
                    <a:pt x="34" y="63"/>
                  </a:lnTo>
                  <a:lnTo>
                    <a:pt x="37" y="63"/>
                  </a:lnTo>
                  <a:lnTo>
                    <a:pt x="40" y="62"/>
                  </a:lnTo>
                  <a:lnTo>
                    <a:pt x="44" y="61"/>
                  </a:lnTo>
                  <a:lnTo>
                    <a:pt x="46" y="59"/>
                  </a:lnTo>
                  <a:lnTo>
                    <a:pt x="49" y="58"/>
                  </a:lnTo>
                  <a:lnTo>
                    <a:pt x="51" y="55"/>
                  </a:lnTo>
                  <a:lnTo>
                    <a:pt x="53" y="54"/>
                  </a:lnTo>
                  <a:lnTo>
                    <a:pt x="55" y="51"/>
                  </a:lnTo>
                  <a:lnTo>
                    <a:pt x="57" y="48"/>
                  </a:lnTo>
                  <a:lnTo>
                    <a:pt x="59" y="46"/>
                  </a:lnTo>
                  <a:lnTo>
                    <a:pt x="60" y="44"/>
                  </a:lnTo>
                  <a:lnTo>
                    <a:pt x="61" y="40"/>
                  </a:lnTo>
                  <a:lnTo>
                    <a:pt x="62" y="38"/>
                  </a:lnTo>
                  <a:lnTo>
                    <a:pt x="63" y="34"/>
                  </a:lnTo>
                  <a:lnTo>
                    <a:pt x="63" y="31"/>
                  </a:lnTo>
                  <a:lnTo>
                    <a:pt x="63" y="27"/>
                  </a:lnTo>
                  <a:lnTo>
                    <a:pt x="62" y="25"/>
                  </a:lnTo>
                  <a:lnTo>
                    <a:pt x="61" y="22"/>
                  </a:lnTo>
                  <a:lnTo>
                    <a:pt x="60" y="19"/>
                  </a:lnTo>
                  <a:lnTo>
                    <a:pt x="59" y="16"/>
                  </a:lnTo>
                  <a:lnTo>
                    <a:pt x="57" y="13"/>
                  </a:lnTo>
                  <a:lnTo>
                    <a:pt x="55" y="11"/>
                  </a:lnTo>
                  <a:lnTo>
                    <a:pt x="53" y="9"/>
                  </a:lnTo>
                  <a:lnTo>
                    <a:pt x="51" y="7"/>
                  </a:lnTo>
                  <a:lnTo>
                    <a:pt x="49" y="5"/>
                  </a:lnTo>
                  <a:lnTo>
                    <a:pt x="46" y="3"/>
                  </a:lnTo>
                  <a:lnTo>
                    <a:pt x="44" y="2"/>
                  </a:lnTo>
                  <a:lnTo>
                    <a:pt x="40" y="1"/>
                  </a:lnTo>
                  <a:lnTo>
                    <a:pt x="37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28" y="0"/>
                  </a:lnTo>
                  <a:lnTo>
                    <a:pt x="25" y="0"/>
                  </a:lnTo>
                  <a:lnTo>
                    <a:pt x="22" y="1"/>
                  </a:lnTo>
                  <a:lnTo>
                    <a:pt x="19" y="2"/>
                  </a:lnTo>
                  <a:lnTo>
                    <a:pt x="16" y="3"/>
                  </a:lnTo>
                  <a:lnTo>
                    <a:pt x="14" y="5"/>
                  </a:lnTo>
                  <a:lnTo>
                    <a:pt x="12" y="7"/>
                  </a:lnTo>
                  <a:lnTo>
                    <a:pt x="9" y="9"/>
                  </a:lnTo>
                  <a:lnTo>
                    <a:pt x="7" y="11"/>
                  </a:lnTo>
                  <a:lnTo>
                    <a:pt x="5" y="13"/>
                  </a:lnTo>
                  <a:lnTo>
                    <a:pt x="4" y="16"/>
                  </a:lnTo>
                  <a:lnTo>
                    <a:pt x="2" y="19"/>
                  </a:lnTo>
                  <a:lnTo>
                    <a:pt x="1" y="22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31"/>
                  </a:lnTo>
                  <a:lnTo>
                    <a:pt x="0" y="34"/>
                  </a:lnTo>
                  <a:lnTo>
                    <a:pt x="0" y="38"/>
                  </a:lnTo>
                  <a:lnTo>
                    <a:pt x="1" y="40"/>
                  </a:lnTo>
                  <a:lnTo>
                    <a:pt x="2" y="44"/>
                  </a:lnTo>
                  <a:lnTo>
                    <a:pt x="4" y="46"/>
                  </a:lnTo>
                  <a:lnTo>
                    <a:pt x="5" y="48"/>
                  </a:lnTo>
                  <a:lnTo>
                    <a:pt x="7" y="51"/>
                  </a:lnTo>
                  <a:lnTo>
                    <a:pt x="9" y="54"/>
                  </a:lnTo>
                  <a:lnTo>
                    <a:pt x="12" y="55"/>
                  </a:lnTo>
                  <a:lnTo>
                    <a:pt x="14" y="58"/>
                  </a:lnTo>
                  <a:lnTo>
                    <a:pt x="16" y="59"/>
                  </a:lnTo>
                  <a:lnTo>
                    <a:pt x="19" y="61"/>
                  </a:lnTo>
                  <a:lnTo>
                    <a:pt x="22" y="62"/>
                  </a:lnTo>
                  <a:lnTo>
                    <a:pt x="25" y="63"/>
                  </a:lnTo>
                  <a:lnTo>
                    <a:pt x="28" y="63"/>
                  </a:lnTo>
                  <a:lnTo>
                    <a:pt x="32" y="64"/>
                  </a:lnTo>
                  <a:close/>
                </a:path>
              </a:pathLst>
            </a:custGeom>
            <a:solidFill>
              <a:srgbClr val="FF404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9" name="Freeform 140"/>
            <p:cNvSpPr/>
            <p:nvPr/>
          </p:nvSpPr>
          <p:spPr>
            <a:xfrm>
              <a:off x="2464" y="2486"/>
              <a:ext cx="63" cy="64"/>
            </a:xfrm>
            <a:custGeom>
              <a:avLst/>
              <a:gdLst/>
              <a:ahLst/>
              <a:cxnLst>
                <a:cxn ang="0">
                  <a:pos x="34" y="63"/>
                </a:cxn>
                <a:cxn ang="0">
                  <a:pos x="41" y="62"/>
                </a:cxn>
                <a:cxn ang="0">
                  <a:pos x="46" y="59"/>
                </a:cxn>
                <a:cxn ang="0">
                  <a:pos x="51" y="55"/>
                </a:cxn>
                <a:cxn ang="0">
                  <a:pos x="55" y="51"/>
                </a:cxn>
                <a:cxn ang="0">
                  <a:pos x="59" y="47"/>
                </a:cxn>
                <a:cxn ang="0">
                  <a:pos x="61" y="41"/>
                </a:cxn>
                <a:cxn ang="0">
                  <a:pos x="63" y="35"/>
                </a:cxn>
                <a:cxn ang="0">
                  <a:pos x="63" y="29"/>
                </a:cxn>
                <a:cxn ang="0">
                  <a:pos x="61" y="22"/>
                </a:cxn>
                <a:cxn ang="0">
                  <a:pos x="59" y="16"/>
                </a:cxn>
                <a:cxn ang="0">
                  <a:pos x="55" y="11"/>
                </a:cxn>
                <a:cxn ang="0">
                  <a:pos x="51" y="8"/>
                </a:cxn>
                <a:cxn ang="0">
                  <a:pos x="46" y="4"/>
                </a:cxn>
                <a:cxn ang="0">
                  <a:pos x="41" y="2"/>
                </a:cxn>
                <a:cxn ang="0">
                  <a:pos x="34" y="0"/>
                </a:cxn>
                <a:cxn ang="0">
                  <a:pos x="28" y="0"/>
                </a:cxn>
                <a:cxn ang="0">
                  <a:pos x="22" y="2"/>
                </a:cxn>
                <a:cxn ang="0">
                  <a:pos x="16" y="4"/>
                </a:cxn>
                <a:cxn ang="0">
                  <a:pos x="11" y="8"/>
                </a:cxn>
                <a:cxn ang="0">
                  <a:pos x="6" y="11"/>
                </a:cxn>
                <a:cxn ang="0">
                  <a:pos x="4" y="16"/>
                </a:cxn>
                <a:cxn ang="0">
                  <a:pos x="1" y="22"/>
                </a:cxn>
                <a:cxn ang="0">
                  <a:pos x="0" y="29"/>
                </a:cxn>
                <a:cxn ang="0">
                  <a:pos x="0" y="35"/>
                </a:cxn>
                <a:cxn ang="0">
                  <a:pos x="1" y="41"/>
                </a:cxn>
                <a:cxn ang="0">
                  <a:pos x="4" y="47"/>
                </a:cxn>
                <a:cxn ang="0">
                  <a:pos x="6" y="51"/>
                </a:cxn>
                <a:cxn ang="0">
                  <a:pos x="11" y="55"/>
                </a:cxn>
                <a:cxn ang="0">
                  <a:pos x="16" y="59"/>
                </a:cxn>
                <a:cxn ang="0">
                  <a:pos x="22" y="62"/>
                </a:cxn>
                <a:cxn ang="0">
                  <a:pos x="28" y="63"/>
                </a:cxn>
                <a:cxn ang="0">
                  <a:pos x="31" y="64"/>
                </a:cxn>
              </a:cxnLst>
              <a:rect l="0" t="0" r="0" b="0"/>
              <a:pathLst>
                <a:path w="63" h="64">
                  <a:moveTo>
                    <a:pt x="31" y="64"/>
                  </a:moveTo>
                  <a:lnTo>
                    <a:pt x="34" y="63"/>
                  </a:lnTo>
                  <a:lnTo>
                    <a:pt x="38" y="63"/>
                  </a:lnTo>
                  <a:lnTo>
                    <a:pt x="41" y="62"/>
                  </a:lnTo>
                  <a:lnTo>
                    <a:pt x="44" y="61"/>
                  </a:lnTo>
                  <a:lnTo>
                    <a:pt x="46" y="59"/>
                  </a:lnTo>
                  <a:lnTo>
                    <a:pt x="49" y="58"/>
                  </a:lnTo>
                  <a:lnTo>
                    <a:pt x="51" y="55"/>
                  </a:lnTo>
                  <a:lnTo>
                    <a:pt x="54" y="54"/>
                  </a:lnTo>
                  <a:lnTo>
                    <a:pt x="55" y="51"/>
                  </a:lnTo>
                  <a:lnTo>
                    <a:pt x="57" y="49"/>
                  </a:lnTo>
                  <a:lnTo>
                    <a:pt x="59" y="47"/>
                  </a:lnTo>
                  <a:lnTo>
                    <a:pt x="61" y="44"/>
                  </a:lnTo>
                  <a:lnTo>
                    <a:pt x="61" y="41"/>
                  </a:lnTo>
                  <a:lnTo>
                    <a:pt x="63" y="38"/>
                  </a:lnTo>
                  <a:lnTo>
                    <a:pt x="63" y="35"/>
                  </a:lnTo>
                  <a:lnTo>
                    <a:pt x="63" y="32"/>
                  </a:lnTo>
                  <a:lnTo>
                    <a:pt x="63" y="29"/>
                  </a:lnTo>
                  <a:lnTo>
                    <a:pt x="63" y="26"/>
                  </a:lnTo>
                  <a:lnTo>
                    <a:pt x="61" y="22"/>
                  </a:lnTo>
                  <a:lnTo>
                    <a:pt x="61" y="20"/>
                  </a:lnTo>
                  <a:lnTo>
                    <a:pt x="59" y="16"/>
                  </a:lnTo>
                  <a:lnTo>
                    <a:pt x="57" y="14"/>
                  </a:lnTo>
                  <a:lnTo>
                    <a:pt x="55" y="11"/>
                  </a:lnTo>
                  <a:lnTo>
                    <a:pt x="54" y="10"/>
                  </a:lnTo>
                  <a:lnTo>
                    <a:pt x="51" y="8"/>
                  </a:lnTo>
                  <a:lnTo>
                    <a:pt x="49" y="6"/>
                  </a:lnTo>
                  <a:lnTo>
                    <a:pt x="46" y="4"/>
                  </a:lnTo>
                  <a:lnTo>
                    <a:pt x="44" y="3"/>
                  </a:lnTo>
                  <a:lnTo>
                    <a:pt x="41" y="2"/>
                  </a:lnTo>
                  <a:lnTo>
                    <a:pt x="38" y="1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28" y="0"/>
                  </a:lnTo>
                  <a:lnTo>
                    <a:pt x="25" y="1"/>
                  </a:lnTo>
                  <a:lnTo>
                    <a:pt x="22" y="2"/>
                  </a:lnTo>
                  <a:lnTo>
                    <a:pt x="19" y="3"/>
                  </a:lnTo>
                  <a:lnTo>
                    <a:pt x="16" y="4"/>
                  </a:lnTo>
                  <a:lnTo>
                    <a:pt x="13" y="6"/>
                  </a:lnTo>
                  <a:lnTo>
                    <a:pt x="11" y="8"/>
                  </a:lnTo>
                  <a:lnTo>
                    <a:pt x="8" y="10"/>
                  </a:lnTo>
                  <a:lnTo>
                    <a:pt x="6" y="11"/>
                  </a:lnTo>
                  <a:lnTo>
                    <a:pt x="5" y="14"/>
                  </a:lnTo>
                  <a:lnTo>
                    <a:pt x="4" y="16"/>
                  </a:lnTo>
                  <a:lnTo>
                    <a:pt x="2" y="20"/>
                  </a:lnTo>
                  <a:lnTo>
                    <a:pt x="1" y="22"/>
                  </a:lnTo>
                  <a:lnTo>
                    <a:pt x="1" y="26"/>
                  </a:lnTo>
                  <a:lnTo>
                    <a:pt x="0" y="29"/>
                  </a:lnTo>
                  <a:lnTo>
                    <a:pt x="0" y="32"/>
                  </a:lnTo>
                  <a:lnTo>
                    <a:pt x="0" y="35"/>
                  </a:lnTo>
                  <a:lnTo>
                    <a:pt x="1" y="38"/>
                  </a:lnTo>
                  <a:lnTo>
                    <a:pt x="1" y="41"/>
                  </a:lnTo>
                  <a:lnTo>
                    <a:pt x="2" y="44"/>
                  </a:lnTo>
                  <a:lnTo>
                    <a:pt x="4" y="47"/>
                  </a:lnTo>
                  <a:lnTo>
                    <a:pt x="5" y="49"/>
                  </a:lnTo>
                  <a:lnTo>
                    <a:pt x="6" y="51"/>
                  </a:lnTo>
                  <a:lnTo>
                    <a:pt x="8" y="54"/>
                  </a:lnTo>
                  <a:lnTo>
                    <a:pt x="11" y="55"/>
                  </a:lnTo>
                  <a:lnTo>
                    <a:pt x="13" y="58"/>
                  </a:lnTo>
                  <a:lnTo>
                    <a:pt x="16" y="59"/>
                  </a:lnTo>
                  <a:lnTo>
                    <a:pt x="19" y="61"/>
                  </a:lnTo>
                  <a:lnTo>
                    <a:pt x="22" y="62"/>
                  </a:lnTo>
                  <a:lnTo>
                    <a:pt x="25" y="63"/>
                  </a:lnTo>
                  <a:lnTo>
                    <a:pt x="28" y="63"/>
                  </a:lnTo>
                  <a:lnTo>
                    <a:pt x="31" y="64"/>
                  </a:lnTo>
                  <a:close/>
                </a:path>
              </a:pathLst>
            </a:custGeom>
            <a:solidFill>
              <a:srgbClr val="FF404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0" name="Freeform 142"/>
            <p:cNvSpPr/>
            <p:nvPr/>
          </p:nvSpPr>
          <p:spPr>
            <a:xfrm>
              <a:off x="2461" y="2070"/>
              <a:ext cx="689" cy="304"/>
            </a:xfrm>
            <a:custGeom>
              <a:avLst/>
              <a:gdLst/>
              <a:ahLst/>
              <a:cxnLst>
                <a:cxn ang="0">
                  <a:pos x="593" y="1"/>
                </a:cxn>
                <a:cxn ang="0">
                  <a:pos x="465" y="0"/>
                </a:cxn>
                <a:cxn ang="0">
                  <a:pos x="301" y="35"/>
                </a:cxn>
                <a:cxn ang="0">
                  <a:pos x="16" y="35"/>
                </a:cxn>
                <a:cxn ang="0">
                  <a:pos x="0" y="37"/>
                </a:cxn>
                <a:cxn ang="0">
                  <a:pos x="302" y="37"/>
                </a:cxn>
                <a:cxn ang="0">
                  <a:pos x="320" y="35"/>
                </a:cxn>
                <a:cxn ang="0">
                  <a:pos x="477" y="2"/>
                </a:cxn>
                <a:cxn ang="0">
                  <a:pos x="588" y="2"/>
                </a:cxn>
                <a:cxn ang="0">
                  <a:pos x="593" y="1"/>
                </a:cxn>
                <a:cxn ang="0">
                  <a:pos x="593" y="1"/>
                </a:cxn>
              </a:cxnLst>
              <a:rect l="0" t="0" r="0" b="0"/>
              <a:pathLst>
                <a:path w="710" h="465">
                  <a:moveTo>
                    <a:pt x="710" y="2"/>
                  </a:moveTo>
                  <a:lnTo>
                    <a:pt x="558" y="0"/>
                  </a:lnTo>
                  <a:lnTo>
                    <a:pt x="360" y="446"/>
                  </a:lnTo>
                  <a:lnTo>
                    <a:pt x="18" y="445"/>
                  </a:lnTo>
                  <a:lnTo>
                    <a:pt x="0" y="465"/>
                  </a:lnTo>
                  <a:lnTo>
                    <a:pt x="361" y="465"/>
                  </a:lnTo>
                  <a:lnTo>
                    <a:pt x="383" y="456"/>
                  </a:lnTo>
                  <a:lnTo>
                    <a:pt x="571" y="24"/>
                  </a:lnTo>
                  <a:lnTo>
                    <a:pt x="704" y="27"/>
                  </a:lnTo>
                  <a:lnTo>
                    <a:pt x="71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1" name="Freeform 143"/>
            <p:cNvSpPr/>
            <p:nvPr/>
          </p:nvSpPr>
          <p:spPr>
            <a:xfrm>
              <a:off x="2376" y="2075"/>
              <a:ext cx="571" cy="299"/>
            </a:xfrm>
            <a:custGeom>
              <a:avLst/>
              <a:gdLst/>
              <a:ahLst/>
              <a:cxnLst>
                <a:cxn ang="0">
                  <a:pos x="571" y="1"/>
                </a:cxn>
                <a:cxn ang="0">
                  <a:pos x="0" y="0"/>
                </a:cxn>
                <a:cxn ang="0">
                  <a:pos x="85" y="299"/>
                </a:cxn>
                <a:cxn ang="0">
                  <a:pos x="102" y="296"/>
                </a:cxn>
                <a:cxn ang="0">
                  <a:pos x="103" y="279"/>
                </a:cxn>
                <a:cxn ang="0">
                  <a:pos x="31" y="22"/>
                </a:cxn>
                <a:cxn ang="0">
                  <a:pos x="561" y="23"/>
                </a:cxn>
                <a:cxn ang="0">
                  <a:pos x="571" y="1"/>
                </a:cxn>
                <a:cxn ang="0">
                  <a:pos x="571" y="1"/>
                </a:cxn>
              </a:cxnLst>
              <a:rect l="0" t="0" r="0" b="0"/>
              <a:pathLst>
                <a:path w="571" h="299">
                  <a:moveTo>
                    <a:pt x="571" y="1"/>
                  </a:moveTo>
                  <a:lnTo>
                    <a:pt x="0" y="0"/>
                  </a:lnTo>
                  <a:lnTo>
                    <a:pt x="85" y="299"/>
                  </a:lnTo>
                  <a:lnTo>
                    <a:pt x="102" y="296"/>
                  </a:lnTo>
                  <a:lnTo>
                    <a:pt x="103" y="279"/>
                  </a:lnTo>
                  <a:lnTo>
                    <a:pt x="31" y="22"/>
                  </a:lnTo>
                  <a:lnTo>
                    <a:pt x="561" y="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2" name="Freeform 144"/>
            <p:cNvSpPr/>
            <p:nvPr/>
          </p:nvSpPr>
          <p:spPr>
            <a:xfrm>
              <a:off x="2470" y="2354"/>
              <a:ext cx="374" cy="133"/>
            </a:xfrm>
            <a:custGeom>
              <a:avLst/>
              <a:gdLst/>
              <a:ahLst/>
              <a:cxnLst>
                <a:cxn ang="0">
                  <a:pos x="352" y="20"/>
                </a:cxn>
                <a:cxn ang="0">
                  <a:pos x="347" y="112"/>
                </a:cxn>
                <a:cxn ang="0">
                  <a:pos x="1" y="109"/>
                </a:cxn>
                <a:cxn ang="0">
                  <a:pos x="0" y="131"/>
                </a:cxn>
                <a:cxn ang="0">
                  <a:pos x="368" y="133"/>
                </a:cxn>
                <a:cxn ang="0">
                  <a:pos x="374" y="0"/>
                </a:cxn>
                <a:cxn ang="0">
                  <a:pos x="352" y="20"/>
                </a:cxn>
                <a:cxn ang="0">
                  <a:pos x="352" y="20"/>
                </a:cxn>
              </a:cxnLst>
              <a:rect l="0" t="0" r="0" b="0"/>
              <a:pathLst>
                <a:path w="374" h="133">
                  <a:moveTo>
                    <a:pt x="352" y="20"/>
                  </a:moveTo>
                  <a:lnTo>
                    <a:pt x="347" y="112"/>
                  </a:lnTo>
                  <a:lnTo>
                    <a:pt x="1" y="109"/>
                  </a:lnTo>
                  <a:lnTo>
                    <a:pt x="0" y="131"/>
                  </a:lnTo>
                  <a:lnTo>
                    <a:pt x="368" y="133"/>
                  </a:lnTo>
                  <a:lnTo>
                    <a:pt x="374" y="0"/>
                  </a:lnTo>
                  <a:lnTo>
                    <a:pt x="352" y="2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3" name="Freeform 145"/>
            <p:cNvSpPr/>
            <p:nvPr/>
          </p:nvSpPr>
          <p:spPr>
            <a:xfrm>
              <a:off x="2468" y="2472"/>
              <a:ext cx="85" cy="85"/>
            </a:xfrm>
            <a:custGeom>
              <a:avLst/>
              <a:gdLst/>
              <a:ahLst/>
              <a:cxnLst>
                <a:cxn ang="0">
                  <a:pos x="46" y="61"/>
                </a:cxn>
                <a:cxn ang="0">
                  <a:pos x="53" y="58"/>
                </a:cxn>
                <a:cxn ang="0">
                  <a:pos x="59" y="53"/>
                </a:cxn>
                <a:cxn ang="0">
                  <a:pos x="61" y="46"/>
                </a:cxn>
                <a:cxn ang="0">
                  <a:pos x="61" y="38"/>
                </a:cxn>
                <a:cxn ang="0">
                  <a:pos x="59" y="31"/>
                </a:cxn>
                <a:cxn ang="0">
                  <a:pos x="53" y="26"/>
                </a:cxn>
                <a:cxn ang="0">
                  <a:pos x="46" y="24"/>
                </a:cxn>
                <a:cxn ang="0">
                  <a:pos x="39" y="24"/>
                </a:cxn>
                <a:cxn ang="0">
                  <a:pos x="31" y="26"/>
                </a:cxn>
                <a:cxn ang="0">
                  <a:pos x="26" y="31"/>
                </a:cxn>
                <a:cxn ang="0">
                  <a:pos x="23" y="38"/>
                </a:cxn>
                <a:cxn ang="0">
                  <a:pos x="23" y="45"/>
                </a:cxn>
                <a:cxn ang="0">
                  <a:pos x="25" y="52"/>
                </a:cxn>
                <a:cxn ang="0">
                  <a:pos x="30" y="57"/>
                </a:cxn>
                <a:cxn ang="0">
                  <a:pos x="36" y="60"/>
                </a:cxn>
                <a:cxn ang="0">
                  <a:pos x="39" y="64"/>
                </a:cxn>
                <a:cxn ang="0">
                  <a:pos x="38" y="69"/>
                </a:cxn>
                <a:cxn ang="0">
                  <a:pos x="38" y="76"/>
                </a:cxn>
                <a:cxn ang="0">
                  <a:pos x="37" y="81"/>
                </a:cxn>
                <a:cxn ang="0">
                  <a:pos x="33" y="83"/>
                </a:cxn>
                <a:cxn ang="0">
                  <a:pos x="25" y="81"/>
                </a:cxn>
                <a:cxn ang="0">
                  <a:pos x="19" y="78"/>
                </a:cxn>
                <a:cxn ang="0">
                  <a:pos x="13" y="73"/>
                </a:cxn>
                <a:cxn ang="0">
                  <a:pos x="8" y="67"/>
                </a:cxn>
                <a:cxn ang="0">
                  <a:pos x="4" y="61"/>
                </a:cxn>
                <a:cxn ang="0">
                  <a:pos x="2" y="54"/>
                </a:cxn>
                <a:cxn ang="0">
                  <a:pos x="0" y="46"/>
                </a:cxn>
                <a:cxn ang="0">
                  <a:pos x="0" y="40"/>
                </a:cxn>
                <a:cxn ang="0">
                  <a:pos x="0" y="36"/>
                </a:cxn>
                <a:cxn ang="0">
                  <a:pos x="2" y="29"/>
                </a:cxn>
                <a:cxn ang="0">
                  <a:pos x="4" y="22"/>
                </a:cxn>
                <a:cxn ang="0">
                  <a:pos x="9" y="15"/>
                </a:cxn>
                <a:cxn ang="0">
                  <a:pos x="15" y="9"/>
                </a:cxn>
                <a:cxn ang="0">
                  <a:pos x="22" y="4"/>
                </a:cxn>
                <a:cxn ang="0">
                  <a:pos x="30" y="2"/>
                </a:cxn>
                <a:cxn ang="0">
                  <a:pos x="36" y="0"/>
                </a:cxn>
                <a:cxn ang="0">
                  <a:pos x="40" y="0"/>
                </a:cxn>
                <a:cxn ang="0">
                  <a:pos x="47" y="0"/>
                </a:cxn>
                <a:cxn ang="0">
                  <a:pos x="55" y="2"/>
                </a:cxn>
                <a:cxn ang="0">
                  <a:pos x="62" y="4"/>
                </a:cxn>
                <a:cxn ang="0">
                  <a:pos x="69" y="9"/>
                </a:cxn>
                <a:cxn ang="0">
                  <a:pos x="75" y="15"/>
                </a:cxn>
                <a:cxn ang="0">
                  <a:pos x="79" y="22"/>
                </a:cxn>
                <a:cxn ang="0">
                  <a:pos x="83" y="29"/>
                </a:cxn>
                <a:cxn ang="0">
                  <a:pos x="84" y="36"/>
                </a:cxn>
                <a:cxn ang="0">
                  <a:pos x="85" y="40"/>
                </a:cxn>
                <a:cxn ang="0">
                  <a:pos x="85" y="46"/>
                </a:cxn>
                <a:cxn ang="0">
                  <a:pos x="83" y="55"/>
                </a:cxn>
                <a:cxn ang="0">
                  <a:pos x="79" y="63"/>
                </a:cxn>
                <a:cxn ang="0">
                  <a:pos x="75" y="69"/>
                </a:cxn>
                <a:cxn ang="0">
                  <a:pos x="69" y="75"/>
                </a:cxn>
                <a:cxn ang="0">
                  <a:pos x="62" y="80"/>
                </a:cxn>
                <a:cxn ang="0">
                  <a:pos x="55" y="82"/>
                </a:cxn>
                <a:cxn ang="0">
                  <a:pos x="47" y="84"/>
                </a:cxn>
                <a:cxn ang="0">
                  <a:pos x="41" y="85"/>
                </a:cxn>
                <a:cxn ang="0">
                  <a:pos x="40" y="82"/>
                </a:cxn>
                <a:cxn ang="0">
                  <a:pos x="40" y="76"/>
                </a:cxn>
                <a:cxn ang="0">
                  <a:pos x="41" y="69"/>
                </a:cxn>
                <a:cxn ang="0">
                  <a:pos x="41" y="64"/>
                </a:cxn>
                <a:cxn ang="0">
                  <a:pos x="42" y="62"/>
                </a:cxn>
                <a:cxn ang="0">
                  <a:pos x="42" y="62"/>
                </a:cxn>
              </a:cxnLst>
              <a:rect l="0" t="0" r="0" b="0"/>
              <a:pathLst>
                <a:path w="85" h="85">
                  <a:moveTo>
                    <a:pt x="42" y="62"/>
                  </a:moveTo>
                  <a:lnTo>
                    <a:pt x="46" y="61"/>
                  </a:lnTo>
                  <a:lnTo>
                    <a:pt x="50" y="60"/>
                  </a:lnTo>
                  <a:lnTo>
                    <a:pt x="53" y="58"/>
                  </a:lnTo>
                  <a:lnTo>
                    <a:pt x="57" y="56"/>
                  </a:lnTo>
                  <a:lnTo>
                    <a:pt x="59" y="53"/>
                  </a:lnTo>
                  <a:lnTo>
                    <a:pt x="60" y="50"/>
                  </a:lnTo>
                  <a:lnTo>
                    <a:pt x="61" y="46"/>
                  </a:lnTo>
                  <a:lnTo>
                    <a:pt x="62" y="43"/>
                  </a:lnTo>
                  <a:lnTo>
                    <a:pt x="61" y="38"/>
                  </a:lnTo>
                  <a:lnTo>
                    <a:pt x="60" y="34"/>
                  </a:lnTo>
                  <a:lnTo>
                    <a:pt x="59" y="31"/>
                  </a:lnTo>
                  <a:lnTo>
                    <a:pt x="57" y="28"/>
                  </a:lnTo>
                  <a:lnTo>
                    <a:pt x="53" y="26"/>
                  </a:lnTo>
                  <a:lnTo>
                    <a:pt x="50" y="25"/>
                  </a:lnTo>
                  <a:lnTo>
                    <a:pt x="46" y="24"/>
                  </a:lnTo>
                  <a:lnTo>
                    <a:pt x="42" y="24"/>
                  </a:lnTo>
                  <a:lnTo>
                    <a:pt x="39" y="24"/>
                  </a:lnTo>
                  <a:lnTo>
                    <a:pt x="35" y="25"/>
                  </a:lnTo>
                  <a:lnTo>
                    <a:pt x="31" y="26"/>
                  </a:lnTo>
                  <a:lnTo>
                    <a:pt x="29" y="28"/>
                  </a:lnTo>
                  <a:lnTo>
                    <a:pt x="26" y="31"/>
                  </a:lnTo>
                  <a:lnTo>
                    <a:pt x="25" y="34"/>
                  </a:lnTo>
                  <a:lnTo>
                    <a:pt x="23" y="38"/>
                  </a:lnTo>
                  <a:lnTo>
                    <a:pt x="23" y="43"/>
                  </a:lnTo>
                  <a:lnTo>
                    <a:pt x="23" y="45"/>
                  </a:lnTo>
                  <a:lnTo>
                    <a:pt x="24" y="49"/>
                  </a:lnTo>
                  <a:lnTo>
                    <a:pt x="25" y="52"/>
                  </a:lnTo>
                  <a:lnTo>
                    <a:pt x="28" y="55"/>
                  </a:lnTo>
                  <a:lnTo>
                    <a:pt x="30" y="57"/>
                  </a:lnTo>
                  <a:lnTo>
                    <a:pt x="33" y="59"/>
                  </a:lnTo>
                  <a:lnTo>
                    <a:pt x="36" y="60"/>
                  </a:lnTo>
                  <a:lnTo>
                    <a:pt x="40" y="62"/>
                  </a:lnTo>
                  <a:lnTo>
                    <a:pt x="39" y="64"/>
                  </a:lnTo>
                  <a:lnTo>
                    <a:pt x="39" y="67"/>
                  </a:lnTo>
                  <a:lnTo>
                    <a:pt x="38" y="69"/>
                  </a:lnTo>
                  <a:lnTo>
                    <a:pt x="38" y="73"/>
                  </a:lnTo>
                  <a:lnTo>
                    <a:pt x="38" y="76"/>
                  </a:lnTo>
                  <a:lnTo>
                    <a:pt x="38" y="79"/>
                  </a:lnTo>
                  <a:lnTo>
                    <a:pt x="37" y="81"/>
                  </a:lnTo>
                  <a:lnTo>
                    <a:pt x="37" y="84"/>
                  </a:lnTo>
                  <a:lnTo>
                    <a:pt x="33" y="83"/>
                  </a:lnTo>
                  <a:lnTo>
                    <a:pt x="29" y="82"/>
                  </a:lnTo>
                  <a:lnTo>
                    <a:pt x="25" y="81"/>
                  </a:lnTo>
                  <a:lnTo>
                    <a:pt x="22" y="80"/>
                  </a:lnTo>
                  <a:lnTo>
                    <a:pt x="19" y="78"/>
                  </a:lnTo>
                  <a:lnTo>
                    <a:pt x="16" y="76"/>
                  </a:lnTo>
                  <a:lnTo>
                    <a:pt x="13" y="73"/>
                  </a:lnTo>
                  <a:lnTo>
                    <a:pt x="11" y="71"/>
                  </a:lnTo>
                  <a:lnTo>
                    <a:pt x="8" y="67"/>
                  </a:lnTo>
                  <a:lnTo>
                    <a:pt x="6" y="64"/>
                  </a:lnTo>
                  <a:lnTo>
                    <a:pt x="4" y="61"/>
                  </a:lnTo>
                  <a:lnTo>
                    <a:pt x="2" y="58"/>
                  </a:lnTo>
                  <a:lnTo>
                    <a:pt x="2" y="54"/>
                  </a:lnTo>
                  <a:lnTo>
                    <a:pt x="1" y="50"/>
                  </a:lnTo>
                  <a:lnTo>
                    <a:pt x="0" y="46"/>
                  </a:lnTo>
                  <a:lnTo>
                    <a:pt x="0" y="43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1" y="34"/>
                  </a:lnTo>
                  <a:lnTo>
                    <a:pt x="2" y="29"/>
                  </a:lnTo>
                  <a:lnTo>
                    <a:pt x="3" y="25"/>
                  </a:lnTo>
                  <a:lnTo>
                    <a:pt x="4" y="22"/>
                  </a:lnTo>
                  <a:lnTo>
                    <a:pt x="7" y="18"/>
                  </a:lnTo>
                  <a:lnTo>
                    <a:pt x="9" y="15"/>
                  </a:lnTo>
                  <a:lnTo>
                    <a:pt x="12" y="12"/>
                  </a:lnTo>
                  <a:lnTo>
                    <a:pt x="15" y="9"/>
                  </a:lnTo>
                  <a:lnTo>
                    <a:pt x="19" y="7"/>
                  </a:lnTo>
                  <a:lnTo>
                    <a:pt x="22" y="4"/>
                  </a:lnTo>
                  <a:lnTo>
                    <a:pt x="26" y="3"/>
                  </a:lnTo>
                  <a:lnTo>
                    <a:pt x="30" y="2"/>
                  </a:lnTo>
                  <a:lnTo>
                    <a:pt x="34" y="1"/>
                  </a:lnTo>
                  <a:lnTo>
                    <a:pt x="36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7" y="0"/>
                  </a:lnTo>
                  <a:lnTo>
                    <a:pt x="51" y="1"/>
                  </a:lnTo>
                  <a:lnTo>
                    <a:pt x="55" y="2"/>
                  </a:lnTo>
                  <a:lnTo>
                    <a:pt x="59" y="3"/>
                  </a:lnTo>
                  <a:lnTo>
                    <a:pt x="62" y="4"/>
                  </a:lnTo>
                  <a:lnTo>
                    <a:pt x="66" y="7"/>
                  </a:lnTo>
                  <a:lnTo>
                    <a:pt x="69" y="9"/>
                  </a:lnTo>
                  <a:lnTo>
                    <a:pt x="73" y="12"/>
                  </a:lnTo>
                  <a:lnTo>
                    <a:pt x="75" y="15"/>
                  </a:lnTo>
                  <a:lnTo>
                    <a:pt x="77" y="18"/>
                  </a:lnTo>
                  <a:lnTo>
                    <a:pt x="79" y="22"/>
                  </a:lnTo>
                  <a:lnTo>
                    <a:pt x="82" y="25"/>
                  </a:lnTo>
                  <a:lnTo>
                    <a:pt x="83" y="29"/>
                  </a:lnTo>
                  <a:lnTo>
                    <a:pt x="84" y="34"/>
                  </a:lnTo>
                  <a:lnTo>
                    <a:pt x="84" y="36"/>
                  </a:lnTo>
                  <a:lnTo>
                    <a:pt x="85" y="38"/>
                  </a:lnTo>
                  <a:lnTo>
                    <a:pt x="85" y="40"/>
                  </a:lnTo>
                  <a:lnTo>
                    <a:pt x="85" y="43"/>
                  </a:lnTo>
                  <a:lnTo>
                    <a:pt x="85" y="46"/>
                  </a:lnTo>
                  <a:lnTo>
                    <a:pt x="84" y="50"/>
                  </a:lnTo>
                  <a:lnTo>
                    <a:pt x="83" y="55"/>
                  </a:lnTo>
                  <a:lnTo>
                    <a:pt x="82" y="59"/>
                  </a:lnTo>
                  <a:lnTo>
                    <a:pt x="79" y="63"/>
                  </a:lnTo>
                  <a:lnTo>
                    <a:pt x="77" y="65"/>
                  </a:lnTo>
                  <a:lnTo>
                    <a:pt x="75" y="69"/>
                  </a:lnTo>
                  <a:lnTo>
                    <a:pt x="73" y="72"/>
                  </a:lnTo>
                  <a:lnTo>
                    <a:pt x="69" y="75"/>
                  </a:lnTo>
                  <a:lnTo>
                    <a:pt x="66" y="77"/>
                  </a:lnTo>
                  <a:lnTo>
                    <a:pt x="62" y="80"/>
                  </a:lnTo>
                  <a:lnTo>
                    <a:pt x="59" y="81"/>
                  </a:lnTo>
                  <a:lnTo>
                    <a:pt x="55" y="82"/>
                  </a:lnTo>
                  <a:lnTo>
                    <a:pt x="51" y="84"/>
                  </a:lnTo>
                  <a:lnTo>
                    <a:pt x="47" y="84"/>
                  </a:lnTo>
                  <a:lnTo>
                    <a:pt x="42" y="85"/>
                  </a:lnTo>
                  <a:lnTo>
                    <a:pt x="41" y="85"/>
                  </a:lnTo>
                  <a:lnTo>
                    <a:pt x="40" y="85"/>
                  </a:lnTo>
                  <a:lnTo>
                    <a:pt x="40" y="82"/>
                  </a:lnTo>
                  <a:lnTo>
                    <a:pt x="40" y="79"/>
                  </a:lnTo>
                  <a:lnTo>
                    <a:pt x="40" y="76"/>
                  </a:lnTo>
                  <a:lnTo>
                    <a:pt x="41" y="73"/>
                  </a:lnTo>
                  <a:lnTo>
                    <a:pt x="41" y="69"/>
                  </a:lnTo>
                  <a:lnTo>
                    <a:pt x="41" y="67"/>
                  </a:lnTo>
                  <a:lnTo>
                    <a:pt x="41" y="64"/>
                  </a:lnTo>
                  <a:lnTo>
                    <a:pt x="42" y="6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4" name="Freeform 146"/>
            <p:cNvSpPr/>
            <p:nvPr/>
          </p:nvSpPr>
          <p:spPr>
            <a:xfrm>
              <a:off x="2504" y="2534"/>
              <a:ext cx="9" cy="23"/>
            </a:xfrm>
            <a:custGeom>
              <a:avLst/>
              <a:gdLst/>
              <a:ahLst/>
              <a:cxnLst>
                <a:cxn ang="0">
                  <a:pos x="0" y="21"/>
                </a:cxn>
                <a:cxn ang="0">
                  <a:pos x="1" y="22"/>
                </a:cxn>
                <a:cxn ang="0">
                  <a:pos x="4" y="23"/>
                </a:cxn>
                <a:cxn ang="0">
                  <a:pos x="9" y="19"/>
                </a:cxn>
                <a:cxn ang="0">
                  <a:pos x="6" y="0"/>
                </a:cxn>
                <a:cxn ang="0">
                  <a:pos x="3" y="0"/>
                </a:cxn>
                <a:cxn ang="0">
                  <a:pos x="0" y="21"/>
                </a:cxn>
                <a:cxn ang="0">
                  <a:pos x="0" y="21"/>
                </a:cxn>
              </a:cxnLst>
              <a:rect l="0" t="0" r="0" b="0"/>
              <a:pathLst>
                <a:path w="9" h="23">
                  <a:moveTo>
                    <a:pt x="0" y="21"/>
                  </a:moveTo>
                  <a:lnTo>
                    <a:pt x="1" y="22"/>
                  </a:lnTo>
                  <a:lnTo>
                    <a:pt x="4" y="23"/>
                  </a:lnTo>
                  <a:lnTo>
                    <a:pt x="9" y="19"/>
                  </a:lnTo>
                  <a:lnTo>
                    <a:pt x="6" y="0"/>
                  </a:lnTo>
                  <a:lnTo>
                    <a:pt x="3" y="0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5" name="Freeform 147"/>
            <p:cNvSpPr/>
            <p:nvPr/>
          </p:nvSpPr>
          <p:spPr>
            <a:xfrm>
              <a:off x="2764" y="2472"/>
              <a:ext cx="84" cy="85"/>
            </a:xfrm>
            <a:custGeom>
              <a:avLst/>
              <a:gdLst/>
              <a:ahLst/>
              <a:cxnLst>
                <a:cxn ang="0">
                  <a:pos x="45" y="62"/>
                </a:cxn>
                <a:cxn ang="0">
                  <a:pos x="53" y="59"/>
                </a:cxn>
                <a:cxn ang="0">
                  <a:pos x="58" y="53"/>
                </a:cxn>
                <a:cxn ang="0">
                  <a:pos x="62" y="46"/>
                </a:cxn>
                <a:cxn ang="0">
                  <a:pos x="62" y="38"/>
                </a:cxn>
                <a:cxn ang="0">
                  <a:pos x="58" y="31"/>
                </a:cxn>
                <a:cxn ang="0">
                  <a:pos x="53" y="26"/>
                </a:cxn>
                <a:cxn ang="0">
                  <a:pos x="45" y="24"/>
                </a:cxn>
                <a:cxn ang="0">
                  <a:pos x="38" y="24"/>
                </a:cxn>
                <a:cxn ang="0">
                  <a:pos x="31" y="26"/>
                </a:cxn>
                <a:cxn ang="0">
                  <a:pos x="25" y="31"/>
                </a:cxn>
                <a:cxn ang="0">
                  <a:pos x="24" y="38"/>
                </a:cxn>
                <a:cxn ang="0">
                  <a:pos x="24" y="45"/>
                </a:cxn>
                <a:cxn ang="0">
                  <a:pos x="25" y="52"/>
                </a:cxn>
                <a:cxn ang="0">
                  <a:pos x="29" y="57"/>
                </a:cxn>
                <a:cxn ang="0">
                  <a:pos x="35" y="61"/>
                </a:cxn>
                <a:cxn ang="0">
                  <a:pos x="38" y="64"/>
                </a:cxn>
                <a:cxn ang="0">
                  <a:pos x="38" y="69"/>
                </a:cxn>
                <a:cxn ang="0">
                  <a:pos x="38" y="76"/>
                </a:cxn>
                <a:cxn ang="0">
                  <a:pos x="38" y="82"/>
                </a:cxn>
                <a:cxn ang="0">
                  <a:pos x="33" y="84"/>
                </a:cxn>
                <a:cxn ang="0">
                  <a:pos x="25" y="81"/>
                </a:cxn>
                <a:cxn ang="0">
                  <a:pos x="19" y="78"/>
                </a:cxn>
                <a:cxn ang="0">
                  <a:pos x="13" y="73"/>
                </a:cxn>
                <a:cxn ang="0">
                  <a:pos x="7" y="67"/>
                </a:cxn>
                <a:cxn ang="0">
                  <a:pos x="4" y="61"/>
                </a:cxn>
                <a:cxn ang="0">
                  <a:pos x="1" y="54"/>
                </a:cxn>
                <a:cxn ang="0">
                  <a:pos x="0" y="46"/>
                </a:cxn>
                <a:cxn ang="0">
                  <a:pos x="0" y="40"/>
                </a:cxn>
                <a:cxn ang="0">
                  <a:pos x="0" y="36"/>
                </a:cxn>
                <a:cxn ang="0">
                  <a:pos x="1" y="29"/>
                </a:cxn>
                <a:cxn ang="0">
                  <a:pos x="4" y="22"/>
                </a:cxn>
                <a:cxn ang="0">
                  <a:pos x="8" y="15"/>
                </a:cxn>
                <a:cxn ang="0">
                  <a:pos x="14" y="9"/>
                </a:cxn>
                <a:cxn ang="0">
                  <a:pos x="22" y="4"/>
                </a:cxn>
                <a:cxn ang="0">
                  <a:pos x="28" y="2"/>
                </a:cxn>
                <a:cxn ang="0">
                  <a:pos x="35" y="0"/>
                </a:cxn>
                <a:cxn ang="0">
                  <a:pos x="40" y="0"/>
                </a:cxn>
                <a:cxn ang="0">
                  <a:pos x="46" y="0"/>
                </a:cxn>
                <a:cxn ang="0">
                  <a:pos x="54" y="2"/>
                </a:cxn>
                <a:cxn ang="0">
                  <a:pos x="62" y="4"/>
                </a:cxn>
                <a:cxn ang="0">
                  <a:pos x="68" y="9"/>
                </a:cxn>
                <a:cxn ang="0">
                  <a:pos x="74" y="15"/>
                </a:cxn>
                <a:cxn ang="0">
                  <a:pos x="79" y="22"/>
                </a:cxn>
                <a:cxn ang="0">
                  <a:pos x="82" y="29"/>
                </a:cxn>
                <a:cxn ang="0">
                  <a:pos x="83" y="36"/>
                </a:cxn>
                <a:cxn ang="0">
                  <a:pos x="84" y="40"/>
                </a:cxn>
                <a:cxn ang="0">
                  <a:pos x="84" y="46"/>
                </a:cxn>
                <a:cxn ang="0">
                  <a:pos x="82" y="55"/>
                </a:cxn>
                <a:cxn ang="0">
                  <a:pos x="79" y="63"/>
                </a:cxn>
                <a:cxn ang="0">
                  <a:pos x="74" y="69"/>
                </a:cxn>
                <a:cxn ang="0">
                  <a:pos x="68" y="75"/>
                </a:cxn>
                <a:cxn ang="0">
                  <a:pos x="62" y="80"/>
                </a:cxn>
                <a:cxn ang="0">
                  <a:pos x="54" y="82"/>
                </a:cxn>
                <a:cxn ang="0">
                  <a:pos x="46" y="84"/>
                </a:cxn>
                <a:cxn ang="0">
                  <a:pos x="41" y="85"/>
                </a:cxn>
                <a:cxn ang="0">
                  <a:pos x="41" y="82"/>
                </a:cxn>
                <a:cxn ang="0">
                  <a:pos x="41" y="76"/>
                </a:cxn>
                <a:cxn ang="0">
                  <a:pos x="41" y="69"/>
                </a:cxn>
                <a:cxn ang="0">
                  <a:pos x="41" y="64"/>
                </a:cxn>
                <a:cxn ang="0">
                  <a:pos x="42" y="63"/>
                </a:cxn>
                <a:cxn ang="0">
                  <a:pos x="43" y="63"/>
                </a:cxn>
              </a:cxnLst>
              <a:rect l="0" t="0" r="0" b="0"/>
              <a:pathLst>
                <a:path w="84" h="85">
                  <a:moveTo>
                    <a:pt x="43" y="63"/>
                  </a:moveTo>
                  <a:lnTo>
                    <a:pt x="45" y="62"/>
                  </a:lnTo>
                  <a:lnTo>
                    <a:pt x="50" y="61"/>
                  </a:lnTo>
                  <a:lnTo>
                    <a:pt x="53" y="59"/>
                  </a:lnTo>
                  <a:lnTo>
                    <a:pt x="56" y="57"/>
                  </a:lnTo>
                  <a:lnTo>
                    <a:pt x="58" y="53"/>
                  </a:lnTo>
                  <a:lnTo>
                    <a:pt x="61" y="50"/>
                  </a:lnTo>
                  <a:lnTo>
                    <a:pt x="62" y="46"/>
                  </a:lnTo>
                  <a:lnTo>
                    <a:pt x="62" y="43"/>
                  </a:lnTo>
                  <a:lnTo>
                    <a:pt x="62" y="38"/>
                  </a:lnTo>
                  <a:lnTo>
                    <a:pt x="61" y="34"/>
                  </a:lnTo>
                  <a:lnTo>
                    <a:pt x="58" y="31"/>
                  </a:lnTo>
                  <a:lnTo>
                    <a:pt x="56" y="28"/>
                  </a:lnTo>
                  <a:lnTo>
                    <a:pt x="53" y="26"/>
                  </a:lnTo>
                  <a:lnTo>
                    <a:pt x="50" y="25"/>
                  </a:lnTo>
                  <a:lnTo>
                    <a:pt x="45" y="24"/>
                  </a:lnTo>
                  <a:lnTo>
                    <a:pt x="43" y="24"/>
                  </a:lnTo>
                  <a:lnTo>
                    <a:pt x="38" y="24"/>
                  </a:lnTo>
                  <a:lnTo>
                    <a:pt x="35" y="25"/>
                  </a:lnTo>
                  <a:lnTo>
                    <a:pt x="31" y="26"/>
                  </a:lnTo>
                  <a:lnTo>
                    <a:pt x="28" y="28"/>
                  </a:lnTo>
                  <a:lnTo>
                    <a:pt x="25" y="31"/>
                  </a:lnTo>
                  <a:lnTo>
                    <a:pt x="24" y="34"/>
                  </a:lnTo>
                  <a:lnTo>
                    <a:pt x="24" y="38"/>
                  </a:lnTo>
                  <a:lnTo>
                    <a:pt x="24" y="43"/>
                  </a:lnTo>
                  <a:lnTo>
                    <a:pt x="24" y="45"/>
                  </a:lnTo>
                  <a:lnTo>
                    <a:pt x="24" y="49"/>
                  </a:lnTo>
                  <a:lnTo>
                    <a:pt x="25" y="52"/>
                  </a:lnTo>
                  <a:lnTo>
                    <a:pt x="27" y="55"/>
                  </a:lnTo>
                  <a:lnTo>
                    <a:pt x="29" y="57"/>
                  </a:lnTo>
                  <a:lnTo>
                    <a:pt x="32" y="60"/>
                  </a:lnTo>
                  <a:lnTo>
                    <a:pt x="35" y="61"/>
                  </a:lnTo>
                  <a:lnTo>
                    <a:pt x="39" y="62"/>
                  </a:lnTo>
                  <a:lnTo>
                    <a:pt x="38" y="64"/>
                  </a:lnTo>
                  <a:lnTo>
                    <a:pt x="38" y="67"/>
                  </a:lnTo>
                  <a:lnTo>
                    <a:pt x="38" y="69"/>
                  </a:lnTo>
                  <a:lnTo>
                    <a:pt x="38" y="73"/>
                  </a:lnTo>
                  <a:lnTo>
                    <a:pt x="38" y="76"/>
                  </a:lnTo>
                  <a:lnTo>
                    <a:pt x="38" y="79"/>
                  </a:lnTo>
                  <a:lnTo>
                    <a:pt x="38" y="82"/>
                  </a:lnTo>
                  <a:lnTo>
                    <a:pt x="38" y="85"/>
                  </a:lnTo>
                  <a:lnTo>
                    <a:pt x="33" y="84"/>
                  </a:lnTo>
                  <a:lnTo>
                    <a:pt x="29" y="83"/>
                  </a:lnTo>
                  <a:lnTo>
                    <a:pt x="25" y="81"/>
                  </a:lnTo>
                  <a:lnTo>
                    <a:pt x="23" y="80"/>
                  </a:lnTo>
                  <a:lnTo>
                    <a:pt x="19" y="78"/>
                  </a:lnTo>
                  <a:lnTo>
                    <a:pt x="16" y="76"/>
                  </a:lnTo>
                  <a:lnTo>
                    <a:pt x="13" y="73"/>
                  </a:lnTo>
                  <a:lnTo>
                    <a:pt x="10" y="71"/>
                  </a:lnTo>
                  <a:lnTo>
                    <a:pt x="7" y="67"/>
                  </a:lnTo>
                  <a:lnTo>
                    <a:pt x="6" y="64"/>
                  </a:lnTo>
                  <a:lnTo>
                    <a:pt x="4" y="61"/>
                  </a:lnTo>
                  <a:lnTo>
                    <a:pt x="3" y="58"/>
                  </a:lnTo>
                  <a:lnTo>
                    <a:pt x="1" y="54"/>
                  </a:lnTo>
                  <a:lnTo>
                    <a:pt x="0" y="50"/>
                  </a:lnTo>
                  <a:lnTo>
                    <a:pt x="0" y="46"/>
                  </a:lnTo>
                  <a:lnTo>
                    <a:pt x="0" y="43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1" y="34"/>
                  </a:lnTo>
                  <a:lnTo>
                    <a:pt x="1" y="29"/>
                  </a:lnTo>
                  <a:lnTo>
                    <a:pt x="3" y="25"/>
                  </a:lnTo>
                  <a:lnTo>
                    <a:pt x="4" y="22"/>
                  </a:lnTo>
                  <a:lnTo>
                    <a:pt x="6" y="18"/>
                  </a:lnTo>
                  <a:lnTo>
                    <a:pt x="8" y="15"/>
                  </a:lnTo>
                  <a:lnTo>
                    <a:pt x="12" y="12"/>
                  </a:lnTo>
                  <a:lnTo>
                    <a:pt x="14" y="9"/>
                  </a:lnTo>
                  <a:lnTo>
                    <a:pt x="18" y="7"/>
                  </a:lnTo>
                  <a:lnTo>
                    <a:pt x="22" y="4"/>
                  </a:lnTo>
                  <a:lnTo>
                    <a:pt x="25" y="3"/>
                  </a:lnTo>
                  <a:lnTo>
                    <a:pt x="28" y="2"/>
                  </a:lnTo>
                  <a:lnTo>
                    <a:pt x="33" y="1"/>
                  </a:lnTo>
                  <a:lnTo>
                    <a:pt x="35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3" y="0"/>
                  </a:lnTo>
                  <a:lnTo>
                    <a:pt x="46" y="0"/>
                  </a:lnTo>
                  <a:lnTo>
                    <a:pt x="50" y="1"/>
                  </a:lnTo>
                  <a:lnTo>
                    <a:pt x="54" y="2"/>
                  </a:lnTo>
                  <a:lnTo>
                    <a:pt x="58" y="3"/>
                  </a:lnTo>
                  <a:lnTo>
                    <a:pt x="62" y="4"/>
                  </a:lnTo>
                  <a:lnTo>
                    <a:pt x="65" y="7"/>
                  </a:lnTo>
                  <a:lnTo>
                    <a:pt x="68" y="9"/>
                  </a:lnTo>
                  <a:lnTo>
                    <a:pt x="72" y="12"/>
                  </a:lnTo>
                  <a:lnTo>
                    <a:pt x="74" y="15"/>
                  </a:lnTo>
                  <a:lnTo>
                    <a:pt x="77" y="18"/>
                  </a:lnTo>
                  <a:lnTo>
                    <a:pt x="79" y="22"/>
                  </a:lnTo>
                  <a:lnTo>
                    <a:pt x="80" y="25"/>
                  </a:lnTo>
                  <a:lnTo>
                    <a:pt x="82" y="29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4" y="38"/>
                  </a:lnTo>
                  <a:lnTo>
                    <a:pt x="84" y="40"/>
                  </a:lnTo>
                  <a:lnTo>
                    <a:pt x="84" y="43"/>
                  </a:lnTo>
                  <a:lnTo>
                    <a:pt x="84" y="46"/>
                  </a:lnTo>
                  <a:lnTo>
                    <a:pt x="83" y="50"/>
                  </a:lnTo>
                  <a:lnTo>
                    <a:pt x="82" y="55"/>
                  </a:lnTo>
                  <a:lnTo>
                    <a:pt x="80" y="59"/>
                  </a:lnTo>
                  <a:lnTo>
                    <a:pt x="79" y="63"/>
                  </a:lnTo>
                  <a:lnTo>
                    <a:pt x="77" y="65"/>
                  </a:lnTo>
                  <a:lnTo>
                    <a:pt x="74" y="69"/>
                  </a:lnTo>
                  <a:lnTo>
                    <a:pt x="72" y="72"/>
                  </a:lnTo>
                  <a:lnTo>
                    <a:pt x="68" y="75"/>
                  </a:lnTo>
                  <a:lnTo>
                    <a:pt x="65" y="77"/>
                  </a:lnTo>
                  <a:lnTo>
                    <a:pt x="62" y="80"/>
                  </a:lnTo>
                  <a:lnTo>
                    <a:pt x="58" y="81"/>
                  </a:lnTo>
                  <a:lnTo>
                    <a:pt x="54" y="82"/>
                  </a:lnTo>
                  <a:lnTo>
                    <a:pt x="50" y="84"/>
                  </a:lnTo>
                  <a:lnTo>
                    <a:pt x="46" y="84"/>
                  </a:lnTo>
                  <a:lnTo>
                    <a:pt x="43" y="85"/>
                  </a:lnTo>
                  <a:lnTo>
                    <a:pt x="41" y="85"/>
                  </a:lnTo>
                  <a:lnTo>
                    <a:pt x="41" y="82"/>
                  </a:lnTo>
                  <a:lnTo>
                    <a:pt x="41" y="79"/>
                  </a:lnTo>
                  <a:lnTo>
                    <a:pt x="41" y="76"/>
                  </a:lnTo>
                  <a:lnTo>
                    <a:pt x="41" y="73"/>
                  </a:lnTo>
                  <a:lnTo>
                    <a:pt x="41" y="69"/>
                  </a:lnTo>
                  <a:lnTo>
                    <a:pt x="41" y="67"/>
                  </a:lnTo>
                  <a:lnTo>
                    <a:pt x="41" y="64"/>
                  </a:lnTo>
                  <a:lnTo>
                    <a:pt x="42" y="62"/>
                  </a:lnTo>
                  <a:lnTo>
                    <a:pt x="42" y="63"/>
                  </a:lnTo>
                  <a:lnTo>
                    <a:pt x="43" y="6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6" name="Freeform 148"/>
            <p:cNvSpPr/>
            <p:nvPr/>
          </p:nvSpPr>
          <p:spPr>
            <a:xfrm>
              <a:off x="2799" y="2534"/>
              <a:ext cx="10" cy="23"/>
            </a:xfrm>
            <a:custGeom>
              <a:avLst/>
              <a:gdLst/>
              <a:ahLst/>
              <a:cxnLst>
                <a:cxn ang="0">
                  <a:pos x="0" y="21"/>
                </a:cxn>
                <a:cxn ang="0">
                  <a:pos x="3" y="23"/>
                </a:cxn>
                <a:cxn ang="0">
                  <a:pos x="6" y="23"/>
                </a:cxn>
                <a:cxn ang="0">
                  <a:pos x="10" y="19"/>
                </a:cxn>
                <a:cxn ang="0">
                  <a:pos x="7" y="0"/>
                </a:cxn>
                <a:cxn ang="0">
                  <a:pos x="4" y="0"/>
                </a:cxn>
                <a:cxn ang="0">
                  <a:pos x="0" y="21"/>
                </a:cxn>
                <a:cxn ang="0">
                  <a:pos x="0" y="21"/>
                </a:cxn>
              </a:cxnLst>
              <a:rect l="0" t="0" r="0" b="0"/>
              <a:pathLst>
                <a:path w="10" h="23">
                  <a:moveTo>
                    <a:pt x="0" y="21"/>
                  </a:moveTo>
                  <a:lnTo>
                    <a:pt x="3" y="23"/>
                  </a:lnTo>
                  <a:lnTo>
                    <a:pt x="6" y="23"/>
                  </a:lnTo>
                  <a:lnTo>
                    <a:pt x="10" y="19"/>
                  </a:lnTo>
                  <a:lnTo>
                    <a:pt x="7" y="0"/>
                  </a:lnTo>
                  <a:lnTo>
                    <a:pt x="4" y="0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2" name="矩形 191"/>
          <p:cNvSpPr/>
          <p:nvPr/>
        </p:nvSpPr>
        <p:spPr>
          <a:xfrm>
            <a:off x="1500188" y="4168775"/>
            <a:ext cx="2786063" cy="4603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7468" name="Group 153"/>
          <p:cNvGrpSpPr>
            <a:grpSpLocks noChangeAspect="1"/>
          </p:cNvGrpSpPr>
          <p:nvPr/>
        </p:nvGrpSpPr>
        <p:grpSpPr>
          <a:xfrm>
            <a:off x="857250" y="3143250"/>
            <a:ext cx="701675" cy="428625"/>
            <a:chOff x="315" y="225"/>
            <a:chExt cx="1218" cy="744"/>
          </a:xfrm>
        </p:grpSpPr>
        <p:sp>
          <p:nvSpPr>
            <p:cNvPr id="17469" name="AutoShape 152"/>
            <p:cNvSpPr>
              <a:spLocks noChangeAspect="1" noTextEdit="1"/>
            </p:cNvSpPr>
            <p:nvPr/>
          </p:nvSpPr>
          <p:spPr>
            <a:xfrm>
              <a:off x="315" y="225"/>
              <a:ext cx="1218" cy="74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eaLnBrk="0" hangingPunct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470" name="Freeform 154"/>
            <p:cNvSpPr/>
            <p:nvPr/>
          </p:nvSpPr>
          <p:spPr>
            <a:xfrm>
              <a:off x="643" y="641"/>
              <a:ext cx="277" cy="174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0" y="20"/>
                </a:cxn>
                <a:cxn ang="0">
                  <a:pos x="8" y="40"/>
                </a:cxn>
                <a:cxn ang="0">
                  <a:pos x="17" y="60"/>
                </a:cxn>
                <a:cxn ang="0">
                  <a:pos x="31" y="82"/>
                </a:cxn>
                <a:cxn ang="0">
                  <a:pos x="47" y="108"/>
                </a:cxn>
                <a:cxn ang="0">
                  <a:pos x="67" y="132"/>
                </a:cxn>
                <a:cxn ang="0">
                  <a:pos x="79" y="144"/>
                </a:cxn>
                <a:cxn ang="0">
                  <a:pos x="91" y="154"/>
                </a:cxn>
                <a:cxn ang="0">
                  <a:pos x="103" y="162"/>
                </a:cxn>
                <a:cxn ang="0">
                  <a:pos x="115" y="168"/>
                </a:cxn>
                <a:cxn ang="0">
                  <a:pos x="115" y="168"/>
                </a:cxn>
                <a:cxn ang="0">
                  <a:pos x="129" y="172"/>
                </a:cxn>
                <a:cxn ang="0">
                  <a:pos x="143" y="174"/>
                </a:cxn>
                <a:cxn ang="0">
                  <a:pos x="157" y="170"/>
                </a:cxn>
                <a:cxn ang="0">
                  <a:pos x="171" y="166"/>
                </a:cxn>
                <a:cxn ang="0">
                  <a:pos x="185" y="158"/>
                </a:cxn>
                <a:cxn ang="0">
                  <a:pos x="197" y="150"/>
                </a:cxn>
                <a:cxn ang="0">
                  <a:pos x="223" y="128"/>
                </a:cxn>
                <a:cxn ang="0">
                  <a:pos x="245" y="106"/>
                </a:cxn>
                <a:cxn ang="0">
                  <a:pos x="261" y="86"/>
                </a:cxn>
                <a:cxn ang="0">
                  <a:pos x="277" y="64"/>
                </a:cxn>
                <a:cxn ang="0">
                  <a:pos x="245" y="18"/>
                </a:cxn>
                <a:cxn ang="0">
                  <a:pos x="245" y="18"/>
                </a:cxn>
                <a:cxn ang="0">
                  <a:pos x="235" y="32"/>
                </a:cxn>
                <a:cxn ang="0">
                  <a:pos x="209" y="64"/>
                </a:cxn>
                <a:cxn ang="0">
                  <a:pos x="191" y="80"/>
                </a:cxn>
                <a:cxn ang="0">
                  <a:pos x="173" y="96"/>
                </a:cxn>
                <a:cxn ang="0">
                  <a:pos x="155" y="108"/>
                </a:cxn>
                <a:cxn ang="0">
                  <a:pos x="145" y="114"/>
                </a:cxn>
                <a:cxn ang="0">
                  <a:pos x="135" y="116"/>
                </a:cxn>
                <a:cxn ang="0">
                  <a:pos x="135" y="116"/>
                </a:cxn>
                <a:cxn ang="0">
                  <a:pos x="127" y="116"/>
                </a:cxn>
                <a:cxn ang="0">
                  <a:pos x="117" y="114"/>
                </a:cxn>
                <a:cxn ang="0">
                  <a:pos x="107" y="108"/>
                </a:cxn>
                <a:cxn ang="0">
                  <a:pos x="97" y="102"/>
                </a:cxn>
                <a:cxn ang="0">
                  <a:pos x="77" y="82"/>
                </a:cxn>
                <a:cxn ang="0">
                  <a:pos x="59" y="62"/>
                </a:cxn>
                <a:cxn ang="0">
                  <a:pos x="45" y="38"/>
                </a:cxn>
                <a:cxn ang="0">
                  <a:pos x="31" y="20"/>
                </a:cxn>
                <a:cxn ang="0">
                  <a:pos x="21" y="0"/>
                </a:cxn>
                <a:cxn ang="0">
                  <a:pos x="0" y="20"/>
                </a:cxn>
                <a:cxn ang="0">
                  <a:pos x="0" y="20"/>
                </a:cxn>
              </a:cxnLst>
              <a:rect l="0" t="0" r="0" b="0"/>
              <a:pathLst>
                <a:path w="277" h="174">
                  <a:moveTo>
                    <a:pt x="0" y="20"/>
                  </a:moveTo>
                  <a:lnTo>
                    <a:pt x="0" y="20"/>
                  </a:lnTo>
                  <a:lnTo>
                    <a:pt x="8" y="40"/>
                  </a:lnTo>
                  <a:lnTo>
                    <a:pt x="17" y="60"/>
                  </a:lnTo>
                  <a:lnTo>
                    <a:pt x="31" y="82"/>
                  </a:lnTo>
                  <a:lnTo>
                    <a:pt x="47" y="108"/>
                  </a:lnTo>
                  <a:lnTo>
                    <a:pt x="67" y="132"/>
                  </a:lnTo>
                  <a:lnTo>
                    <a:pt x="79" y="144"/>
                  </a:lnTo>
                  <a:lnTo>
                    <a:pt x="91" y="154"/>
                  </a:lnTo>
                  <a:lnTo>
                    <a:pt x="103" y="162"/>
                  </a:lnTo>
                  <a:lnTo>
                    <a:pt x="115" y="168"/>
                  </a:lnTo>
                  <a:lnTo>
                    <a:pt x="129" y="172"/>
                  </a:lnTo>
                  <a:lnTo>
                    <a:pt x="143" y="174"/>
                  </a:lnTo>
                  <a:lnTo>
                    <a:pt x="157" y="170"/>
                  </a:lnTo>
                  <a:lnTo>
                    <a:pt x="171" y="166"/>
                  </a:lnTo>
                  <a:lnTo>
                    <a:pt x="185" y="158"/>
                  </a:lnTo>
                  <a:lnTo>
                    <a:pt x="197" y="150"/>
                  </a:lnTo>
                  <a:lnTo>
                    <a:pt x="223" y="128"/>
                  </a:lnTo>
                  <a:lnTo>
                    <a:pt x="245" y="106"/>
                  </a:lnTo>
                  <a:lnTo>
                    <a:pt x="261" y="86"/>
                  </a:lnTo>
                  <a:lnTo>
                    <a:pt x="277" y="64"/>
                  </a:lnTo>
                  <a:lnTo>
                    <a:pt x="245" y="18"/>
                  </a:lnTo>
                  <a:lnTo>
                    <a:pt x="235" y="32"/>
                  </a:lnTo>
                  <a:lnTo>
                    <a:pt x="209" y="64"/>
                  </a:lnTo>
                  <a:lnTo>
                    <a:pt x="191" y="80"/>
                  </a:lnTo>
                  <a:lnTo>
                    <a:pt x="173" y="96"/>
                  </a:lnTo>
                  <a:lnTo>
                    <a:pt x="155" y="108"/>
                  </a:lnTo>
                  <a:lnTo>
                    <a:pt x="145" y="114"/>
                  </a:lnTo>
                  <a:lnTo>
                    <a:pt x="135" y="116"/>
                  </a:lnTo>
                  <a:lnTo>
                    <a:pt x="127" y="116"/>
                  </a:lnTo>
                  <a:lnTo>
                    <a:pt x="117" y="114"/>
                  </a:lnTo>
                  <a:lnTo>
                    <a:pt x="107" y="108"/>
                  </a:lnTo>
                  <a:lnTo>
                    <a:pt x="97" y="102"/>
                  </a:lnTo>
                  <a:lnTo>
                    <a:pt x="77" y="82"/>
                  </a:lnTo>
                  <a:lnTo>
                    <a:pt x="59" y="62"/>
                  </a:lnTo>
                  <a:lnTo>
                    <a:pt x="45" y="38"/>
                  </a:lnTo>
                  <a:lnTo>
                    <a:pt x="31" y="20"/>
                  </a:lnTo>
                  <a:lnTo>
                    <a:pt x="21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1" name="Freeform 155"/>
            <p:cNvSpPr/>
            <p:nvPr/>
          </p:nvSpPr>
          <p:spPr>
            <a:xfrm>
              <a:off x="315" y="317"/>
              <a:ext cx="238" cy="496"/>
            </a:xfrm>
            <a:custGeom>
              <a:avLst/>
              <a:gdLst/>
              <a:ahLst/>
              <a:cxnLst>
                <a:cxn ang="0">
                  <a:pos x="238" y="460"/>
                </a:cxn>
                <a:cxn ang="0">
                  <a:pos x="238" y="38"/>
                </a:cxn>
                <a:cxn ang="0">
                  <a:pos x="238" y="38"/>
                </a:cxn>
                <a:cxn ang="0">
                  <a:pos x="236" y="32"/>
                </a:cxn>
                <a:cxn ang="0">
                  <a:pos x="234" y="28"/>
                </a:cxn>
                <a:cxn ang="0">
                  <a:pos x="230" y="26"/>
                </a:cxn>
                <a:cxn ang="0">
                  <a:pos x="230" y="26"/>
                </a:cxn>
                <a:cxn ang="0">
                  <a:pos x="220" y="20"/>
                </a:cxn>
                <a:cxn ang="0">
                  <a:pos x="204" y="18"/>
                </a:cxn>
                <a:cxn ang="0">
                  <a:pos x="204" y="18"/>
                </a:cxn>
                <a:cxn ang="0">
                  <a:pos x="108" y="8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2" y="0"/>
                </a:cxn>
                <a:cxn ang="0">
                  <a:pos x="16" y="2"/>
                </a:cxn>
                <a:cxn ang="0">
                  <a:pos x="10" y="4"/>
                </a:cxn>
                <a:cxn ang="0">
                  <a:pos x="6" y="6"/>
                </a:cxn>
                <a:cxn ang="0">
                  <a:pos x="4" y="12"/>
                </a:cxn>
                <a:cxn ang="0">
                  <a:pos x="4" y="12"/>
                </a:cxn>
                <a:cxn ang="0">
                  <a:pos x="0" y="20"/>
                </a:cxn>
                <a:cxn ang="0">
                  <a:pos x="0" y="26"/>
                </a:cxn>
                <a:cxn ang="0">
                  <a:pos x="0" y="26"/>
                </a:cxn>
                <a:cxn ang="0">
                  <a:pos x="0" y="28"/>
                </a:cxn>
                <a:cxn ang="0">
                  <a:pos x="0" y="476"/>
                </a:cxn>
                <a:cxn ang="0">
                  <a:pos x="0" y="476"/>
                </a:cxn>
                <a:cxn ang="0">
                  <a:pos x="0" y="478"/>
                </a:cxn>
                <a:cxn ang="0">
                  <a:pos x="0" y="478"/>
                </a:cxn>
                <a:cxn ang="0">
                  <a:pos x="2" y="482"/>
                </a:cxn>
                <a:cxn ang="0">
                  <a:pos x="6" y="490"/>
                </a:cxn>
                <a:cxn ang="0">
                  <a:pos x="6" y="490"/>
                </a:cxn>
                <a:cxn ang="0">
                  <a:pos x="14" y="494"/>
                </a:cxn>
                <a:cxn ang="0">
                  <a:pos x="28" y="496"/>
                </a:cxn>
                <a:cxn ang="0">
                  <a:pos x="28" y="496"/>
                </a:cxn>
                <a:cxn ang="0">
                  <a:pos x="32" y="496"/>
                </a:cxn>
                <a:cxn ang="0">
                  <a:pos x="32" y="496"/>
                </a:cxn>
                <a:cxn ang="0">
                  <a:pos x="210" y="488"/>
                </a:cxn>
                <a:cxn ang="0">
                  <a:pos x="210" y="488"/>
                </a:cxn>
                <a:cxn ang="0">
                  <a:pos x="222" y="488"/>
                </a:cxn>
                <a:cxn ang="0">
                  <a:pos x="230" y="488"/>
                </a:cxn>
                <a:cxn ang="0">
                  <a:pos x="230" y="488"/>
                </a:cxn>
                <a:cxn ang="0">
                  <a:pos x="234" y="484"/>
                </a:cxn>
                <a:cxn ang="0">
                  <a:pos x="238" y="480"/>
                </a:cxn>
                <a:cxn ang="0">
                  <a:pos x="238" y="480"/>
                </a:cxn>
                <a:cxn ang="0">
                  <a:pos x="238" y="472"/>
                </a:cxn>
                <a:cxn ang="0">
                  <a:pos x="238" y="472"/>
                </a:cxn>
                <a:cxn ang="0">
                  <a:pos x="238" y="460"/>
                </a:cxn>
                <a:cxn ang="0">
                  <a:pos x="238" y="460"/>
                </a:cxn>
              </a:cxnLst>
              <a:rect l="0" t="0" r="0" b="0"/>
              <a:pathLst>
                <a:path w="238" h="496">
                  <a:moveTo>
                    <a:pt x="238" y="460"/>
                  </a:moveTo>
                  <a:lnTo>
                    <a:pt x="238" y="38"/>
                  </a:lnTo>
                  <a:lnTo>
                    <a:pt x="236" y="32"/>
                  </a:lnTo>
                  <a:lnTo>
                    <a:pt x="234" y="28"/>
                  </a:lnTo>
                  <a:lnTo>
                    <a:pt x="230" y="26"/>
                  </a:lnTo>
                  <a:lnTo>
                    <a:pt x="220" y="20"/>
                  </a:lnTo>
                  <a:lnTo>
                    <a:pt x="204" y="18"/>
                  </a:lnTo>
                  <a:lnTo>
                    <a:pt x="108" y="8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6" y="2"/>
                  </a:lnTo>
                  <a:lnTo>
                    <a:pt x="10" y="4"/>
                  </a:lnTo>
                  <a:lnTo>
                    <a:pt x="6" y="6"/>
                  </a:lnTo>
                  <a:lnTo>
                    <a:pt x="4" y="12"/>
                  </a:lnTo>
                  <a:lnTo>
                    <a:pt x="0" y="20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476"/>
                  </a:lnTo>
                  <a:lnTo>
                    <a:pt x="0" y="478"/>
                  </a:lnTo>
                  <a:lnTo>
                    <a:pt x="2" y="482"/>
                  </a:lnTo>
                  <a:lnTo>
                    <a:pt x="6" y="490"/>
                  </a:lnTo>
                  <a:lnTo>
                    <a:pt x="14" y="494"/>
                  </a:lnTo>
                  <a:lnTo>
                    <a:pt x="28" y="496"/>
                  </a:lnTo>
                  <a:lnTo>
                    <a:pt x="32" y="496"/>
                  </a:lnTo>
                  <a:lnTo>
                    <a:pt x="210" y="488"/>
                  </a:lnTo>
                  <a:lnTo>
                    <a:pt x="222" y="488"/>
                  </a:lnTo>
                  <a:lnTo>
                    <a:pt x="230" y="488"/>
                  </a:lnTo>
                  <a:lnTo>
                    <a:pt x="234" y="484"/>
                  </a:lnTo>
                  <a:lnTo>
                    <a:pt x="238" y="480"/>
                  </a:lnTo>
                  <a:lnTo>
                    <a:pt x="238" y="472"/>
                  </a:lnTo>
                  <a:lnTo>
                    <a:pt x="238" y="460"/>
                  </a:lnTo>
                  <a:close/>
                </a:path>
              </a:pathLst>
            </a:custGeom>
            <a:solidFill>
              <a:srgbClr val="19191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2" name="Freeform 156"/>
            <p:cNvSpPr/>
            <p:nvPr/>
          </p:nvSpPr>
          <p:spPr>
            <a:xfrm>
              <a:off x="327" y="323"/>
              <a:ext cx="214" cy="472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0" y="462"/>
                </a:cxn>
                <a:cxn ang="0">
                  <a:pos x="0" y="462"/>
                </a:cxn>
                <a:cxn ang="0">
                  <a:pos x="0" y="464"/>
                </a:cxn>
                <a:cxn ang="0">
                  <a:pos x="2" y="468"/>
                </a:cxn>
                <a:cxn ang="0">
                  <a:pos x="8" y="470"/>
                </a:cxn>
                <a:cxn ang="0">
                  <a:pos x="22" y="472"/>
                </a:cxn>
                <a:cxn ang="0">
                  <a:pos x="22" y="472"/>
                </a:cxn>
                <a:cxn ang="0">
                  <a:pos x="194" y="466"/>
                </a:cxn>
                <a:cxn ang="0">
                  <a:pos x="194" y="466"/>
                </a:cxn>
                <a:cxn ang="0">
                  <a:pos x="208" y="466"/>
                </a:cxn>
                <a:cxn ang="0">
                  <a:pos x="212" y="464"/>
                </a:cxn>
                <a:cxn ang="0">
                  <a:pos x="214" y="458"/>
                </a:cxn>
                <a:cxn ang="0">
                  <a:pos x="214" y="446"/>
                </a:cxn>
                <a:cxn ang="0">
                  <a:pos x="212" y="30"/>
                </a:cxn>
                <a:cxn ang="0">
                  <a:pos x="212" y="30"/>
                </a:cxn>
                <a:cxn ang="0">
                  <a:pos x="212" y="26"/>
                </a:cxn>
                <a:cxn ang="0">
                  <a:pos x="210" y="22"/>
                </a:cxn>
                <a:cxn ang="0">
                  <a:pos x="202" y="20"/>
                </a:cxn>
                <a:cxn ang="0">
                  <a:pos x="188" y="18"/>
                </a:cxn>
                <a:cxn ang="0">
                  <a:pos x="188" y="18"/>
                </a:cxn>
                <a:cxn ang="0">
                  <a:pos x="94" y="8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4" y="4"/>
                </a:cxn>
                <a:cxn ang="0">
                  <a:pos x="2" y="6"/>
                </a:cxn>
                <a:cxn ang="0">
                  <a:pos x="0" y="14"/>
                </a:cxn>
                <a:cxn ang="0">
                  <a:pos x="0" y="20"/>
                </a:cxn>
                <a:cxn ang="0">
                  <a:pos x="0" y="20"/>
                </a:cxn>
              </a:cxnLst>
              <a:rect l="0" t="0" r="0" b="0"/>
              <a:pathLst>
                <a:path w="214" h="472">
                  <a:moveTo>
                    <a:pt x="0" y="20"/>
                  </a:moveTo>
                  <a:lnTo>
                    <a:pt x="0" y="462"/>
                  </a:lnTo>
                  <a:lnTo>
                    <a:pt x="0" y="464"/>
                  </a:lnTo>
                  <a:lnTo>
                    <a:pt x="2" y="468"/>
                  </a:lnTo>
                  <a:lnTo>
                    <a:pt x="8" y="470"/>
                  </a:lnTo>
                  <a:lnTo>
                    <a:pt x="22" y="472"/>
                  </a:lnTo>
                  <a:lnTo>
                    <a:pt x="194" y="466"/>
                  </a:lnTo>
                  <a:lnTo>
                    <a:pt x="208" y="466"/>
                  </a:lnTo>
                  <a:lnTo>
                    <a:pt x="212" y="464"/>
                  </a:lnTo>
                  <a:lnTo>
                    <a:pt x="214" y="458"/>
                  </a:lnTo>
                  <a:lnTo>
                    <a:pt x="214" y="446"/>
                  </a:lnTo>
                  <a:lnTo>
                    <a:pt x="212" y="30"/>
                  </a:lnTo>
                  <a:lnTo>
                    <a:pt x="212" y="26"/>
                  </a:lnTo>
                  <a:lnTo>
                    <a:pt x="210" y="22"/>
                  </a:lnTo>
                  <a:lnTo>
                    <a:pt x="202" y="20"/>
                  </a:lnTo>
                  <a:lnTo>
                    <a:pt x="188" y="18"/>
                  </a:lnTo>
                  <a:lnTo>
                    <a:pt x="94" y="8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14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BCBEC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3" name="Freeform 157"/>
            <p:cNvSpPr/>
            <p:nvPr/>
          </p:nvSpPr>
          <p:spPr>
            <a:xfrm>
              <a:off x="349" y="333"/>
              <a:ext cx="184" cy="448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0" y="438"/>
                </a:cxn>
                <a:cxn ang="0">
                  <a:pos x="0" y="438"/>
                </a:cxn>
                <a:cxn ang="0">
                  <a:pos x="0" y="440"/>
                </a:cxn>
                <a:cxn ang="0">
                  <a:pos x="2" y="444"/>
                </a:cxn>
                <a:cxn ang="0">
                  <a:pos x="8" y="448"/>
                </a:cxn>
                <a:cxn ang="0">
                  <a:pos x="20" y="448"/>
                </a:cxn>
                <a:cxn ang="0">
                  <a:pos x="20" y="448"/>
                </a:cxn>
                <a:cxn ang="0">
                  <a:pos x="168" y="442"/>
                </a:cxn>
                <a:cxn ang="0">
                  <a:pos x="168" y="442"/>
                </a:cxn>
                <a:cxn ang="0">
                  <a:pos x="178" y="442"/>
                </a:cxn>
                <a:cxn ang="0">
                  <a:pos x="184" y="440"/>
                </a:cxn>
                <a:cxn ang="0">
                  <a:pos x="184" y="434"/>
                </a:cxn>
                <a:cxn ang="0">
                  <a:pos x="184" y="424"/>
                </a:cxn>
                <a:cxn ang="0">
                  <a:pos x="184" y="28"/>
                </a:cxn>
                <a:cxn ang="0">
                  <a:pos x="184" y="28"/>
                </a:cxn>
                <a:cxn ang="0">
                  <a:pos x="182" y="24"/>
                </a:cxn>
                <a:cxn ang="0">
                  <a:pos x="180" y="22"/>
                </a:cxn>
                <a:cxn ang="0">
                  <a:pos x="174" y="18"/>
                </a:cxn>
                <a:cxn ang="0">
                  <a:pos x="162" y="16"/>
                </a:cxn>
                <a:cxn ang="0">
                  <a:pos x="162" y="16"/>
                </a:cxn>
                <a:cxn ang="0">
                  <a:pos x="82" y="8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8" y="0"/>
                </a:cxn>
                <a:cxn ang="0">
                  <a:pos x="6" y="2"/>
                </a:cxn>
                <a:cxn ang="0">
                  <a:pos x="2" y="6"/>
                </a:cxn>
                <a:cxn ang="0">
                  <a:pos x="2" y="12"/>
                </a:cxn>
                <a:cxn ang="0">
                  <a:pos x="0" y="20"/>
                </a:cxn>
                <a:cxn ang="0">
                  <a:pos x="0" y="20"/>
                </a:cxn>
              </a:cxnLst>
              <a:rect l="0" t="0" r="0" b="0"/>
              <a:pathLst>
                <a:path w="184" h="448">
                  <a:moveTo>
                    <a:pt x="0" y="20"/>
                  </a:moveTo>
                  <a:lnTo>
                    <a:pt x="0" y="438"/>
                  </a:lnTo>
                  <a:lnTo>
                    <a:pt x="0" y="440"/>
                  </a:lnTo>
                  <a:lnTo>
                    <a:pt x="2" y="444"/>
                  </a:lnTo>
                  <a:lnTo>
                    <a:pt x="8" y="448"/>
                  </a:lnTo>
                  <a:lnTo>
                    <a:pt x="20" y="448"/>
                  </a:lnTo>
                  <a:lnTo>
                    <a:pt x="168" y="442"/>
                  </a:lnTo>
                  <a:lnTo>
                    <a:pt x="178" y="442"/>
                  </a:lnTo>
                  <a:lnTo>
                    <a:pt x="184" y="440"/>
                  </a:lnTo>
                  <a:lnTo>
                    <a:pt x="184" y="434"/>
                  </a:lnTo>
                  <a:lnTo>
                    <a:pt x="184" y="424"/>
                  </a:lnTo>
                  <a:lnTo>
                    <a:pt x="184" y="28"/>
                  </a:lnTo>
                  <a:lnTo>
                    <a:pt x="182" y="24"/>
                  </a:lnTo>
                  <a:lnTo>
                    <a:pt x="180" y="22"/>
                  </a:lnTo>
                  <a:lnTo>
                    <a:pt x="174" y="18"/>
                  </a:lnTo>
                  <a:lnTo>
                    <a:pt x="162" y="16"/>
                  </a:lnTo>
                  <a:lnTo>
                    <a:pt x="82" y="8"/>
                  </a:lnTo>
                  <a:lnTo>
                    <a:pt x="14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2" y="6"/>
                  </a:lnTo>
                  <a:lnTo>
                    <a:pt x="2" y="12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E7E8E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4" name="Freeform 158"/>
            <p:cNvSpPr/>
            <p:nvPr/>
          </p:nvSpPr>
          <p:spPr>
            <a:xfrm>
              <a:off x="403" y="453"/>
              <a:ext cx="80" cy="17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0" y="0"/>
                </a:cxn>
                <a:cxn ang="0">
                  <a:pos x="80" y="172"/>
                </a:cxn>
                <a:cxn ang="0">
                  <a:pos x="0" y="17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80" h="172">
                  <a:moveTo>
                    <a:pt x="0" y="0"/>
                  </a:moveTo>
                  <a:lnTo>
                    <a:pt x="80" y="0"/>
                  </a:lnTo>
                  <a:lnTo>
                    <a:pt x="80" y="172"/>
                  </a:lnTo>
                  <a:lnTo>
                    <a:pt x="0" y="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6F7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5" name="Freeform 159"/>
            <p:cNvSpPr/>
            <p:nvPr/>
          </p:nvSpPr>
          <p:spPr>
            <a:xfrm>
              <a:off x="409" y="457"/>
              <a:ext cx="70" cy="1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0" y="0"/>
                </a:cxn>
                <a:cxn ang="0">
                  <a:pos x="70" y="160"/>
                </a:cxn>
                <a:cxn ang="0">
                  <a:pos x="0" y="16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70" h="160">
                  <a:moveTo>
                    <a:pt x="0" y="0"/>
                  </a:moveTo>
                  <a:lnTo>
                    <a:pt x="70" y="0"/>
                  </a:lnTo>
                  <a:lnTo>
                    <a:pt x="70" y="160"/>
                  </a:lnTo>
                  <a:lnTo>
                    <a:pt x="0" y="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8E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6" name="Freeform 160"/>
            <p:cNvSpPr/>
            <p:nvPr/>
          </p:nvSpPr>
          <p:spPr>
            <a:xfrm>
              <a:off x="427" y="473"/>
              <a:ext cx="40" cy="13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0" y="0"/>
                </a:cxn>
                <a:cxn ang="0">
                  <a:pos x="40" y="130"/>
                </a:cxn>
                <a:cxn ang="0">
                  <a:pos x="0" y="13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0" h="130">
                  <a:moveTo>
                    <a:pt x="0" y="0"/>
                  </a:moveTo>
                  <a:lnTo>
                    <a:pt x="40" y="0"/>
                  </a:lnTo>
                  <a:lnTo>
                    <a:pt x="40" y="130"/>
                  </a:lnTo>
                  <a:lnTo>
                    <a:pt x="0" y="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7" name="Freeform 161"/>
            <p:cNvSpPr/>
            <p:nvPr/>
          </p:nvSpPr>
          <p:spPr>
            <a:xfrm>
              <a:off x="437" y="453"/>
              <a:ext cx="66" cy="138"/>
            </a:xfrm>
            <a:custGeom>
              <a:avLst/>
              <a:gdLst/>
              <a:ahLst/>
              <a:cxnLst>
                <a:cxn ang="0">
                  <a:pos x="62" y="6"/>
                </a:cxn>
                <a:cxn ang="0">
                  <a:pos x="66" y="4"/>
                </a:cxn>
                <a:cxn ang="0">
                  <a:pos x="62" y="6"/>
                </a:cxn>
                <a:cxn ang="0">
                  <a:pos x="62" y="6"/>
                </a:cxn>
                <a:cxn ang="0">
                  <a:pos x="60" y="0"/>
                </a:cxn>
                <a:cxn ang="0">
                  <a:pos x="60" y="0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0"/>
                </a:cxn>
                <a:cxn ang="0">
                  <a:pos x="0" y="34"/>
                </a:cxn>
                <a:cxn ang="0">
                  <a:pos x="2" y="138"/>
                </a:cxn>
                <a:cxn ang="0">
                  <a:pos x="22" y="138"/>
                </a:cxn>
                <a:cxn ang="0">
                  <a:pos x="22" y="138"/>
                </a:cxn>
                <a:cxn ang="0">
                  <a:pos x="24" y="136"/>
                </a:cxn>
                <a:cxn ang="0">
                  <a:pos x="24" y="136"/>
                </a:cxn>
                <a:cxn ang="0">
                  <a:pos x="26" y="128"/>
                </a:cxn>
                <a:cxn ang="0">
                  <a:pos x="26" y="116"/>
                </a:cxn>
                <a:cxn ang="0">
                  <a:pos x="26" y="116"/>
                </a:cxn>
                <a:cxn ang="0">
                  <a:pos x="26" y="86"/>
                </a:cxn>
                <a:cxn ang="0">
                  <a:pos x="26" y="84"/>
                </a:cxn>
                <a:cxn ang="0">
                  <a:pos x="66" y="24"/>
                </a:cxn>
                <a:cxn ang="0">
                  <a:pos x="66" y="24"/>
                </a:cxn>
                <a:cxn ang="0">
                  <a:pos x="62" y="6"/>
                </a:cxn>
                <a:cxn ang="0">
                  <a:pos x="62" y="6"/>
                </a:cxn>
              </a:cxnLst>
              <a:rect l="0" t="0" r="0" b="0"/>
              <a:pathLst>
                <a:path w="66" h="138">
                  <a:moveTo>
                    <a:pt x="62" y="6"/>
                  </a:moveTo>
                  <a:lnTo>
                    <a:pt x="66" y="4"/>
                  </a:lnTo>
                  <a:lnTo>
                    <a:pt x="62" y="6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4" y="0"/>
                  </a:lnTo>
                  <a:lnTo>
                    <a:pt x="0" y="34"/>
                  </a:lnTo>
                  <a:lnTo>
                    <a:pt x="2" y="138"/>
                  </a:lnTo>
                  <a:lnTo>
                    <a:pt x="22" y="138"/>
                  </a:lnTo>
                  <a:lnTo>
                    <a:pt x="24" y="136"/>
                  </a:lnTo>
                  <a:lnTo>
                    <a:pt x="26" y="128"/>
                  </a:lnTo>
                  <a:lnTo>
                    <a:pt x="26" y="116"/>
                  </a:lnTo>
                  <a:lnTo>
                    <a:pt x="26" y="86"/>
                  </a:lnTo>
                  <a:lnTo>
                    <a:pt x="26" y="84"/>
                  </a:lnTo>
                  <a:lnTo>
                    <a:pt x="66" y="24"/>
                  </a:lnTo>
                  <a:lnTo>
                    <a:pt x="62" y="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8" name="Freeform 162"/>
            <p:cNvSpPr>
              <a:spLocks noEditPoints="1"/>
            </p:cNvSpPr>
            <p:nvPr/>
          </p:nvSpPr>
          <p:spPr>
            <a:xfrm>
              <a:off x="429" y="445"/>
              <a:ext cx="82" cy="154"/>
            </a:xfrm>
            <a:custGeom>
              <a:avLst/>
              <a:gdLst/>
              <a:ahLst/>
              <a:cxnLst>
                <a:cxn ang="0">
                  <a:pos x="82" y="32"/>
                </a:cxn>
                <a:cxn ang="0">
                  <a:pos x="82" y="32"/>
                </a:cxn>
                <a:cxn ang="0">
                  <a:pos x="78" y="12"/>
                </a:cxn>
                <a:cxn ang="0">
                  <a:pos x="78" y="12"/>
                </a:cxn>
                <a:cxn ang="0">
                  <a:pos x="76" y="6"/>
                </a:cxn>
                <a:cxn ang="0">
                  <a:pos x="76" y="6"/>
                </a:cxn>
                <a:cxn ang="0">
                  <a:pos x="76" y="4"/>
                </a:cxn>
                <a:cxn ang="0">
                  <a:pos x="72" y="0"/>
                </a:cxn>
                <a:cxn ang="0">
                  <a:pos x="72" y="0"/>
                </a:cxn>
                <a:cxn ang="0">
                  <a:pos x="68" y="0"/>
                </a:cxn>
                <a:cxn ang="0">
                  <a:pos x="62" y="0"/>
                </a:cxn>
                <a:cxn ang="0">
                  <a:pos x="62" y="0"/>
                </a:cxn>
                <a:cxn ang="0">
                  <a:pos x="50" y="0"/>
                </a:cxn>
                <a:cxn ang="0">
                  <a:pos x="48" y="0"/>
                </a:cxn>
                <a:cxn ang="0">
                  <a:pos x="0" y="38"/>
                </a:cxn>
                <a:cxn ang="0">
                  <a:pos x="2" y="154"/>
                </a:cxn>
                <a:cxn ang="0">
                  <a:pos x="32" y="152"/>
                </a:cxn>
                <a:cxn ang="0">
                  <a:pos x="34" y="152"/>
                </a:cxn>
                <a:cxn ang="0">
                  <a:pos x="34" y="152"/>
                </a:cxn>
                <a:cxn ang="0">
                  <a:pos x="36" y="152"/>
                </a:cxn>
                <a:cxn ang="0">
                  <a:pos x="38" y="146"/>
                </a:cxn>
                <a:cxn ang="0">
                  <a:pos x="42" y="138"/>
                </a:cxn>
                <a:cxn ang="0">
                  <a:pos x="42" y="124"/>
                </a:cxn>
                <a:cxn ang="0">
                  <a:pos x="42" y="124"/>
                </a:cxn>
                <a:cxn ang="0">
                  <a:pos x="42" y="94"/>
                </a:cxn>
                <a:cxn ang="0">
                  <a:pos x="82" y="34"/>
                </a:cxn>
                <a:cxn ang="0">
                  <a:pos x="82" y="32"/>
                </a:cxn>
                <a:cxn ang="0">
                  <a:pos x="34" y="94"/>
                </a:cxn>
                <a:cxn ang="0">
                  <a:pos x="34" y="94"/>
                </a:cxn>
                <a:cxn ang="0">
                  <a:pos x="34" y="124"/>
                </a:cxn>
                <a:cxn ang="0">
                  <a:pos x="34" y="124"/>
                </a:cxn>
                <a:cxn ang="0">
                  <a:pos x="34" y="136"/>
                </a:cxn>
                <a:cxn ang="0">
                  <a:pos x="32" y="144"/>
                </a:cxn>
                <a:cxn ang="0">
                  <a:pos x="32" y="144"/>
                </a:cxn>
                <a:cxn ang="0">
                  <a:pos x="30" y="146"/>
                </a:cxn>
                <a:cxn ang="0">
                  <a:pos x="10" y="146"/>
                </a:cxn>
                <a:cxn ang="0">
                  <a:pos x="8" y="42"/>
                </a:cxn>
                <a:cxn ang="0">
                  <a:pos x="52" y="8"/>
                </a:cxn>
                <a:cxn ang="0">
                  <a:pos x="52" y="8"/>
                </a:cxn>
                <a:cxn ang="0">
                  <a:pos x="62" y="8"/>
                </a:cxn>
                <a:cxn ang="0">
                  <a:pos x="62" y="8"/>
                </a:cxn>
                <a:cxn ang="0">
                  <a:pos x="68" y="8"/>
                </a:cxn>
                <a:cxn ang="0">
                  <a:pos x="68" y="8"/>
                </a:cxn>
                <a:cxn ang="0">
                  <a:pos x="70" y="14"/>
                </a:cxn>
                <a:cxn ang="0">
                  <a:pos x="74" y="12"/>
                </a:cxn>
                <a:cxn ang="0">
                  <a:pos x="70" y="14"/>
                </a:cxn>
                <a:cxn ang="0">
                  <a:pos x="70" y="14"/>
                </a:cxn>
                <a:cxn ang="0">
                  <a:pos x="74" y="32"/>
                </a:cxn>
                <a:cxn ang="0">
                  <a:pos x="34" y="92"/>
                </a:cxn>
                <a:cxn ang="0">
                  <a:pos x="34" y="94"/>
                </a:cxn>
              </a:cxnLst>
              <a:rect l="0" t="0" r="0" b="0"/>
              <a:pathLst>
                <a:path w="82" h="154">
                  <a:moveTo>
                    <a:pt x="82" y="32"/>
                  </a:moveTo>
                  <a:lnTo>
                    <a:pt x="82" y="32"/>
                  </a:lnTo>
                  <a:lnTo>
                    <a:pt x="78" y="12"/>
                  </a:lnTo>
                  <a:lnTo>
                    <a:pt x="76" y="6"/>
                  </a:lnTo>
                  <a:lnTo>
                    <a:pt x="76" y="4"/>
                  </a:lnTo>
                  <a:lnTo>
                    <a:pt x="72" y="0"/>
                  </a:lnTo>
                  <a:lnTo>
                    <a:pt x="68" y="0"/>
                  </a:lnTo>
                  <a:lnTo>
                    <a:pt x="62" y="0"/>
                  </a:lnTo>
                  <a:lnTo>
                    <a:pt x="50" y="0"/>
                  </a:lnTo>
                  <a:lnTo>
                    <a:pt x="48" y="0"/>
                  </a:lnTo>
                  <a:lnTo>
                    <a:pt x="0" y="38"/>
                  </a:lnTo>
                  <a:lnTo>
                    <a:pt x="2" y="154"/>
                  </a:lnTo>
                  <a:lnTo>
                    <a:pt x="32" y="152"/>
                  </a:lnTo>
                  <a:lnTo>
                    <a:pt x="34" y="152"/>
                  </a:lnTo>
                  <a:lnTo>
                    <a:pt x="36" y="152"/>
                  </a:lnTo>
                  <a:lnTo>
                    <a:pt x="38" y="146"/>
                  </a:lnTo>
                  <a:lnTo>
                    <a:pt x="42" y="138"/>
                  </a:lnTo>
                  <a:lnTo>
                    <a:pt x="42" y="124"/>
                  </a:lnTo>
                  <a:lnTo>
                    <a:pt x="42" y="94"/>
                  </a:lnTo>
                  <a:lnTo>
                    <a:pt x="82" y="34"/>
                  </a:lnTo>
                  <a:lnTo>
                    <a:pt x="82" y="32"/>
                  </a:lnTo>
                  <a:close/>
                  <a:moveTo>
                    <a:pt x="34" y="94"/>
                  </a:moveTo>
                  <a:lnTo>
                    <a:pt x="34" y="94"/>
                  </a:lnTo>
                  <a:lnTo>
                    <a:pt x="34" y="124"/>
                  </a:lnTo>
                  <a:lnTo>
                    <a:pt x="34" y="136"/>
                  </a:lnTo>
                  <a:lnTo>
                    <a:pt x="32" y="144"/>
                  </a:lnTo>
                  <a:lnTo>
                    <a:pt x="30" y="146"/>
                  </a:lnTo>
                  <a:lnTo>
                    <a:pt x="10" y="146"/>
                  </a:lnTo>
                  <a:lnTo>
                    <a:pt x="8" y="42"/>
                  </a:lnTo>
                  <a:lnTo>
                    <a:pt x="52" y="8"/>
                  </a:lnTo>
                  <a:lnTo>
                    <a:pt x="62" y="8"/>
                  </a:lnTo>
                  <a:lnTo>
                    <a:pt x="68" y="8"/>
                  </a:lnTo>
                  <a:lnTo>
                    <a:pt x="70" y="14"/>
                  </a:lnTo>
                  <a:lnTo>
                    <a:pt x="74" y="12"/>
                  </a:lnTo>
                  <a:lnTo>
                    <a:pt x="70" y="14"/>
                  </a:lnTo>
                  <a:lnTo>
                    <a:pt x="74" y="32"/>
                  </a:lnTo>
                  <a:lnTo>
                    <a:pt x="34" y="92"/>
                  </a:lnTo>
                  <a:lnTo>
                    <a:pt x="34" y="9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79" name="Freeform 163"/>
            <p:cNvSpPr/>
            <p:nvPr/>
          </p:nvSpPr>
          <p:spPr>
            <a:xfrm>
              <a:off x="433" y="449"/>
              <a:ext cx="74" cy="146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2" y="146"/>
                </a:cxn>
                <a:cxn ang="0">
                  <a:pos x="28" y="144"/>
                </a:cxn>
                <a:cxn ang="0">
                  <a:pos x="28" y="144"/>
                </a:cxn>
                <a:cxn ang="0">
                  <a:pos x="30" y="144"/>
                </a:cxn>
                <a:cxn ang="0">
                  <a:pos x="32" y="140"/>
                </a:cxn>
                <a:cxn ang="0">
                  <a:pos x="34" y="134"/>
                </a:cxn>
                <a:cxn ang="0">
                  <a:pos x="34" y="120"/>
                </a:cxn>
                <a:cxn ang="0">
                  <a:pos x="34" y="120"/>
                </a:cxn>
                <a:cxn ang="0">
                  <a:pos x="34" y="90"/>
                </a:cxn>
                <a:cxn ang="0">
                  <a:pos x="74" y="30"/>
                </a:cxn>
                <a:cxn ang="0">
                  <a:pos x="74" y="30"/>
                </a:cxn>
                <a:cxn ang="0">
                  <a:pos x="70" y="8"/>
                </a:cxn>
                <a:cxn ang="0">
                  <a:pos x="70" y="8"/>
                </a:cxn>
                <a:cxn ang="0">
                  <a:pos x="68" y="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4" y="0"/>
                </a:cxn>
                <a:cxn ang="0">
                  <a:pos x="46" y="0"/>
                </a:cxn>
                <a:cxn ang="0">
                  <a:pos x="0" y="36"/>
                </a:cxn>
                <a:cxn ang="0">
                  <a:pos x="0" y="36"/>
                </a:cxn>
              </a:cxnLst>
              <a:rect l="0" t="0" r="0" b="0"/>
              <a:pathLst>
                <a:path w="74" h="146">
                  <a:moveTo>
                    <a:pt x="0" y="36"/>
                  </a:moveTo>
                  <a:lnTo>
                    <a:pt x="2" y="146"/>
                  </a:lnTo>
                  <a:lnTo>
                    <a:pt x="28" y="144"/>
                  </a:lnTo>
                  <a:lnTo>
                    <a:pt x="30" y="144"/>
                  </a:lnTo>
                  <a:lnTo>
                    <a:pt x="32" y="140"/>
                  </a:lnTo>
                  <a:lnTo>
                    <a:pt x="34" y="134"/>
                  </a:lnTo>
                  <a:lnTo>
                    <a:pt x="34" y="120"/>
                  </a:lnTo>
                  <a:lnTo>
                    <a:pt x="34" y="90"/>
                  </a:lnTo>
                  <a:lnTo>
                    <a:pt x="74" y="30"/>
                  </a:lnTo>
                  <a:lnTo>
                    <a:pt x="70" y="8"/>
                  </a:lnTo>
                  <a:lnTo>
                    <a:pt x="68" y="4"/>
                  </a:lnTo>
                  <a:lnTo>
                    <a:pt x="68" y="0"/>
                  </a:lnTo>
                  <a:lnTo>
                    <a:pt x="54" y="0"/>
                  </a:lnTo>
                  <a:lnTo>
                    <a:pt x="46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0" name="Freeform 164"/>
            <p:cNvSpPr/>
            <p:nvPr/>
          </p:nvSpPr>
          <p:spPr>
            <a:xfrm>
              <a:off x="435" y="455"/>
              <a:ext cx="46" cy="140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38" y="0"/>
                </a:cxn>
                <a:cxn ang="0">
                  <a:pos x="38" y="0"/>
                </a:cxn>
                <a:cxn ang="0">
                  <a:pos x="46" y="28"/>
                </a:cxn>
                <a:cxn ang="0">
                  <a:pos x="46" y="28"/>
                </a:cxn>
                <a:cxn ang="0">
                  <a:pos x="8" y="82"/>
                </a:cxn>
                <a:cxn ang="0">
                  <a:pos x="8" y="82"/>
                </a:cxn>
                <a:cxn ang="0">
                  <a:pos x="10" y="104"/>
                </a:cxn>
                <a:cxn ang="0">
                  <a:pos x="8" y="120"/>
                </a:cxn>
                <a:cxn ang="0">
                  <a:pos x="8" y="128"/>
                </a:cxn>
                <a:cxn ang="0">
                  <a:pos x="6" y="132"/>
                </a:cxn>
                <a:cxn ang="0">
                  <a:pos x="6" y="132"/>
                </a:cxn>
                <a:cxn ang="0">
                  <a:pos x="0" y="14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0" b="0"/>
              <a:pathLst>
                <a:path w="46" h="140">
                  <a:moveTo>
                    <a:pt x="0" y="30"/>
                  </a:moveTo>
                  <a:lnTo>
                    <a:pt x="38" y="0"/>
                  </a:lnTo>
                  <a:lnTo>
                    <a:pt x="46" y="28"/>
                  </a:lnTo>
                  <a:lnTo>
                    <a:pt x="8" y="82"/>
                  </a:lnTo>
                  <a:lnTo>
                    <a:pt x="10" y="104"/>
                  </a:lnTo>
                  <a:lnTo>
                    <a:pt x="8" y="120"/>
                  </a:lnTo>
                  <a:lnTo>
                    <a:pt x="8" y="128"/>
                  </a:lnTo>
                  <a:lnTo>
                    <a:pt x="6" y="132"/>
                  </a:lnTo>
                  <a:lnTo>
                    <a:pt x="0" y="14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939598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1" name="Freeform 165"/>
            <p:cNvSpPr/>
            <p:nvPr/>
          </p:nvSpPr>
          <p:spPr>
            <a:xfrm>
              <a:off x="435" y="537"/>
              <a:ext cx="32" cy="5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32" y="2"/>
                </a:cxn>
                <a:cxn ang="0">
                  <a:pos x="32" y="2"/>
                </a:cxn>
                <a:cxn ang="0">
                  <a:pos x="32" y="24"/>
                </a:cxn>
                <a:cxn ang="0">
                  <a:pos x="30" y="40"/>
                </a:cxn>
                <a:cxn ang="0">
                  <a:pos x="30" y="52"/>
                </a:cxn>
                <a:cxn ang="0">
                  <a:pos x="30" y="52"/>
                </a:cxn>
                <a:cxn ang="0">
                  <a:pos x="26" y="56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0" y="56"/>
                </a:cxn>
                <a:cxn ang="0">
                  <a:pos x="4" y="52"/>
                </a:cxn>
                <a:cxn ang="0">
                  <a:pos x="8" y="42"/>
                </a:cxn>
                <a:cxn ang="0">
                  <a:pos x="10" y="30"/>
                </a:cxn>
                <a:cxn ang="0">
                  <a:pos x="10" y="30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0" b="0"/>
              <a:pathLst>
                <a:path w="32" h="58">
                  <a:moveTo>
                    <a:pt x="8" y="0"/>
                  </a:moveTo>
                  <a:lnTo>
                    <a:pt x="32" y="2"/>
                  </a:lnTo>
                  <a:lnTo>
                    <a:pt x="32" y="24"/>
                  </a:lnTo>
                  <a:lnTo>
                    <a:pt x="30" y="40"/>
                  </a:lnTo>
                  <a:lnTo>
                    <a:pt x="30" y="52"/>
                  </a:lnTo>
                  <a:lnTo>
                    <a:pt x="26" y="56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4" y="52"/>
                  </a:lnTo>
                  <a:lnTo>
                    <a:pt x="8" y="42"/>
                  </a:lnTo>
                  <a:lnTo>
                    <a:pt x="10" y="3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2" name="Freeform 166"/>
            <p:cNvSpPr/>
            <p:nvPr/>
          </p:nvSpPr>
          <p:spPr>
            <a:xfrm>
              <a:off x="477" y="451"/>
              <a:ext cx="28" cy="2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4"/>
                </a:cxn>
                <a:cxn ang="0">
                  <a:pos x="6" y="24"/>
                </a:cxn>
                <a:cxn ang="0">
                  <a:pos x="6" y="24"/>
                </a:cxn>
                <a:cxn ang="0">
                  <a:pos x="8" y="28"/>
                </a:cxn>
                <a:cxn ang="0">
                  <a:pos x="10" y="28"/>
                </a:cxn>
                <a:cxn ang="0">
                  <a:pos x="10" y="28"/>
                </a:cxn>
                <a:cxn ang="0">
                  <a:pos x="26" y="28"/>
                </a:cxn>
                <a:cxn ang="0">
                  <a:pos x="26" y="28"/>
                </a:cxn>
                <a:cxn ang="0">
                  <a:pos x="28" y="26"/>
                </a:cxn>
                <a:cxn ang="0">
                  <a:pos x="28" y="24"/>
                </a:cxn>
                <a:cxn ang="0">
                  <a:pos x="28" y="24"/>
                </a:cxn>
                <a:cxn ang="0">
                  <a:pos x="22" y="2"/>
                </a:cxn>
                <a:cxn ang="0">
                  <a:pos x="22" y="2"/>
                </a:cxn>
                <a:cxn ang="0">
                  <a:pos x="20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0" b="0"/>
              <a:pathLst>
                <a:path w="28" h="28">
                  <a:moveTo>
                    <a:pt x="0" y="4"/>
                  </a:moveTo>
                  <a:lnTo>
                    <a:pt x="0" y="4"/>
                  </a:lnTo>
                  <a:lnTo>
                    <a:pt x="6" y="24"/>
                  </a:lnTo>
                  <a:lnTo>
                    <a:pt x="8" y="28"/>
                  </a:lnTo>
                  <a:lnTo>
                    <a:pt x="10" y="28"/>
                  </a:lnTo>
                  <a:lnTo>
                    <a:pt x="26" y="28"/>
                  </a:lnTo>
                  <a:lnTo>
                    <a:pt x="28" y="26"/>
                  </a:lnTo>
                  <a:lnTo>
                    <a:pt x="28" y="24"/>
                  </a:lnTo>
                  <a:lnTo>
                    <a:pt x="22" y="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3" name="Freeform 167"/>
            <p:cNvSpPr/>
            <p:nvPr/>
          </p:nvSpPr>
          <p:spPr>
            <a:xfrm>
              <a:off x="481" y="431"/>
              <a:ext cx="241" cy="290"/>
            </a:xfrm>
            <a:custGeom>
              <a:avLst/>
              <a:gdLst/>
              <a:ahLst/>
              <a:cxnLst>
                <a:cxn ang="0">
                  <a:pos x="241" y="238"/>
                </a:cxn>
                <a:cxn ang="0">
                  <a:pos x="235" y="228"/>
                </a:cxn>
                <a:cxn ang="0">
                  <a:pos x="221" y="222"/>
                </a:cxn>
                <a:cxn ang="0">
                  <a:pos x="217" y="220"/>
                </a:cxn>
                <a:cxn ang="0">
                  <a:pos x="209" y="212"/>
                </a:cxn>
                <a:cxn ang="0">
                  <a:pos x="199" y="180"/>
                </a:cxn>
                <a:cxn ang="0">
                  <a:pos x="179" y="116"/>
                </a:cxn>
                <a:cxn ang="0">
                  <a:pos x="172" y="90"/>
                </a:cxn>
                <a:cxn ang="0">
                  <a:pos x="164" y="78"/>
                </a:cxn>
                <a:cxn ang="0">
                  <a:pos x="130" y="68"/>
                </a:cxn>
                <a:cxn ang="0">
                  <a:pos x="90" y="54"/>
                </a:cxn>
                <a:cxn ang="0">
                  <a:pos x="68" y="36"/>
                </a:cxn>
                <a:cxn ang="0">
                  <a:pos x="34" y="6"/>
                </a:cxn>
                <a:cxn ang="0">
                  <a:pos x="28" y="2"/>
                </a:cxn>
                <a:cxn ang="0">
                  <a:pos x="20" y="0"/>
                </a:cxn>
                <a:cxn ang="0">
                  <a:pos x="6" y="6"/>
                </a:cxn>
                <a:cxn ang="0">
                  <a:pos x="0" y="24"/>
                </a:cxn>
                <a:cxn ang="0">
                  <a:pos x="2" y="34"/>
                </a:cxn>
                <a:cxn ang="0">
                  <a:pos x="6" y="44"/>
                </a:cxn>
                <a:cxn ang="0">
                  <a:pos x="34" y="76"/>
                </a:cxn>
                <a:cxn ang="0">
                  <a:pos x="58" y="94"/>
                </a:cxn>
                <a:cxn ang="0">
                  <a:pos x="52" y="98"/>
                </a:cxn>
                <a:cxn ang="0">
                  <a:pos x="46" y="106"/>
                </a:cxn>
                <a:cxn ang="0">
                  <a:pos x="44" y="108"/>
                </a:cxn>
                <a:cxn ang="0">
                  <a:pos x="36" y="110"/>
                </a:cxn>
                <a:cxn ang="0">
                  <a:pos x="32" y="112"/>
                </a:cxn>
                <a:cxn ang="0">
                  <a:pos x="24" y="122"/>
                </a:cxn>
                <a:cxn ang="0">
                  <a:pos x="20" y="130"/>
                </a:cxn>
                <a:cxn ang="0">
                  <a:pos x="20" y="136"/>
                </a:cxn>
                <a:cxn ang="0">
                  <a:pos x="22" y="146"/>
                </a:cxn>
                <a:cxn ang="0">
                  <a:pos x="38" y="164"/>
                </a:cxn>
                <a:cxn ang="0">
                  <a:pos x="70" y="186"/>
                </a:cxn>
                <a:cxn ang="0">
                  <a:pos x="80" y="202"/>
                </a:cxn>
                <a:cxn ang="0">
                  <a:pos x="86" y="220"/>
                </a:cxn>
                <a:cxn ang="0">
                  <a:pos x="100" y="244"/>
                </a:cxn>
                <a:cxn ang="0">
                  <a:pos x="114" y="254"/>
                </a:cxn>
                <a:cxn ang="0">
                  <a:pos x="122" y="258"/>
                </a:cxn>
                <a:cxn ang="0">
                  <a:pos x="146" y="262"/>
                </a:cxn>
                <a:cxn ang="0">
                  <a:pos x="162" y="262"/>
                </a:cxn>
                <a:cxn ang="0">
                  <a:pos x="162" y="264"/>
                </a:cxn>
                <a:cxn ang="0">
                  <a:pos x="164" y="274"/>
                </a:cxn>
                <a:cxn ang="0">
                  <a:pos x="166" y="280"/>
                </a:cxn>
                <a:cxn ang="0">
                  <a:pos x="175" y="288"/>
                </a:cxn>
                <a:cxn ang="0">
                  <a:pos x="181" y="290"/>
                </a:cxn>
                <a:cxn ang="0">
                  <a:pos x="185" y="288"/>
                </a:cxn>
                <a:cxn ang="0">
                  <a:pos x="209" y="278"/>
                </a:cxn>
                <a:cxn ang="0">
                  <a:pos x="231" y="260"/>
                </a:cxn>
                <a:cxn ang="0">
                  <a:pos x="233" y="258"/>
                </a:cxn>
                <a:cxn ang="0">
                  <a:pos x="239" y="250"/>
                </a:cxn>
                <a:cxn ang="0">
                  <a:pos x="241" y="240"/>
                </a:cxn>
                <a:cxn ang="0">
                  <a:pos x="241" y="238"/>
                </a:cxn>
              </a:cxnLst>
              <a:rect l="0" t="0" r="0" b="0"/>
              <a:pathLst>
                <a:path w="241" h="290">
                  <a:moveTo>
                    <a:pt x="241" y="238"/>
                  </a:moveTo>
                  <a:lnTo>
                    <a:pt x="241" y="238"/>
                  </a:lnTo>
                  <a:lnTo>
                    <a:pt x="239" y="234"/>
                  </a:lnTo>
                  <a:lnTo>
                    <a:pt x="235" y="228"/>
                  </a:lnTo>
                  <a:lnTo>
                    <a:pt x="229" y="224"/>
                  </a:lnTo>
                  <a:lnTo>
                    <a:pt x="221" y="222"/>
                  </a:lnTo>
                  <a:lnTo>
                    <a:pt x="217" y="220"/>
                  </a:lnTo>
                  <a:lnTo>
                    <a:pt x="213" y="218"/>
                  </a:lnTo>
                  <a:lnTo>
                    <a:pt x="209" y="212"/>
                  </a:lnTo>
                  <a:lnTo>
                    <a:pt x="199" y="180"/>
                  </a:lnTo>
                  <a:lnTo>
                    <a:pt x="189" y="148"/>
                  </a:lnTo>
                  <a:lnTo>
                    <a:pt x="179" y="116"/>
                  </a:lnTo>
                  <a:lnTo>
                    <a:pt x="172" y="90"/>
                  </a:lnTo>
                  <a:lnTo>
                    <a:pt x="168" y="82"/>
                  </a:lnTo>
                  <a:lnTo>
                    <a:pt x="164" y="78"/>
                  </a:lnTo>
                  <a:lnTo>
                    <a:pt x="130" y="68"/>
                  </a:lnTo>
                  <a:lnTo>
                    <a:pt x="110" y="62"/>
                  </a:lnTo>
                  <a:lnTo>
                    <a:pt x="90" y="54"/>
                  </a:lnTo>
                  <a:lnTo>
                    <a:pt x="68" y="36"/>
                  </a:lnTo>
                  <a:lnTo>
                    <a:pt x="50" y="22"/>
                  </a:lnTo>
                  <a:lnTo>
                    <a:pt x="34" y="6"/>
                  </a:lnTo>
                  <a:lnTo>
                    <a:pt x="28" y="2"/>
                  </a:lnTo>
                  <a:lnTo>
                    <a:pt x="20" y="0"/>
                  </a:lnTo>
                  <a:lnTo>
                    <a:pt x="12" y="2"/>
                  </a:lnTo>
                  <a:lnTo>
                    <a:pt x="6" y="6"/>
                  </a:lnTo>
                  <a:lnTo>
                    <a:pt x="2" y="14"/>
                  </a:lnTo>
                  <a:lnTo>
                    <a:pt x="0" y="24"/>
                  </a:lnTo>
                  <a:lnTo>
                    <a:pt x="2" y="34"/>
                  </a:lnTo>
                  <a:lnTo>
                    <a:pt x="6" y="44"/>
                  </a:lnTo>
                  <a:lnTo>
                    <a:pt x="20" y="60"/>
                  </a:lnTo>
                  <a:lnTo>
                    <a:pt x="34" y="76"/>
                  </a:lnTo>
                  <a:lnTo>
                    <a:pt x="48" y="86"/>
                  </a:lnTo>
                  <a:lnTo>
                    <a:pt x="58" y="94"/>
                  </a:lnTo>
                  <a:lnTo>
                    <a:pt x="52" y="98"/>
                  </a:lnTo>
                  <a:lnTo>
                    <a:pt x="48" y="100"/>
                  </a:lnTo>
                  <a:lnTo>
                    <a:pt x="46" y="106"/>
                  </a:lnTo>
                  <a:lnTo>
                    <a:pt x="44" y="108"/>
                  </a:lnTo>
                  <a:lnTo>
                    <a:pt x="42" y="108"/>
                  </a:lnTo>
                  <a:lnTo>
                    <a:pt x="36" y="110"/>
                  </a:lnTo>
                  <a:lnTo>
                    <a:pt x="32" y="112"/>
                  </a:lnTo>
                  <a:lnTo>
                    <a:pt x="28" y="116"/>
                  </a:lnTo>
                  <a:lnTo>
                    <a:pt x="24" y="122"/>
                  </a:lnTo>
                  <a:lnTo>
                    <a:pt x="20" y="130"/>
                  </a:lnTo>
                  <a:lnTo>
                    <a:pt x="20" y="136"/>
                  </a:lnTo>
                  <a:lnTo>
                    <a:pt x="20" y="140"/>
                  </a:lnTo>
                  <a:lnTo>
                    <a:pt x="22" y="146"/>
                  </a:lnTo>
                  <a:lnTo>
                    <a:pt x="30" y="154"/>
                  </a:lnTo>
                  <a:lnTo>
                    <a:pt x="38" y="164"/>
                  </a:lnTo>
                  <a:lnTo>
                    <a:pt x="50" y="172"/>
                  </a:lnTo>
                  <a:lnTo>
                    <a:pt x="70" y="186"/>
                  </a:lnTo>
                  <a:lnTo>
                    <a:pt x="78" y="194"/>
                  </a:lnTo>
                  <a:lnTo>
                    <a:pt x="80" y="202"/>
                  </a:lnTo>
                  <a:lnTo>
                    <a:pt x="86" y="220"/>
                  </a:lnTo>
                  <a:lnTo>
                    <a:pt x="94" y="236"/>
                  </a:lnTo>
                  <a:lnTo>
                    <a:pt x="100" y="244"/>
                  </a:lnTo>
                  <a:lnTo>
                    <a:pt x="108" y="250"/>
                  </a:lnTo>
                  <a:lnTo>
                    <a:pt x="114" y="254"/>
                  </a:lnTo>
                  <a:lnTo>
                    <a:pt x="122" y="258"/>
                  </a:lnTo>
                  <a:lnTo>
                    <a:pt x="134" y="262"/>
                  </a:lnTo>
                  <a:lnTo>
                    <a:pt x="146" y="262"/>
                  </a:lnTo>
                  <a:lnTo>
                    <a:pt x="162" y="262"/>
                  </a:lnTo>
                  <a:lnTo>
                    <a:pt x="162" y="264"/>
                  </a:lnTo>
                  <a:lnTo>
                    <a:pt x="164" y="274"/>
                  </a:lnTo>
                  <a:lnTo>
                    <a:pt x="166" y="280"/>
                  </a:lnTo>
                  <a:lnTo>
                    <a:pt x="170" y="284"/>
                  </a:lnTo>
                  <a:lnTo>
                    <a:pt x="175" y="288"/>
                  </a:lnTo>
                  <a:lnTo>
                    <a:pt x="181" y="290"/>
                  </a:lnTo>
                  <a:lnTo>
                    <a:pt x="185" y="288"/>
                  </a:lnTo>
                  <a:lnTo>
                    <a:pt x="197" y="284"/>
                  </a:lnTo>
                  <a:lnTo>
                    <a:pt x="209" y="278"/>
                  </a:lnTo>
                  <a:lnTo>
                    <a:pt x="221" y="270"/>
                  </a:lnTo>
                  <a:lnTo>
                    <a:pt x="231" y="260"/>
                  </a:lnTo>
                  <a:lnTo>
                    <a:pt x="233" y="258"/>
                  </a:lnTo>
                  <a:lnTo>
                    <a:pt x="239" y="250"/>
                  </a:lnTo>
                  <a:lnTo>
                    <a:pt x="241" y="240"/>
                  </a:lnTo>
                  <a:lnTo>
                    <a:pt x="241" y="2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4" name="Freeform 168"/>
            <p:cNvSpPr/>
            <p:nvPr/>
          </p:nvSpPr>
          <p:spPr>
            <a:xfrm>
              <a:off x="489" y="439"/>
              <a:ext cx="225" cy="274"/>
            </a:xfrm>
            <a:custGeom>
              <a:avLst/>
              <a:gdLst/>
              <a:ahLst/>
              <a:cxnLst>
                <a:cxn ang="0">
                  <a:pos x="110" y="146"/>
                </a:cxn>
                <a:cxn ang="0">
                  <a:pos x="92" y="144"/>
                </a:cxn>
                <a:cxn ang="0">
                  <a:pos x="82" y="140"/>
                </a:cxn>
                <a:cxn ang="0">
                  <a:pos x="58" y="120"/>
                </a:cxn>
                <a:cxn ang="0">
                  <a:pos x="38" y="108"/>
                </a:cxn>
                <a:cxn ang="0">
                  <a:pos x="34" y="108"/>
                </a:cxn>
                <a:cxn ang="0">
                  <a:pos x="22" y="118"/>
                </a:cxn>
                <a:cxn ang="0">
                  <a:pos x="20" y="132"/>
                </a:cxn>
                <a:cxn ang="0">
                  <a:pos x="24" y="138"/>
                </a:cxn>
                <a:cxn ang="0">
                  <a:pos x="48" y="156"/>
                </a:cxn>
                <a:cxn ang="0">
                  <a:pos x="76" y="178"/>
                </a:cxn>
                <a:cxn ang="0">
                  <a:pos x="80" y="186"/>
                </a:cxn>
                <a:cxn ang="0">
                  <a:pos x="90" y="218"/>
                </a:cxn>
                <a:cxn ang="0">
                  <a:pos x="98" y="232"/>
                </a:cxn>
                <a:cxn ang="0">
                  <a:pos x="114" y="242"/>
                </a:cxn>
                <a:cxn ang="0">
                  <a:pos x="124" y="246"/>
                </a:cxn>
                <a:cxn ang="0">
                  <a:pos x="154" y="246"/>
                </a:cxn>
                <a:cxn ang="0">
                  <a:pos x="169" y="240"/>
                </a:cxn>
                <a:cxn ang="0">
                  <a:pos x="177" y="234"/>
                </a:cxn>
                <a:cxn ang="0">
                  <a:pos x="185" y="230"/>
                </a:cxn>
                <a:cxn ang="0">
                  <a:pos x="183" y="230"/>
                </a:cxn>
                <a:cxn ang="0">
                  <a:pos x="166" y="248"/>
                </a:cxn>
                <a:cxn ang="0">
                  <a:pos x="162" y="258"/>
                </a:cxn>
                <a:cxn ang="0">
                  <a:pos x="162" y="264"/>
                </a:cxn>
                <a:cxn ang="0">
                  <a:pos x="167" y="272"/>
                </a:cxn>
                <a:cxn ang="0">
                  <a:pos x="177" y="274"/>
                </a:cxn>
                <a:cxn ang="0">
                  <a:pos x="193" y="270"/>
                </a:cxn>
                <a:cxn ang="0">
                  <a:pos x="203" y="264"/>
                </a:cxn>
                <a:cxn ang="0">
                  <a:pos x="217" y="250"/>
                </a:cxn>
                <a:cxn ang="0">
                  <a:pos x="225" y="236"/>
                </a:cxn>
                <a:cxn ang="0">
                  <a:pos x="223" y="226"/>
                </a:cxn>
                <a:cxn ang="0">
                  <a:pos x="213" y="220"/>
                </a:cxn>
                <a:cxn ang="0">
                  <a:pos x="201" y="220"/>
                </a:cxn>
                <a:cxn ang="0">
                  <a:pos x="201" y="220"/>
                </a:cxn>
                <a:cxn ang="0">
                  <a:pos x="191" y="194"/>
                </a:cxn>
                <a:cxn ang="0">
                  <a:pos x="175" y="140"/>
                </a:cxn>
                <a:cxn ang="0">
                  <a:pos x="154" y="82"/>
                </a:cxn>
                <a:cxn ang="0">
                  <a:pos x="150" y="78"/>
                </a:cxn>
                <a:cxn ang="0">
                  <a:pos x="114" y="68"/>
                </a:cxn>
                <a:cxn ang="0">
                  <a:pos x="96" y="60"/>
                </a:cxn>
                <a:cxn ang="0">
                  <a:pos x="64" y="42"/>
                </a:cxn>
                <a:cxn ang="0">
                  <a:pos x="48" y="28"/>
                </a:cxn>
                <a:cxn ang="0">
                  <a:pos x="22" y="4"/>
                </a:cxn>
                <a:cxn ang="0">
                  <a:pos x="14" y="0"/>
                </a:cxn>
                <a:cxn ang="0">
                  <a:pos x="6" y="4"/>
                </a:cxn>
                <a:cxn ang="0">
                  <a:pos x="2" y="8"/>
                </a:cxn>
                <a:cxn ang="0">
                  <a:pos x="0" y="18"/>
                </a:cxn>
                <a:cxn ang="0">
                  <a:pos x="8" y="36"/>
                </a:cxn>
                <a:cxn ang="0">
                  <a:pos x="22" y="52"/>
                </a:cxn>
                <a:cxn ang="0">
                  <a:pos x="56" y="82"/>
                </a:cxn>
                <a:cxn ang="0">
                  <a:pos x="92" y="106"/>
                </a:cxn>
                <a:cxn ang="0">
                  <a:pos x="114" y="118"/>
                </a:cxn>
                <a:cxn ang="0">
                  <a:pos x="108" y="122"/>
                </a:cxn>
                <a:cxn ang="0">
                  <a:pos x="104" y="132"/>
                </a:cxn>
                <a:cxn ang="0">
                  <a:pos x="106" y="138"/>
                </a:cxn>
                <a:cxn ang="0">
                  <a:pos x="116" y="148"/>
                </a:cxn>
                <a:cxn ang="0">
                  <a:pos x="110" y="146"/>
                </a:cxn>
              </a:cxnLst>
              <a:rect l="0" t="0" r="0" b="0"/>
              <a:pathLst>
                <a:path w="225" h="274">
                  <a:moveTo>
                    <a:pt x="110" y="146"/>
                  </a:moveTo>
                  <a:lnTo>
                    <a:pt x="110" y="146"/>
                  </a:lnTo>
                  <a:lnTo>
                    <a:pt x="100" y="146"/>
                  </a:lnTo>
                  <a:lnTo>
                    <a:pt x="92" y="144"/>
                  </a:lnTo>
                  <a:lnTo>
                    <a:pt x="82" y="140"/>
                  </a:lnTo>
                  <a:lnTo>
                    <a:pt x="72" y="132"/>
                  </a:lnTo>
                  <a:lnTo>
                    <a:pt x="58" y="120"/>
                  </a:lnTo>
                  <a:lnTo>
                    <a:pt x="44" y="112"/>
                  </a:lnTo>
                  <a:lnTo>
                    <a:pt x="38" y="108"/>
                  </a:lnTo>
                  <a:lnTo>
                    <a:pt x="34" y="108"/>
                  </a:lnTo>
                  <a:lnTo>
                    <a:pt x="28" y="112"/>
                  </a:lnTo>
                  <a:lnTo>
                    <a:pt x="22" y="118"/>
                  </a:lnTo>
                  <a:lnTo>
                    <a:pt x="20" y="124"/>
                  </a:lnTo>
                  <a:lnTo>
                    <a:pt x="20" y="132"/>
                  </a:lnTo>
                  <a:lnTo>
                    <a:pt x="24" y="138"/>
                  </a:lnTo>
                  <a:lnTo>
                    <a:pt x="30" y="144"/>
                  </a:lnTo>
                  <a:lnTo>
                    <a:pt x="48" y="156"/>
                  </a:lnTo>
                  <a:lnTo>
                    <a:pt x="68" y="172"/>
                  </a:lnTo>
                  <a:lnTo>
                    <a:pt x="76" y="178"/>
                  </a:lnTo>
                  <a:lnTo>
                    <a:pt x="80" y="186"/>
                  </a:lnTo>
                  <a:lnTo>
                    <a:pt x="84" y="202"/>
                  </a:lnTo>
                  <a:lnTo>
                    <a:pt x="90" y="218"/>
                  </a:lnTo>
                  <a:lnTo>
                    <a:pt x="94" y="224"/>
                  </a:lnTo>
                  <a:lnTo>
                    <a:pt x="98" y="232"/>
                  </a:lnTo>
                  <a:lnTo>
                    <a:pt x="106" y="238"/>
                  </a:lnTo>
                  <a:lnTo>
                    <a:pt x="114" y="242"/>
                  </a:lnTo>
                  <a:lnTo>
                    <a:pt x="124" y="246"/>
                  </a:lnTo>
                  <a:lnTo>
                    <a:pt x="138" y="248"/>
                  </a:lnTo>
                  <a:lnTo>
                    <a:pt x="154" y="246"/>
                  </a:lnTo>
                  <a:lnTo>
                    <a:pt x="162" y="244"/>
                  </a:lnTo>
                  <a:lnTo>
                    <a:pt x="169" y="240"/>
                  </a:lnTo>
                  <a:lnTo>
                    <a:pt x="177" y="234"/>
                  </a:lnTo>
                  <a:lnTo>
                    <a:pt x="185" y="230"/>
                  </a:lnTo>
                  <a:lnTo>
                    <a:pt x="183" y="230"/>
                  </a:lnTo>
                  <a:lnTo>
                    <a:pt x="175" y="238"/>
                  </a:lnTo>
                  <a:lnTo>
                    <a:pt x="166" y="248"/>
                  </a:lnTo>
                  <a:lnTo>
                    <a:pt x="162" y="254"/>
                  </a:lnTo>
                  <a:lnTo>
                    <a:pt x="162" y="258"/>
                  </a:lnTo>
                  <a:lnTo>
                    <a:pt x="162" y="264"/>
                  </a:lnTo>
                  <a:lnTo>
                    <a:pt x="164" y="268"/>
                  </a:lnTo>
                  <a:lnTo>
                    <a:pt x="167" y="272"/>
                  </a:lnTo>
                  <a:lnTo>
                    <a:pt x="171" y="274"/>
                  </a:lnTo>
                  <a:lnTo>
                    <a:pt x="177" y="274"/>
                  </a:lnTo>
                  <a:lnTo>
                    <a:pt x="185" y="272"/>
                  </a:lnTo>
                  <a:lnTo>
                    <a:pt x="193" y="270"/>
                  </a:lnTo>
                  <a:lnTo>
                    <a:pt x="203" y="264"/>
                  </a:lnTo>
                  <a:lnTo>
                    <a:pt x="211" y="258"/>
                  </a:lnTo>
                  <a:lnTo>
                    <a:pt x="217" y="250"/>
                  </a:lnTo>
                  <a:lnTo>
                    <a:pt x="223" y="244"/>
                  </a:lnTo>
                  <a:lnTo>
                    <a:pt x="225" y="236"/>
                  </a:lnTo>
                  <a:lnTo>
                    <a:pt x="225" y="230"/>
                  </a:lnTo>
                  <a:lnTo>
                    <a:pt x="223" y="226"/>
                  </a:lnTo>
                  <a:lnTo>
                    <a:pt x="219" y="222"/>
                  </a:lnTo>
                  <a:lnTo>
                    <a:pt x="213" y="220"/>
                  </a:lnTo>
                  <a:lnTo>
                    <a:pt x="201" y="220"/>
                  </a:lnTo>
                  <a:lnTo>
                    <a:pt x="199" y="220"/>
                  </a:lnTo>
                  <a:lnTo>
                    <a:pt x="201" y="220"/>
                  </a:lnTo>
                  <a:lnTo>
                    <a:pt x="191" y="194"/>
                  </a:lnTo>
                  <a:lnTo>
                    <a:pt x="175" y="140"/>
                  </a:lnTo>
                  <a:lnTo>
                    <a:pt x="162" y="100"/>
                  </a:lnTo>
                  <a:lnTo>
                    <a:pt x="154" y="82"/>
                  </a:lnTo>
                  <a:lnTo>
                    <a:pt x="150" y="78"/>
                  </a:lnTo>
                  <a:lnTo>
                    <a:pt x="144" y="76"/>
                  </a:lnTo>
                  <a:lnTo>
                    <a:pt x="114" y="68"/>
                  </a:lnTo>
                  <a:lnTo>
                    <a:pt x="96" y="60"/>
                  </a:lnTo>
                  <a:lnTo>
                    <a:pt x="78" y="52"/>
                  </a:lnTo>
                  <a:lnTo>
                    <a:pt x="64" y="42"/>
                  </a:lnTo>
                  <a:lnTo>
                    <a:pt x="48" y="28"/>
                  </a:lnTo>
                  <a:lnTo>
                    <a:pt x="34" y="16"/>
                  </a:lnTo>
                  <a:lnTo>
                    <a:pt x="22" y="4"/>
                  </a:lnTo>
                  <a:lnTo>
                    <a:pt x="18" y="2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4"/>
                  </a:lnTo>
                  <a:lnTo>
                    <a:pt x="2" y="8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2" y="24"/>
                  </a:lnTo>
                  <a:lnTo>
                    <a:pt x="8" y="36"/>
                  </a:lnTo>
                  <a:lnTo>
                    <a:pt x="22" y="52"/>
                  </a:lnTo>
                  <a:lnTo>
                    <a:pt x="36" y="66"/>
                  </a:lnTo>
                  <a:lnTo>
                    <a:pt x="56" y="82"/>
                  </a:lnTo>
                  <a:lnTo>
                    <a:pt x="76" y="96"/>
                  </a:lnTo>
                  <a:lnTo>
                    <a:pt x="92" y="106"/>
                  </a:lnTo>
                  <a:lnTo>
                    <a:pt x="114" y="118"/>
                  </a:lnTo>
                  <a:lnTo>
                    <a:pt x="108" y="122"/>
                  </a:lnTo>
                  <a:lnTo>
                    <a:pt x="106" y="126"/>
                  </a:lnTo>
                  <a:lnTo>
                    <a:pt x="104" y="132"/>
                  </a:lnTo>
                  <a:lnTo>
                    <a:pt x="106" y="138"/>
                  </a:lnTo>
                  <a:lnTo>
                    <a:pt x="110" y="142"/>
                  </a:lnTo>
                  <a:lnTo>
                    <a:pt x="116" y="148"/>
                  </a:lnTo>
                  <a:lnTo>
                    <a:pt x="110" y="14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5" name="Freeform 169"/>
            <p:cNvSpPr/>
            <p:nvPr/>
          </p:nvSpPr>
          <p:spPr>
            <a:xfrm>
              <a:off x="535" y="531"/>
              <a:ext cx="58" cy="4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4" y="0"/>
                </a:cxn>
                <a:cxn ang="0">
                  <a:pos x="10" y="2"/>
                </a:cxn>
                <a:cxn ang="0">
                  <a:pos x="4" y="4"/>
                </a:cxn>
                <a:cxn ang="0">
                  <a:pos x="2" y="6"/>
                </a:cxn>
                <a:cxn ang="0">
                  <a:pos x="2" y="6"/>
                </a:cxn>
                <a:cxn ang="0">
                  <a:pos x="0" y="10"/>
                </a:cxn>
                <a:cxn ang="0">
                  <a:pos x="2" y="14"/>
                </a:cxn>
                <a:cxn ang="0">
                  <a:pos x="4" y="18"/>
                </a:cxn>
                <a:cxn ang="0">
                  <a:pos x="20" y="30"/>
                </a:cxn>
                <a:cxn ang="0">
                  <a:pos x="20" y="30"/>
                </a:cxn>
                <a:cxn ang="0">
                  <a:pos x="20" y="28"/>
                </a:cxn>
                <a:cxn ang="0">
                  <a:pos x="20" y="24"/>
                </a:cxn>
                <a:cxn ang="0">
                  <a:pos x="22" y="20"/>
                </a:cxn>
                <a:cxn ang="0">
                  <a:pos x="24" y="18"/>
                </a:cxn>
                <a:cxn ang="0">
                  <a:pos x="28" y="18"/>
                </a:cxn>
                <a:cxn ang="0">
                  <a:pos x="28" y="18"/>
                </a:cxn>
                <a:cxn ang="0">
                  <a:pos x="34" y="20"/>
                </a:cxn>
                <a:cxn ang="0">
                  <a:pos x="38" y="22"/>
                </a:cxn>
                <a:cxn ang="0">
                  <a:pos x="46" y="32"/>
                </a:cxn>
                <a:cxn ang="0">
                  <a:pos x="52" y="46"/>
                </a:cxn>
                <a:cxn ang="0">
                  <a:pos x="52" y="46"/>
                </a:cxn>
                <a:cxn ang="0">
                  <a:pos x="54" y="36"/>
                </a:cxn>
                <a:cxn ang="0">
                  <a:pos x="58" y="26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0" b="0"/>
              <a:pathLst>
                <a:path w="58" h="46">
                  <a:moveTo>
                    <a:pt x="14" y="0"/>
                  </a:moveTo>
                  <a:lnTo>
                    <a:pt x="14" y="0"/>
                  </a:lnTo>
                  <a:lnTo>
                    <a:pt x="10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10"/>
                  </a:lnTo>
                  <a:lnTo>
                    <a:pt x="2" y="14"/>
                  </a:lnTo>
                  <a:lnTo>
                    <a:pt x="4" y="18"/>
                  </a:lnTo>
                  <a:lnTo>
                    <a:pt x="20" y="30"/>
                  </a:lnTo>
                  <a:lnTo>
                    <a:pt x="20" y="28"/>
                  </a:lnTo>
                  <a:lnTo>
                    <a:pt x="20" y="24"/>
                  </a:lnTo>
                  <a:lnTo>
                    <a:pt x="22" y="20"/>
                  </a:lnTo>
                  <a:lnTo>
                    <a:pt x="24" y="18"/>
                  </a:lnTo>
                  <a:lnTo>
                    <a:pt x="28" y="18"/>
                  </a:lnTo>
                  <a:lnTo>
                    <a:pt x="34" y="20"/>
                  </a:lnTo>
                  <a:lnTo>
                    <a:pt x="38" y="22"/>
                  </a:lnTo>
                  <a:lnTo>
                    <a:pt x="46" y="32"/>
                  </a:lnTo>
                  <a:lnTo>
                    <a:pt x="52" y="46"/>
                  </a:lnTo>
                  <a:lnTo>
                    <a:pt x="54" y="36"/>
                  </a:lnTo>
                  <a:lnTo>
                    <a:pt x="58" y="26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6" name="Freeform 170"/>
            <p:cNvSpPr/>
            <p:nvPr/>
          </p:nvSpPr>
          <p:spPr>
            <a:xfrm>
              <a:off x="778" y="225"/>
              <a:ext cx="755" cy="744"/>
            </a:xfrm>
            <a:custGeom>
              <a:avLst/>
              <a:gdLst/>
              <a:ahLst/>
              <a:cxnLst>
                <a:cxn ang="0">
                  <a:pos x="464" y="10"/>
                </a:cxn>
                <a:cxn ang="0">
                  <a:pos x="388" y="0"/>
                </a:cxn>
                <a:cxn ang="0">
                  <a:pos x="314" y="4"/>
                </a:cxn>
                <a:cxn ang="0">
                  <a:pos x="244" y="24"/>
                </a:cxn>
                <a:cxn ang="0">
                  <a:pos x="180" y="54"/>
                </a:cxn>
                <a:cxn ang="0">
                  <a:pos x="122" y="98"/>
                </a:cxn>
                <a:cxn ang="0">
                  <a:pos x="72" y="150"/>
                </a:cxn>
                <a:cxn ang="0">
                  <a:pos x="36" y="214"/>
                </a:cxn>
                <a:cxn ang="0">
                  <a:pos x="10" y="284"/>
                </a:cxn>
                <a:cxn ang="0">
                  <a:pos x="4" y="322"/>
                </a:cxn>
                <a:cxn ang="0">
                  <a:pos x="0" y="396"/>
                </a:cxn>
                <a:cxn ang="0">
                  <a:pos x="14" y="468"/>
                </a:cxn>
                <a:cxn ang="0">
                  <a:pos x="40" y="534"/>
                </a:cxn>
                <a:cxn ang="0">
                  <a:pos x="78" y="596"/>
                </a:cxn>
                <a:cxn ang="0">
                  <a:pos x="126" y="648"/>
                </a:cxn>
                <a:cxn ang="0">
                  <a:pos x="186" y="692"/>
                </a:cxn>
                <a:cxn ang="0">
                  <a:pos x="254" y="724"/>
                </a:cxn>
                <a:cxn ang="0">
                  <a:pos x="290" y="734"/>
                </a:cxn>
                <a:cxn ang="0">
                  <a:pos x="366" y="744"/>
                </a:cxn>
                <a:cxn ang="0">
                  <a:pos x="440" y="740"/>
                </a:cxn>
                <a:cxn ang="0">
                  <a:pos x="510" y="722"/>
                </a:cxn>
                <a:cxn ang="0">
                  <a:pos x="575" y="690"/>
                </a:cxn>
                <a:cxn ang="0">
                  <a:pos x="633" y="648"/>
                </a:cxn>
                <a:cxn ang="0">
                  <a:pos x="681" y="594"/>
                </a:cxn>
                <a:cxn ang="0">
                  <a:pos x="719" y="532"/>
                </a:cxn>
                <a:cxn ang="0">
                  <a:pos x="745" y="460"/>
                </a:cxn>
                <a:cxn ang="0">
                  <a:pos x="751" y="422"/>
                </a:cxn>
                <a:cxn ang="0">
                  <a:pos x="753" y="348"/>
                </a:cxn>
                <a:cxn ang="0">
                  <a:pos x="741" y="278"/>
                </a:cxn>
                <a:cxn ang="0">
                  <a:pos x="715" y="210"/>
                </a:cxn>
                <a:cxn ang="0">
                  <a:pos x="677" y="150"/>
                </a:cxn>
                <a:cxn ang="0">
                  <a:pos x="627" y="96"/>
                </a:cxn>
                <a:cxn ang="0">
                  <a:pos x="570" y="52"/>
                </a:cxn>
                <a:cxn ang="0">
                  <a:pos x="502" y="22"/>
                </a:cxn>
                <a:cxn ang="0">
                  <a:pos x="464" y="10"/>
                </a:cxn>
              </a:cxnLst>
              <a:rect l="0" t="0" r="0" b="0"/>
              <a:pathLst>
                <a:path w="755" h="744">
                  <a:moveTo>
                    <a:pt x="464" y="10"/>
                  </a:moveTo>
                  <a:lnTo>
                    <a:pt x="464" y="10"/>
                  </a:lnTo>
                  <a:lnTo>
                    <a:pt x="426" y="4"/>
                  </a:lnTo>
                  <a:lnTo>
                    <a:pt x="388" y="0"/>
                  </a:lnTo>
                  <a:lnTo>
                    <a:pt x="352" y="0"/>
                  </a:lnTo>
                  <a:lnTo>
                    <a:pt x="314" y="4"/>
                  </a:lnTo>
                  <a:lnTo>
                    <a:pt x="278" y="12"/>
                  </a:lnTo>
                  <a:lnTo>
                    <a:pt x="244" y="24"/>
                  </a:lnTo>
                  <a:lnTo>
                    <a:pt x="210" y="38"/>
                  </a:lnTo>
                  <a:lnTo>
                    <a:pt x="180" y="54"/>
                  </a:lnTo>
                  <a:lnTo>
                    <a:pt x="150" y="74"/>
                  </a:lnTo>
                  <a:lnTo>
                    <a:pt x="122" y="98"/>
                  </a:lnTo>
                  <a:lnTo>
                    <a:pt x="96" y="122"/>
                  </a:lnTo>
                  <a:lnTo>
                    <a:pt x="72" y="150"/>
                  </a:lnTo>
                  <a:lnTo>
                    <a:pt x="52" y="180"/>
                  </a:lnTo>
                  <a:lnTo>
                    <a:pt x="36" y="214"/>
                  </a:lnTo>
                  <a:lnTo>
                    <a:pt x="20" y="248"/>
                  </a:lnTo>
                  <a:lnTo>
                    <a:pt x="10" y="284"/>
                  </a:lnTo>
                  <a:lnTo>
                    <a:pt x="4" y="322"/>
                  </a:lnTo>
                  <a:lnTo>
                    <a:pt x="0" y="358"/>
                  </a:lnTo>
                  <a:lnTo>
                    <a:pt x="0" y="396"/>
                  </a:lnTo>
                  <a:lnTo>
                    <a:pt x="6" y="432"/>
                  </a:lnTo>
                  <a:lnTo>
                    <a:pt x="14" y="468"/>
                  </a:lnTo>
                  <a:lnTo>
                    <a:pt x="24" y="502"/>
                  </a:lnTo>
                  <a:lnTo>
                    <a:pt x="40" y="534"/>
                  </a:lnTo>
                  <a:lnTo>
                    <a:pt x="56" y="566"/>
                  </a:lnTo>
                  <a:lnTo>
                    <a:pt x="78" y="596"/>
                  </a:lnTo>
                  <a:lnTo>
                    <a:pt x="100" y="624"/>
                  </a:lnTo>
                  <a:lnTo>
                    <a:pt x="126" y="648"/>
                  </a:lnTo>
                  <a:lnTo>
                    <a:pt x="154" y="672"/>
                  </a:lnTo>
                  <a:lnTo>
                    <a:pt x="186" y="692"/>
                  </a:lnTo>
                  <a:lnTo>
                    <a:pt x="218" y="710"/>
                  </a:lnTo>
                  <a:lnTo>
                    <a:pt x="254" y="724"/>
                  </a:lnTo>
                  <a:lnTo>
                    <a:pt x="290" y="734"/>
                  </a:lnTo>
                  <a:lnTo>
                    <a:pt x="328" y="742"/>
                  </a:lnTo>
                  <a:lnTo>
                    <a:pt x="366" y="744"/>
                  </a:lnTo>
                  <a:lnTo>
                    <a:pt x="404" y="744"/>
                  </a:lnTo>
                  <a:lnTo>
                    <a:pt x="440" y="740"/>
                  </a:lnTo>
                  <a:lnTo>
                    <a:pt x="476" y="732"/>
                  </a:lnTo>
                  <a:lnTo>
                    <a:pt x="510" y="722"/>
                  </a:lnTo>
                  <a:lnTo>
                    <a:pt x="544" y="708"/>
                  </a:lnTo>
                  <a:lnTo>
                    <a:pt x="575" y="690"/>
                  </a:lnTo>
                  <a:lnTo>
                    <a:pt x="605" y="670"/>
                  </a:lnTo>
                  <a:lnTo>
                    <a:pt x="633" y="648"/>
                  </a:lnTo>
                  <a:lnTo>
                    <a:pt x="659" y="622"/>
                  </a:lnTo>
                  <a:lnTo>
                    <a:pt x="681" y="594"/>
                  </a:lnTo>
                  <a:lnTo>
                    <a:pt x="701" y="564"/>
                  </a:lnTo>
                  <a:lnTo>
                    <a:pt x="719" y="532"/>
                  </a:lnTo>
                  <a:lnTo>
                    <a:pt x="733" y="496"/>
                  </a:lnTo>
                  <a:lnTo>
                    <a:pt x="745" y="460"/>
                  </a:lnTo>
                  <a:lnTo>
                    <a:pt x="751" y="422"/>
                  </a:lnTo>
                  <a:lnTo>
                    <a:pt x="755" y="386"/>
                  </a:lnTo>
                  <a:lnTo>
                    <a:pt x="753" y="348"/>
                  </a:lnTo>
                  <a:lnTo>
                    <a:pt x="749" y="312"/>
                  </a:lnTo>
                  <a:lnTo>
                    <a:pt x="741" y="278"/>
                  </a:lnTo>
                  <a:lnTo>
                    <a:pt x="729" y="244"/>
                  </a:lnTo>
                  <a:lnTo>
                    <a:pt x="715" y="210"/>
                  </a:lnTo>
                  <a:lnTo>
                    <a:pt x="697" y="178"/>
                  </a:lnTo>
                  <a:lnTo>
                    <a:pt x="677" y="150"/>
                  </a:lnTo>
                  <a:lnTo>
                    <a:pt x="653" y="122"/>
                  </a:lnTo>
                  <a:lnTo>
                    <a:pt x="627" y="96"/>
                  </a:lnTo>
                  <a:lnTo>
                    <a:pt x="599" y="74"/>
                  </a:lnTo>
                  <a:lnTo>
                    <a:pt x="570" y="52"/>
                  </a:lnTo>
                  <a:lnTo>
                    <a:pt x="536" y="36"/>
                  </a:lnTo>
                  <a:lnTo>
                    <a:pt x="502" y="22"/>
                  </a:lnTo>
                  <a:lnTo>
                    <a:pt x="464" y="10"/>
                  </a:lnTo>
                  <a:close/>
                </a:path>
              </a:pathLst>
            </a:custGeom>
            <a:solidFill>
              <a:srgbClr val="129F4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7" name="Freeform 171"/>
            <p:cNvSpPr/>
            <p:nvPr/>
          </p:nvSpPr>
          <p:spPr>
            <a:xfrm>
              <a:off x="796" y="233"/>
              <a:ext cx="715" cy="714"/>
            </a:xfrm>
            <a:custGeom>
              <a:avLst/>
              <a:gdLst/>
              <a:ahLst/>
              <a:cxnLst>
                <a:cxn ang="0">
                  <a:pos x="442" y="8"/>
                </a:cxn>
                <a:cxn ang="0">
                  <a:pos x="370" y="0"/>
                </a:cxn>
                <a:cxn ang="0">
                  <a:pos x="300" y="4"/>
                </a:cxn>
                <a:cxn ang="0">
                  <a:pos x="232" y="22"/>
                </a:cxn>
                <a:cxn ang="0">
                  <a:pos x="170" y="52"/>
                </a:cxn>
                <a:cxn ang="0">
                  <a:pos x="116" y="94"/>
                </a:cxn>
                <a:cxn ang="0">
                  <a:pos x="70" y="144"/>
                </a:cxn>
                <a:cxn ang="0">
                  <a:pos x="34" y="204"/>
                </a:cxn>
                <a:cxn ang="0">
                  <a:pos x="10" y="274"/>
                </a:cxn>
                <a:cxn ang="0">
                  <a:pos x="2" y="310"/>
                </a:cxn>
                <a:cxn ang="0">
                  <a:pos x="0" y="380"/>
                </a:cxn>
                <a:cxn ang="0">
                  <a:pos x="12" y="450"/>
                </a:cxn>
                <a:cxn ang="0">
                  <a:pos x="36" y="514"/>
                </a:cxn>
                <a:cxn ang="0">
                  <a:pos x="72" y="572"/>
                </a:cxn>
                <a:cxn ang="0">
                  <a:pos x="118" y="622"/>
                </a:cxn>
                <a:cxn ang="0">
                  <a:pos x="176" y="664"/>
                </a:cxn>
                <a:cxn ang="0">
                  <a:pos x="240" y="694"/>
                </a:cxn>
                <a:cxn ang="0">
                  <a:pos x="274" y="704"/>
                </a:cxn>
                <a:cxn ang="0">
                  <a:pos x="346" y="714"/>
                </a:cxn>
                <a:cxn ang="0">
                  <a:pos x="416" y="710"/>
                </a:cxn>
                <a:cxn ang="0">
                  <a:pos x="484" y="692"/>
                </a:cxn>
                <a:cxn ang="0">
                  <a:pos x="546" y="662"/>
                </a:cxn>
                <a:cxn ang="0">
                  <a:pos x="599" y="620"/>
                </a:cxn>
                <a:cxn ang="0">
                  <a:pos x="645" y="570"/>
                </a:cxn>
                <a:cxn ang="0">
                  <a:pos x="681" y="508"/>
                </a:cxn>
                <a:cxn ang="0">
                  <a:pos x="705" y="440"/>
                </a:cxn>
                <a:cxn ang="0">
                  <a:pos x="713" y="404"/>
                </a:cxn>
                <a:cxn ang="0">
                  <a:pos x="715" y="334"/>
                </a:cxn>
                <a:cxn ang="0">
                  <a:pos x="703" y="264"/>
                </a:cxn>
                <a:cxn ang="0">
                  <a:pos x="679" y="200"/>
                </a:cxn>
                <a:cxn ang="0">
                  <a:pos x="643" y="142"/>
                </a:cxn>
                <a:cxn ang="0">
                  <a:pos x="597" y="90"/>
                </a:cxn>
                <a:cxn ang="0">
                  <a:pos x="542" y="50"/>
                </a:cxn>
                <a:cxn ang="0">
                  <a:pos x="476" y="20"/>
                </a:cxn>
                <a:cxn ang="0">
                  <a:pos x="442" y="8"/>
                </a:cxn>
              </a:cxnLst>
              <a:rect l="0" t="0" r="0" b="0"/>
              <a:pathLst>
                <a:path w="715" h="714">
                  <a:moveTo>
                    <a:pt x="442" y="8"/>
                  </a:moveTo>
                  <a:lnTo>
                    <a:pt x="442" y="8"/>
                  </a:lnTo>
                  <a:lnTo>
                    <a:pt x="406" y="2"/>
                  </a:lnTo>
                  <a:lnTo>
                    <a:pt x="370" y="0"/>
                  </a:lnTo>
                  <a:lnTo>
                    <a:pt x="334" y="0"/>
                  </a:lnTo>
                  <a:lnTo>
                    <a:pt x="300" y="4"/>
                  </a:lnTo>
                  <a:lnTo>
                    <a:pt x="266" y="12"/>
                  </a:lnTo>
                  <a:lnTo>
                    <a:pt x="232" y="22"/>
                  </a:lnTo>
                  <a:lnTo>
                    <a:pt x="200" y="36"/>
                  </a:lnTo>
                  <a:lnTo>
                    <a:pt x="170" y="52"/>
                  </a:lnTo>
                  <a:lnTo>
                    <a:pt x="142" y="72"/>
                  </a:lnTo>
                  <a:lnTo>
                    <a:pt x="116" y="94"/>
                  </a:lnTo>
                  <a:lnTo>
                    <a:pt x="92" y="118"/>
                  </a:lnTo>
                  <a:lnTo>
                    <a:pt x="70" y="144"/>
                  </a:lnTo>
                  <a:lnTo>
                    <a:pt x="50" y="174"/>
                  </a:lnTo>
                  <a:lnTo>
                    <a:pt x="34" y="204"/>
                  </a:lnTo>
                  <a:lnTo>
                    <a:pt x="20" y="238"/>
                  </a:lnTo>
                  <a:lnTo>
                    <a:pt x="10" y="274"/>
                  </a:lnTo>
                  <a:lnTo>
                    <a:pt x="2" y="310"/>
                  </a:lnTo>
                  <a:lnTo>
                    <a:pt x="0" y="344"/>
                  </a:lnTo>
                  <a:lnTo>
                    <a:pt x="0" y="380"/>
                  </a:lnTo>
                  <a:lnTo>
                    <a:pt x="4" y="416"/>
                  </a:lnTo>
                  <a:lnTo>
                    <a:pt x="12" y="450"/>
                  </a:lnTo>
                  <a:lnTo>
                    <a:pt x="22" y="482"/>
                  </a:lnTo>
                  <a:lnTo>
                    <a:pt x="36" y="514"/>
                  </a:lnTo>
                  <a:lnTo>
                    <a:pt x="52" y="544"/>
                  </a:lnTo>
                  <a:lnTo>
                    <a:pt x="72" y="572"/>
                  </a:lnTo>
                  <a:lnTo>
                    <a:pt x="94" y="598"/>
                  </a:lnTo>
                  <a:lnTo>
                    <a:pt x="118" y="622"/>
                  </a:lnTo>
                  <a:lnTo>
                    <a:pt x="146" y="644"/>
                  </a:lnTo>
                  <a:lnTo>
                    <a:pt x="176" y="664"/>
                  </a:lnTo>
                  <a:lnTo>
                    <a:pt x="206" y="680"/>
                  </a:lnTo>
                  <a:lnTo>
                    <a:pt x="240" y="694"/>
                  </a:lnTo>
                  <a:lnTo>
                    <a:pt x="274" y="704"/>
                  </a:lnTo>
                  <a:lnTo>
                    <a:pt x="310" y="712"/>
                  </a:lnTo>
                  <a:lnTo>
                    <a:pt x="346" y="714"/>
                  </a:lnTo>
                  <a:lnTo>
                    <a:pt x="382" y="714"/>
                  </a:lnTo>
                  <a:lnTo>
                    <a:pt x="416" y="710"/>
                  </a:lnTo>
                  <a:lnTo>
                    <a:pt x="450" y="702"/>
                  </a:lnTo>
                  <a:lnTo>
                    <a:pt x="484" y="692"/>
                  </a:lnTo>
                  <a:lnTo>
                    <a:pt x="516" y="678"/>
                  </a:lnTo>
                  <a:lnTo>
                    <a:pt x="546" y="662"/>
                  </a:lnTo>
                  <a:lnTo>
                    <a:pt x="573" y="642"/>
                  </a:lnTo>
                  <a:lnTo>
                    <a:pt x="599" y="620"/>
                  </a:lnTo>
                  <a:lnTo>
                    <a:pt x="623" y="596"/>
                  </a:lnTo>
                  <a:lnTo>
                    <a:pt x="645" y="570"/>
                  </a:lnTo>
                  <a:lnTo>
                    <a:pt x="665" y="540"/>
                  </a:lnTo>
                  <a:lnTo>
                    <a:pt x="681" y="508"/>
                  </a:lnTo>
                  <a:lnTo>
                    <a:pt x="695" y="476"/>
                  </a:lnTo>
                  <a:lnTo>
                    <a:pt x="705" y="440"/>
                  </a:lnTo>
                  <a:lnTo>
                    <a:pt x="713" y="404"/>
                  </a:lnTo>
                  <a:lnTo>
                    <a:pt x="715" y="368"/>
                  </a:lnTo>
                  <a:lnTo>
                    <a:pt x="715" y="334"/>
                  </a:lnTo>
                  <a:lnTo>
                    <a:pt x="711" y="298"/>
                  </a:lnTo>
                  <a:lnTo>
                    <a:pt x="703" y="264"/>
                  </a:lnTo>
                  <a:lnTo>
                    <a:pt x="693" y="232"/>
                  </a:lnTo>
                  <a:lnTo>
                    <a:pt x="679" y="200"/>
                  </a:lnTo>
                  <a:lnTo>
                    <a:pt x="663" y="170"/>
                  </a:lnTo>
                  <a:lnTo>
                    <a:pt x="643" y="142"/>
                  </a:lnTo>
                  <a:lnTo>
                    <a:pt x="621" y="116"/>
                  </a:lnTo>
                  <a:lnTo>
                    <a:pt x="597" y="90"/>
                  </a:lnTo>
                  <a:lnTo>
                    <a:pt x="569" y="68"/>
                  </a:lnTo>
                  <a:lnTo>
                    <a:pt x="542" y="50"/>
                  </a:lnTo>
                  <a:lnTo>
                    <a:pt x="510" y="32"/>
                  </a:lnTo>
                  <a:lnTo>
                    <a:pt x="476" y="20"/>
                  </a:lnTo>
                  <a:lnTo>
                    <a:pt x="442" y="8"/>
                  </a:lnTo>
                  <a:close/>
                </a:path>
              </a:pathLst>
            </a:custGeom>
            <a:solidFill>
              <a:srgbClr val="94C93D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8" name="Freeform 172"/>
            <p:cNvSpPr/>
            <p:nvPr/>
          </p:nvSpPr>
          <p:spPr>
            <a:xfrm>
              <a:off x="804" y="237"/>
              <a:ext cx="701" cy="700"/>
            </a:xfrm>
            <a:custGeom>
              <a:avLst/>
              <a:gdLst/>
              <a:ahLst/>
              <a:cxnLst>
                <a:cxn ang="0">
                  <a:pos x="432" y="10"/>
                </a:cxn>
                <a:cxn ang="0">
                  <a:pos x="362" y="0"/>
                </a:cxn>
                <a:cxn ang="0">
                  <a:pos x="294" y="4"/>
                </a:cxn>
                <a:cxn ang="0">
                  <a:pos x="228" y="22"/>
                </a:cxn>
                <a:cxn ang="0">
                  <a:pos x="168" y="52"/>
                </a:cxn>
                <a:cxn ang="0">
                  <a:pos x="114" y="92"/>
                </a:cxn>
                <a:cxn ang="0">
                  <a:pos x="68" y="142"/>
                </a:cxn>
                <a:cxn ang="0">
                  <a:pos x="32" y="202"/>
                </a:cxn>
                <a:cxn ang="0">
                  <a:pos x="10" y="268"/>
                </a:cxn>
                <a:cxn ang="0">
                  <a:pos x="2" y="304"/>
                </a:cxn>
                <a:cxn ang="0">
                  <a:pos x="0" y="374"/>
                </a:cxn>
                <a:cxn ang="0">
                  <a:pos x="12" y="440"/>
                </a:cxn>
                <a:cxn ang="0">
                  <a:pos x="36" y="504"/>
                </a:cxn>
                <a:cxn ang="0">
                  <a:pos x="70" y="562"/>
                </a:cxn>
                <a:cxn ang="0">
                  <a:pos x="116" y="610"/>
                </a:cxn>
                <a:cxn ang="0">
                  <a:pos x="172" y="652"/>
                </a:cxn>
                <a:cxn ang="0">
                  <a:pos x="234" y="680"/>
                </a:cxn>
                <a:cxn ang="0">
                  <a:pos x="270" y="692"/>
                </a:cxn>
                <a:cxn ang="0">
                  <a:pos x="340" y="700"/>
                </a:cxn>
                <a:cxn ang="0">
                  <a:pos x="408" y="696"/>
                </a:cxn>
                <a:cxn ang="0">
                  <a:pos x="474" y="678"/>
                </a:cxn>
                <a:cxn ang="0">
                  <a:pos x="534" y="648"/>
                </a:cxn>
                <a:cxn ang="0">
                  <a:pos x="587" y="608"/>
                </a:cxn>
                <a:cxn ang="0">
                  <a:pos x="633" y="558"/>
                </a:cxn>
                <a:cxn ang="0">
                  <a:pos x="667" y="500"/>
                </a:cxn>
                <a:cxn ang="0">
                  <a:pos x="691" y="432"/>
                </a:cxn>
                <a:cxn ang="0">
                  <a:pos x="697" y="398"/>
                </a:cxn>
                <a:cxn ang="0">
                  <a:pos x="699" y="328"/>
                </a:cxn>
                <a:cxn ang="0">
                  <a:pos x="689" y="260"/>
                </a:cxn>
                <a:cxn ang="0">
                  <a:pos x="665" y="198"/>
                </a:cxn>
                <a:cxn ang="0">
                  <a:pos x="629" y="140"/>
                </a:cxn>
                <a:cxn ang="0">
                  <a:pos x="583" y="90"/>
                </a:cxn>
                <a:cxn ang="0">
                  <a:pos x="530" y="50"/>
                </a:cxn>
                <a:cxn ang="0">
                  <a:pos x="466" y="20"/>
                </a:cxn>
                <a:cxn ang="0">
                  <a:pos x="432" y="10"/>
                </a:cxn>
              </a:cxnLst>
              <a:rect l="0" t="0" r="0" b="0"/>
              <a:pathLst>
                <a:path w="701" h="700">
                  <a:moveTo>
                    <a:pt x="432" y="10"/>
                  </a:moveTo>
                  <a:lnTo>
                    <a:pt x="432" y="10"/>
                  </a:lnTo>
                  <a:lnTo>
                    <a:pt x="398" y="4"/>
                  </a:lnTo>
                  <a:lnTo>
                    <a:pt x="362" y="0"/>
                  </a:lnTo>
                  <a:lnTo>
                    <a:pt x="328" y="0"/>
                  </a:lnTo>
                  <a:lnTo>
                    <a:pt x="294" y="4"/>
                  </a:lnTo>
                  <a:lnTo>
                    <a:pt x="260" y="12"/>
                  </a:lnTo>
                  <a:lnTo>
                    <a:pt x="228" y="22"/>
                  </a:lnTo>
                  <a:lnTo>
                    <a:pt x="196" y="36"/>
                  </a:lnTo>
                  <a:lnTo>
                    <a:pt x="168" y="52"/>
                  </a:lnTo>
                  <a:lnTo>
                    <a:pt x="140" y="70"/>
                  </a:lnTo>
                  <a:lnTo>
                    <a:pt x="114" y="92"/>
                  </a:lnTo>
                  <a:lnTo>
                    <a:pt x="90" y="116"/>
                  </a:lnTo>
                  <a:lnTo>
                    <a:pt x="68" y="142"/>
                  </a:lnTo>
                  <a:lnTo>
                    <a:pt x="50" y="172"/>
                  </a:lnTo>
                  <a:lnTo>
                    <a:pt x="32" y="202"/>
                  </a:lnTo>
                  <a:lnTo>
                    <a:pt x="20" y="234"/>
                  </a:lnTo>
                  <a:lnTo>
                    <a:pt x="10" y="268"/>
                  </a:lnTo>
                  <a:lnTo>
                    <a:pt x="2" y="304"/>
                  </a:lnTo>
                  <a:lnTo>
                    <a:pt x="0" y="338"/>
                  </a:lnTo>
                  <a:lnTo>
                    <a:pt x="0" y="374"/>
                  </a:lnTo>
                  <a:lnTo>
                    <a:pt x="4" y="408"/>
                  </a:lnTo>
                  <a:lnTo>
                    <a:pt x="12" y="440"/>
                  </a:lnTo>
                  <a:lnTo>
                    <a:pt x="22" y="472"/>
                  </a:lnTo>
                  <a:lnTo>
                    <a:pt x="36" y="504"/>
                  </a:lnTo>
                  <a:lnTo>
                    <a:pt x="52" y="534"/>
                  </a:lnTo>
                  <a:lnTo>
                    <a:pt x="70" y="562"/>
                  </a:lnTo>
                  <a:lnTo>
                    <a:pt x="92" y="588"/>
                  </a:lnTo>
                  <a:lnTo>
                    <a:pt x="116" y="610"/>
                  </a:lnTo>
                  <a:lnTo>
                    <a:pt x="142" y="632"/>
                  </a:lnTo>
                  <a:lnTo>
                    <a:pt x="172" y="652"/>
                  </a:lnTo>
                  <a:lnTo>
                    <a:pt x="202" y="668"/>
                  </a:lnTo>
                  <a:lnTo>
                    <a:pt x="234" y="680"/>
                  </a:lnTo>
                  <a:lnTo>
                    <a:pt x="270" y="692"/>
                  </a:lnTo>
                  <a:lnTo>
                    <a:pt x="304" y="698"/>
                  </a:lnTo>
                  <a:lnTo>
                    <a:pt x="340" y="700"/>
                  </a:lnTo>
                  <a:lnTo>
                    <a:pt x="374" y="700"/>
                  </a:lnTo>
                  <a:lnTo>
                    <a:pt x="408" y="696"/>
                  </a:lnTo>
                  <a:lnTo>
                    <a:pt x="442" y="688"/>
                  </a:lnTo>
                  <a:lnTo>
                    <a:pt x="474" y="678"/>
                  </a:lnTo>
                  <a:lnTo>
                    <a:pt x="504" y="666"/>
                  </a:lnTo>
                  <a:lnTo>
                    <a:pt x="534" y="648"/>
                  </a:lnTo>
                  <a:lnTo>
                    <a:pt x="561" y="630"/>
                  </a:lnTo>
                  <a:lnTo>
                    <a:pt x="587" y="608"/>
                  </a:lnTo>
                  <a:lnTo>
                    <a:pt x="611" y="584"/>
                  </a:lnTo>
                  <a:lnTo>
                    <a:pt x="633" y="558"/>
                  </a:lnTo>
                  <a:lnTo>
                    <a:pt x="651" y="530"/>
                  </a:lnTo>
                  <a:lnTo>
                    <a:pt x="667" y="500"/>
                  </a:lnTo>
                  <a:lnTo>
                    <a:pt x="681" y="466"/>
                  </a:lnTo>
                  <a:lnTo>
                    <a:pt x="691" y="432"/>
                  </a:lnTo>
                  <a:lnTo>
                    <a:pt x="697" y="398"/>
                  </a:lnTo>
                  <a:lnTo>
                    <a:pt x="701" y="362"/>
                  </a:lnTo>
                  <a:lnTo>
                    <a:pt x="699" y="328"/>
                  </a:lnTo>
                  <a:lnTo>
                    <a:pt x="695" y="294"/>
                  </a:lnTo>
                  <a:lnTo>
                    <a:pt x="689" y="260"/>
                  </a:lnTo>
                  <a:lnTo>
                    <a:pt x="679" y="228"/>
                  </a:lnTo>
                  <a:lnTo>
                    <a:pt x="665" y="198"/>
                  </a:lnTo>
                  <a:lnTo>
                    <a:pt x="649" y="168"/>
                  </a:lnTo>
                  <a:lnTo>
                    <a:pt x="629" y="140"/>
                  </a:lnTo>
                  <a:lnTo>
                    <a:pt x="607" y="114"/>
                  </a:lnTo>
                  <a:lnTo>
                    <a:pt x="583" y="90"/>
                  </a:lnTo>
                  <a:lnTo>
                    <a:pt x="557" y="68"/>
                  </a:lnTo>
                  <a:lnTo>
                    <a:pt x="530" y="50"/>
                  </a:lnTo>
                  <a:lnTo>
                    <a:pt x="500" y="34"/>
                  </a:lnTo>
                  <a:lnTo>
                    <a:pt x="466" y="20"/>
                  </a:lnTo>
                  <a:lnTo>
                    <a:pt x="432" y="10"/>
                  </a:lnTo>
                  <a:close/>
                </a:path>
              </a:pathLst>
            </a:custGeom>
            <a:solidFill>
              <a:srgbClr val="96C93D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89" name="Freeform 173"/>
            <p:cNvSpPr/>
            <p:nvPr/>
          </p:nvSpPr>
          <p:spPr>
            <a:xfrm>
              <a:off x="812" y="243"/>
              <a:ext cx="685" cy="684"/>
            </a:xfrm>
            <a:custGeom>
              <a:avLst/>
              <a:gdLst/>
              <a:ahLst/>
              <a:cxnLst>
                <a:cxn ang="0">
                  <a:pos x="424" y="8"/>
                </a:cxn>
                <a:cxn ang="0">
                  <a:pos x="354" y="0"/>
                </a:cxn>
                <a:cxn ang="0">
                  <a:pos x="288" y="4"/>
                </a:cxn>
                <a:cxn ang="0">
                  <a:pos x="224" y="22"/>
                </a:cxn>
                <a:cxn ang="0">
                  <a:pos x="164" y="50"/>
                </a:cxn>
                <a:cxn ang="0">
                  <a:pos x="112" y="90"/>
                </a:cxn>
                <a:cxn ang="0">
                  <a:pos x="66" y="138"/>
                </a:cxn>
                <a:cxn ang="0">
                  <a:pos x="32" y="196"/>
                </a:cxn>
                <a:cxn ang="0">
                  <a:pos x="10" y="262"/>
                </a:cxn>
                <a:cxn ang="0">
                  <a:pos x="2" y="296"/>
                </a:cxn>
                <a:cxn ang="0">
                  <a:pos x="0" y="364"/>
                </a:cxn>
                <a:cxn ang="0">
                  <a:pos x="12" y="430"/>
                </a:cxn>
                <a:cxn ang="0">
                  <a:pos x="36" y="492"/>
                </a:cxn>
                <a:cxn ang="0">
                  <a:pos x="70" y="548"/>
                </a:cxn>
                <a:cxn ang="0">
                  <a:pos x="114" y="596"/>
                </a:cxn>
                <a:cxn ang="0">
                  <a:pos x="168" y="636"/>
                </a:cxn>
                <a:cxn ang="0">
                  <a:pos x="230" y="666"/>
                </a:cxn>
                <a:cxn ang="0">
                  <a:pos x="264" y="676"/>
                </a:cxn>
                <a:cxn ang="0">
                  <a:pos x="332" y="684"/>
                </a:cxn>
                <a:cxn ang="0">
                  <a:pos x="400" y="680"/>
                </a:cxn>
                <a:cxn ang="0">
                  <a:pos x="464" y="662"/>
                </a:cxn>
                <a:cxn ang="0">
                  <a:pos x="522" y="634"/>
                </a:cxn>
                <a:cxn ang="0">
                  <a:pos x="575" y="594"/>
                </a:cxn>
                <a:cxn ang="0">
                  <a:pos x="619" y="546"/>
                </a:cxn>
                <a:cxn ang="0">
                  <a:pos x="653" y="488"/>
                </a:cxn>
                <a:cxn ang="0">
                  <a:pos x="677" y="422"/>
                </a:cxn>
                <a:cxn ang="0">
                  <a:pos x="683" y="388"/>
                </a:cxn>
                <a:cxn ang="0">
                  <a:pos x="685" y="320"/>
                </a:cxn>
                <a:cxn ang="0">
                  <a:pos x="673" y="254"/>
                </a:cxn>
                <a:cxn ang="0">
                  <a:pos x="651" y="192"/>
                </a:cxn>
                <a:cxn ang="0">
                  <a:pos x="617" y="136"/>
                </a:cxn>
                <a:cxn ang="0">
                  <a:pos x="571" y="88"/>
                </a:cxn>
                <a:cxn ang="0">
                  <a:pos x="518" y="48"/>
                </a:cxn>
                <a:cxn ang="0">
                  <a:pos x="456" y="18"/>
                </a:cxn>
                <a:cxn ang="0">
                  <a:pos x="424" y="8"/>
                </a:cxn>
              </a:cxnLst>
              <a:rect l="0" t="0" r="0" b="0"/>
              <a:pathLst>
                <a:path w="685" h="684">
                  <a:moveTo>
                    <a:pt x="424" y="8"/>
                  </a:moveTo>
                  <a:lnTo>
                    <a:pt x="424" y="8"/>
                  </a:lnTo>
                  <a:lnTo>
                    <a:pt x="388" y="2"/>
                  </a:lnTo>
                  <a:lnTo>
                    <a:pt x="354" y="0"/>
                  </a:lnTo>
                  <a:lnTo>
                    <a:pt x="320" y="0"/>
                  </a:lnTo>
                  <a:lnTo>
                    <a:pt x="288" y="4"/>
                  </a:lnTo>
                  <a:lnTo>
                    <a:pt x="254" y="10"/>
                  </a:lnTo>
                  <a:lnTo>
                    <a:pt x="224" y="22"/>
                  </a:lnTo>
                  <a:lnTo>
                    <a:pt x="192" y="34"/>
                  </a:lnTo>
                  <a:lnTo>
                    <a:pt x="164" y="50"/>
                  </a:lnTo>
                  <a:lnTo>
                    <a:pt x="136" y="68"/>
                  </a:lnTo>
                  <a:lnTo>
                    <a:pt x="112" y="90"/>
                  </a:lnTo>
                  <a:lnTo>
                    <a:pt x="88" y="114"/>
                  </a:lnTo>
                  <a:lnTo>
                    <a:pt x="66" y="138"/>
                  </a:lnTo>
                  <a:lnTo>
                    <a:pt x="48" y="166"/>
                  </a:lnTo>
                  <a:lnTo>
                    <a:pt x="32" y="196"/>
                  </a:lnTo>
                  <a:lnTo>
                    <a:pt x="20" y="228"/>
                  </a:lnTo>
                  <a:lnTo>
                    <a:pt x="10" y="262"/>
                  </a:lnTo>
                  <a:lnTo>
                    <a:pt x="2" y="296"/>
                  </a:lnTo>
                  <a:lnTo>
                    <a:pt x="0" y="330"/>
                  </a:lnTo>
                  <a:lnTo>
                    <a:pt x="0" y="364"/>
                  </a:lnTo>
                  <a:lnTo>
                    <a:pt x="4" y="398"/>
                  </a:lnTo>
                  <a:lnTo>
                    <a:pt x="12" y="430"/>
                  </a:lnTo>
                  <a:lnTo>
                    <a:pt x="22" y="462"/>
                  </a:lnTo>
                  <a:lnTo>
                    <a:pt x="36" y="492"/>
                  </a:lnTo>
                  <a:lnTo>
                    <a:pt x="50" y="520"/>
                  </a:lnTo>
                  <a:lnTo>
                    <a:pt x="70" y="548"/>
                  </a:lnTo>
                  <a:lnTo>
                    <a:pt x="90" y="574"/>
                  </a:lnTo>
                  <a:lnTo>
                    <a:pt x="114" y="596"/>
                  </a:lnTo>
                  <a:lnTo>
                    <a:pt x="140" y="618"/>
                  </a:lnTo>
                  <a:lnTo>
                    <a:pt x="168" y="636"/>
                  </a:lnTo>
                  <a:lnTo>
                    <a:pt x="198" y="652"/>
                  </a:lnTo>
                  <a:lnTo>
                    <a:pt x="230" y="666"/>
                  </a:lnTo>
                  <a:lnTo>
                    <a:pt x="264" y="676"/>
                  </a:lnTo>
                  <a:lnTo>
                    <a:pt x="298" y="682"/>
                  </a:lnTo>
                  <a:lnTo>
                    <a:pt x="332" y="684"/>
                  </a:lnTo>
                  <a:lnTo>
                    <a:pt x="366" y="684"/>
                  </a:lnTo>
                  <a:lnTo>
                    <a:pt x="400" y="680"/>
                  </a:lnTo>
                  <a:lnTo>
                    <a:pt x="432" y="674"/>
                  </a:lnTo>
                  <a:lnTo>
                    <a:pt x="464" y="662"/>
                  </a:lnTo>
                  <a:lnTo>
                    <a:pt x="494" y="650"/>
                  </a:lnTo>
                  <a:lnTo>
                    <a:pt x="522" y="634"/>
                  </a:lnTo>
                  <a:lnTo>
                    <a:pt x="549" y="616"/>
                  </a:lnTo>
                  <a:lnTo>
                    <a:pt x="575" y="594"/>
                  </a:lnTo>
                  <a:lnTo>
                    <a:pt x="597" y="570"/>
                  </a:lnTo>
                  <a:lnTo>
                    <a:pt x="619" y="546"/>
                  </a:lnTo>
                  <a:lnTo>
                    <a:pt x="637" y="518"/>
                  </a:lnTo>
                  <a:lnTo>
                    <a:pt x="653" y="488"/>
                  </a:lnTo>
                  <a:lnTo>
                    <a:pt x="667" y="456"/>
                  </a:lnTo>
                  <a:lnTo>
                    <a:pt x="677" y="422"/>
                  </a:lnTo>
                  <a:lnTo>
                    <a:pt x="683" y="388"/>
                  </a:lnTo>
                  <a:lnTo>
                    <a:pt x="685" y="354"/>
                  </a:lnTo>
                  <a:lnTo>
                    <a:pt x="685" y="320"/>
                  </a:lnTo>
                  <a:lnTo>
                    <a:pt x="681" y="286"/>
                  </a:lnTo>
                  <a:lnTo>
                    <a:pt x="673" y="254"/>
                  </a:lnTo>
                  <a:lnTo>
                    <a:pt x="663" y="222"/>
                  </a:lnTo>
                  <a:lnTo>
                    <a:pt x="651" y="192"/>
                  </a:lnTo>
                  <a:lnTo>
                    <a:pt x="635" y="164"/>
                  </a:lnTo>
                  <a:lnTo>
                    <a:pt x="617" y="136"/>
                  </a:lnTo>
                  <a:lnTo>
                    <a:pt x="595" y="110"/>
                  </a:lnTo>
                  <a:lnTo>
                    <a:pt x="571" y="88"/>
                  </a:lnTo>
                  <a:lnTo>
                    <a:pt x="545" y="66"/>
                  </a:lnTo>
                  <a:lnTo>
                    <a:pt x="518" y="48"/>
                  </a:lnTo>
                  <a:lnTo>
                    <a:pt x="488" y="32"/>
                  </a:lnTo>
                  <a:lnTo>
                    <a:pt x="456" y="18"/>
                  </a:lnTo>
                  <a:lnTo>
                    <a:pt x="424" y="8"/>
                  </a:lnTo>
                  <a:close/>
                </a:path>
              </a:pathLst>
            </a:custGeom>
            <a:solidFill>
              <a:srgbClr val="98CA3C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90" name="Freeform 174"/>
            <p:cNvSpPr/>
            <p:nvPr/>
          </p:nvSpPr>
          <p:spPr>
            <a:xfrm>
              <a:off x="820" y="247"/>
              <a:ext cx="671" cy="670"/>
            </a:xfrm>
            <a:custGeom>
              <a:avLst/>
              <a:gdLst/>
              <a:ahLst/>
              <a:cxnLst>
                <a:cxn ang="0">
                  <a:pos x="414" y="10"/>
                </a:cxn>
                <a:cxn ang="0">
                  <a:pos x="346" y="0"/>
                </a:cxn>
                <a:cxn ang="0">
                  <a:pos x="280" y="4"/>
                </a:cxn>
                <a:cxn ang="0">
                  <a:pos x="218" y="22"/>
                </a:cxn>
                <a:cxn ang="0">
                  <a:pos x="160" y="50"/>
                </a:cxn>
                <a:cxn ang="0">
                  <a:pos x="108" y="88"/>
                </a:cxn>
                <a:cxn ang="0">
                  <a:pos x="66" y="136"/>
                </a:cxn>
                <a:cxn ang="0">
                  <a:pos x="32" y="194"/>
                </a:cxn>
                <a:cxn ang="0">
                  <a:pos x="10" y="258"/>
                </a:cxn>
                <a:cxn ang="0">
                  <a:pos x="4" y="290"/>
                </a:cxn>
                <a:cxn ang="0">
                  <a:pos x="0" y="358"/>
                </a:cxn>
                <a:cxn ang="0">
                  <a:pos x="12" y="422"/>
                </a:cxn>
                <a:cxn ang="0">
                  <a:pos x="34" y="482"/>
                </a:cxn>
                <a:cxn ang="0">
                  <a:pos x="68" y="538"/>
                </a:cxn>
                <a:cxn ang="0">
                  <a:pos x="112" y="584"/>
                </a:cxn>
                <a:cxn ang="0">
                  <a:pos x="164" y="624"/>
                </a:cxn>
                <a:cxn ang="0">
                  <a:pos x="224" y="652"/>
                </a:cxn>
                <a:cxn ang="0">
                  <a:pos x="258" y="662"/>
                </a:cxn>
                <a:cxn ang="0">
                  <a:pos x="326" y="670"/>
                </a:cxn>
                <a:cxn ang="0">
                  <a:pos x="390" y="666"/>
                </a:cxn>
                <a:cxn ang="0">
                  <a:pos x="454" y="650"/>
                </a:cxn>
                <a:cxn ang="0">
                  <a:pos x="512" y="622"/>
                </a:cxn>
                <a:cxn ang="0">
                  <a:pos x="561" y="582"/>
                </a:cxn>
                <a:cxn ang="0">
                  <a:pos x="605" y="534"/>
                </a:cxn>
                <a:cxn ang="0">
                  <a:pos x="639" y="478"/>
                </a:cxn>
                <a:cxn ang="0">
                  <a:pos x="661" y="414"/>
                </a:cxn>
                <a:cxn ang="0">
                  <a:pos x="667" y="380"/>
                </a:cxn>
                <a:cxn ang="0">
                  <a:pos x="669" y="314"/>
                </a:cxn>
                <a:cxn ang="0">
                  <a:pos x="659" y="250"/>
                </a:cxn>
                <a:cxn ang="0">
                  <a:pos x="637" y="188"/>
                </a:cxn>
                <a:cxn ang="0">
                  <a:pos x="603" y="134"/>
                </a:cxn>
                <a:cxn ang="0">
                  <a:pos x="559" y="86"/>
                </a:cxn>
                <a:cxn ang="0">
                  <a:pos x="508" y="48"/>
                </a:cxn>
                <a:cxn ang="0">
                  <a:pos x="446" y="20"/>
                </a:cxn>
                <a:cxn ang="0">
                  <a:pos x="414" y="10"/>
                </a:cxn>
              </a:cxnLst>
              <a:rect l="0" t="0" r="0" b="0"/>
              <a:pathLst>
                <a:path w="671" h="670">
                  <a:moveTo>
                    <a:pt x="414" y="10"/>
                  </a:moveTo>
                  <a:lnTo>
                    <a:pt x="414" y="10"/>
                  </a:lnTo>
                  <a:lnTo>
                    <a:pt x="380" y="4"/>
                  </a:lnTo>
                  <a:lnTo>
                    <a:pt x="346" y="0"/>
                  </a:lnTo>
                  <a:lnTo>
                    <a:pt x="314" y="2"/>
                  </a:lnTo>
                  <a:lnTo>
                    <a:pt x="280" y="4"/>
                  </a:lnTo>
                  <a:lnTo>
                    <a:pt x="250" y="12"/>
                  </a:lnTo>
                  <a:lnTo>
                    <a:pt x="218" y="22"/>
                  </a:lnTo>
                  <a:lnTo>
                    <a:pt x="188" y="34"/>
                  </a:lnTo>
                  <a:lnTo>
                    <a:pt x="160" y="50"/>
                  </a:lnTo>
                  <a:lnTo>
                    <a:pt x="134" y="68"/>
                  </a:lnTo>
                  <a:lnTo>
                    <a:pt x="108" y="88"/>
                  </a:lnTo>
                  <a:lnTo>
                    <a:pt x="86" y="112"/>
                  </a:lnTo>
                  <a:lnTo>
                    <a:pt x="66" y="136"/>
                  </a:lnTo>
                  <a:lnTo>
                    <a:pt x="48" y="164"/>
                  </a:lnTo>
                  <a:lnTo>
                    <a:pt x="32" y="194"/>
                  </a:lnTo>
                  <a:lnTo>
                    <a:pt x="20" y="224"/>
                  </a:lnTo>
                  <a:lnTo>
                    <a:pt x="10" y="258"/>
                  </a:lnTo>
                  <a:lnTo>
                    <a:pt x="4" y="290"/>
                  </a:lnTo>
                  <a:lnTo>
                    <a:pt x="0" y="324"/>
                  </a:lnTo>
                  <a:lnTo>
                    <a:pt x="0" y="358"/>
                  </a:lnTo>
                  <a:lnTo>
                    <a:pt x="4" y="390"/>
                  </a:lnTo>
                  <a:lnTo>
                    <a:pt x="12" y="422"/>
                  </a:lnTo>
                  <a:lnTo>
                    <a:pt x="22" y="452"/>
                  </a:lnTo>
                  <a:lnTo>
                    <a:pt x="34" y="482"/>
                  </a:lnTo>
                  <a:lnTo>
                    <a:pt x="50" y="510"/>
                  </a:lnTo>
                  <a:lnTo>
                    <a:pt x="68" y="538"/>
                  </a:lnTo>
                  <a:lnTo>
                    <a:pt x="88" y="562"/>
                  </a:lnTo>
                  <a:lnTo>
                    <a:pt x="112" y="584"/>
                  </a:lnTo>
                  <a:lnTo>
                    <a:pt x="138" y="606"/>
                  </a:lnTo>
                  <a:lnTo>
                    <a:pt x="164" y="624"/>
                  </a:lnTo>
                  <a:lnTo>
                    <a:pt x="194" y="640"/>
                  </a:lnTo>
                  <a:lnTo>
                    <a:pt x="224" y="652"/>
                  </a:lnTo>
                  <a:lnTo>
                    <a:pt x="258" y="662"/>
                  </a:lnTo>
                  <a:lnTo>
                    <a:pt x="292" y="668"/>
                  </a:lnTo>
                  <a:lnTo>
                    <a:pt x="326" y="670"/>
                  </a:lnTo>
                  <a:lnTo>
                    <a:pt x="358" y="670"/>
                  </a:lnTo>
                  <a:lnTo>
                    <a:pt x="390" y="666"/>
                  </a:lnTo>
                  <a:lnTo>
                    <a:pt x="422" y="660"/>
                  </a:lnTo>
                  <a:lnTo>
                    <a:pt x="454" y="650"/>
                  </a:lnTo>
                  <a:lnTo>
                    <a:pt x="484" y="636"/>
                  </a:lnTo>
                  <a:lnTo>
                    <a:pt x="512" y="622"/>
                  </a:lnTo>
                  <a:lnTo>
                    <a:pt x="537" y="602"/>
                  </a:lnTo>
                  <a:lnTo>
                    <a:pt x="561" y="582"/>
                  </a:lnTo>
                  <a:lnTo>
                    <a:pt x="585" y="560"/>
                  </a:lnTo>
                  <a:lnTo>
                    <a:pt x="605" y="534"/>
                  </a:lnTo>
                  <a:lnTo>
                    <a:pt x="623" y="508"/>
                  </a:lnTo>
                  <a:lnTo>
                    <a:pt x="639" y="478"/>
                  </a:lnTo>
                  <a:lnTo>
                    <a:pt x="651" y="446"/>
                  </a:lnTo>
                  <a:lnTo>
                    <a:pt x="661" y="414"/>
                  </a:lnTo>
                  <a:lnTo>
                    <a:pt x="667" y="380"/>
                  </a:lnTo>
                  <a:lnTo>
                    <a:pt x="671" y="346"/>
                  </a:lnTo>
                  <a:lnTo>
                    <a:pt x="669" y="314"/>
                  </a:lnTo>
                  <a:lnTo>
                    <a:pt x="667" y="282"/>
                  </a:lnTo>
                  <a:lnTo>
                    <a:pt x="659" y="250"/>
                  </a:lnTo>
                  <a:lnTo>
                    <a:pt x="649" y="218"/>
                  </a:lnTo>
                  <a:lnTo>
                    <a:pt x="637" y="188"/>
                  </a:lnTo>
                  <a:lnTo>
                    <a:pt x="621" y="160"/>
                  </a:lnTo>
                  <a:lnTo>
                    <a:pt x="603" y="134"/>
                  </a:lnTo>
                  <a:lnTo>
                    <a:pt x="581" y="110"/>
                  </a:lnTo>
                  <a:lnTo>
                    <a:pt x="559" y="86"/>
                  </a:lnTo>
                  <a:lnTo>
                    <a:pt x="533" y="66"/>
                  </a:lnTo>
                  <a:lnTo>
                    <a:pt x="508" y="48"/>
                  </a:lnTo>
                  <a:lnTo>
                    <a:pt x="478" y="32"/>
                  </a:lnTo>
                  <a:lnTo>
                    <a:pt x="446" y="20"/>
                  </a:lnTo>
                  <a:lnTo>
                    <a:pt x="414" y="10"/>
                  </a:lnTo>
                  <a:close/>
                </a:path>
              </a:pathLst>
            </a:custGeom>
            <a:solidFill>
              <a:srgbClr val="9BCB3C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91" name="Freeform 175"/>
            <p:cNvSpPr/>
            <p:nvPr/>
          </p:nvSpPr>
          <p:spPr>
            <a:xfrm>
              <a:off x="828" y="253"/>
              <a:ext cx="655" cy="654"/>
            </a:xfrm>
            <a:custGeom>
              <a:avLst/>
              <a:gdLst/>
              <a:ahLst/>
              <a:cxnLst>
                <a:cxn ang="0">
                  <a:pos x="404" y="8"/>
                </a:cxn>
                <a:cxn ang="0">
                  <a:pos x="340" y="0"/>
                </a:cxn>
                <a:cxn ang="0">
                  <a:pos x="274" y="4"/>
                </a:cxn>
                <a:cxn ang="0">
                  <a:pos x="214" y="20"/>
                </a:cxn>
                <a:cxn ang="0">
                  <a:pos x="156" y="48"/>
                </a:cxn>
                <a:cxn ang="0">
                  <a:pos x="106" y="86"/>
                </a:cxn>
                <a:cxn ang="0">
                  <a:pos x="64" y="132"/>
                </a:cxn>
                <a:cxn ang="0">
                  <a:pos x="32" y="188"/>
                </a:cxn>
                <a:cxn ang="0">
                  <a:pos x="10" y="250"/>
                </a:cxn>
                <a:cxn ang="0">
                  <a:pos x="4" y="284"/>
                </a:cxn>
                <a:cxn ang="0">
                  <a:pos x="2" y="348"/>
                </a:cxn>
                <a:cxn ang="0">
                  <a:pos x="12" y="412"/>
                </a:cxn>
                <a:cxn ang="0">
                  <a:pos x="34" y="470"/>
                </a:cxn>
                <a:cxn ang="0">
                  <a:pos x="66" y="524"/>
                </a:cxn>
                <a:cxn ang="0">
                  <a:pos x="110" y="570"/>
                </a:cxn>
                <a:cxn ang="0">
                  <a:pos x="160" y="608"/>
                </a:cxn>
                <a:cxn ang="0">
                  <a:pos x="220" y="636"/>
                </a:cxn>
                <a:cxn ang="0">
                  <a:pos x="252" y="646"/>
                </a:cxn>
                <a:cxn ang="0">
                  <a:pos x="318" y="654"/>
                </a:cxn>
                <a:cxn ang="0">
                  <a:pos x="382" y="650"/>
                </a:cxn>
                <a:cxn ang="0">
                  <a:pos x="444" y="634"/>
                </a:cxn>
                <a:cxn ang="0">
                  <a:pos x="500" y="606"/>
                </a:cxn>
                <a:cxn ang="0">
                  <a:pos x="549" y="568"/>
                </a:cxn>
                <a:cxn ang="0">
                  <a:pos x="591" y="522"/>
                </a:cxn>
                <a:cxn ang="0">
                  <a:pos x="625" y="466"/>
                </a:cxn>
                <a:cxn ang="0">
                  <a:pos x="647" y="404"/>
                </a:cxn>
                <a:cxn ang="0">
                  <a:pos x="653" y="370"/>
                </a:cxn>
                <a:cxn ang="0">
                  <a:pos x="655" y="306"/>
                </a:cxn>
                <a:cxn ang="0">
                  <a:pos x="645" y="242"/>
                </a:cxn>
                <a:cxn ang="0">
                  <a:pos x="623" y="184"/>
                </a:cxn>
                <a:cxn ang="0">
                  <a:pos x="589" y="130"/>
                </a:cxn>
                <a:cxn ang="0">
                  <a:pos x="547" y="84"/>
                </a:cxn>
                <a:cxn ang="0">
                  <a:pos x="496" y="46"/>
                </a:cxn>
                <a:cxn ang="0">
                  <a:pos x="436" y="18"/>
                </a:cxn>
                <a:cxn ang="0">
                  <a:pos x="404" y="8"/>
                </a:cxn>
              </a:cxnLst>
              <a:rect l="0" t="0" r="0" b="0"/>
              <a:pathLst>
                <a:path w="655" h="654">
                  <a:moveTo>
                    <a:pt x="404" y="8"/>
                  </a:moveTo>
                  <a:lnTo>
                    <a:pt x="404" y="8"/>
                  </a:lnTo>
                  <a:lnTo>
                    <a:pt x="372" y="2"/>
                  </a:lnTo>
                  <a:lnTo>
                    <a:pt x="340" y="0"/>
                  </a:lnTo>
                  <a:lnTo>
                    <a:pt x="306" y="0"/>
                  </a:lnTo>
                  <a:lnTo>
                    <a:pt x="274" y="4"/>
                  </a:lnTo>
                  <a:lnTo>
                    <a:pt x="244" y="10"/>
                  </a:lnTo>
                  <a:lnTo>
                    <a:pt x="214" y="20"/>
                  </a:lnTo>
                  <a:lnTo>
                    <a:pt x="184" y="32"/>
                  </a:lnTo>
                  <a:lnTo>
                    <a:pt x="156" y="48"/>
                  </a:lnTo>
                  <a:lnTo>
                    <a:pt x="130" y="66"/>
                  </a:lnTo>
                  <a:lnTo>
                    <a:pt x="106" y="86"/>
                  </a:lnTo>
                  <a:lnTo>
                    <a:pt x="84" y="108"/>
                  </a:lnTo>
                  <a:lnTo>
                    <a:pt x="64" y="132"/>
                  </a:lnTo>
                  <a:lnTo>
                    <a:pt x="46" y="160"/>
                  </a:lnTo>
                  <a:lnTo>
                    <a:pt x="32" y="188"/>
                  </a:lnTo>
                  <a:lnTo>
                    <a:pt x="18" y="218"/>
                  </a:lnTo>
                  <a:lnTo>
                    <a:pt x="10" y="250"/>
                  </a:lnTo>
                  <a:lnTo>
                    <a:pt x="4" y="284"/>
                  </a:lnTo>
                  <a:lnTo>
                    <a:pt x="0" y="316"/>
                  </a:lnTo>
                  <a:lnTo>
                    <a:pt x="2" y="348"/>
                  </a:lnTo>
                  <a:lnTo>
                    <a:pt x="4" y="380"/>
                  </a:lnTo>
                  <a:lnTo>
                    <a:pt x="12" y="412"/>
                  </a:lnTo>
                  <a:lnTo>
                    <a:pt x="22" y="442"/>
                  </a:lnTo>
                  <a:lnTo>
                    <a:pt x="34" y="470"/>
                  </a:lnTo>
                  <a:lnTo>
                    <a:pt x="50" y="498"/>
                  </a:lnTo>
                  <a:lnTo>
                    <a:pt x="66" y="524"/>
                  </a:lnTo>
                  <a:lnTo>
                    <a:pt x="86" y="548"/>
                  </a:lnTo>
                  <a:lnTo>
                    <a:pt x="110" y="570"/>
                  </a:lnTo>
                  <a:lnTo>
                    <a:pt x="134" y="590"/>
                  </a:lnTo>
                  <a:lnTo>
                    <a:pt x="160" y="608"/>
                  </a:lnTo>
                  <a:lnTo>
                    <a:pt x="190" y="624"/>
                  </a:lnTo>
                  <a:lnTo>
                    <a:pt x="220" y="636"/>
                  </a:lnTo>
                  <a:lnTo>
                    <a:pt x="252" y="646"/>
                  </a:lnTo>
                  <a:lnTo>
                    <a:pt x="286" y="652"/>
                  </a:lnTo>
                  <a:lnTo>
                    <a:pt x="318" y="654"/>
                  </a:lnTo>
                  <a:lnTo>
                    <a:pt x="350" y="654"/>
                  </a:lnTo>
                  <a:lnTo>
                    <a:pt x="382" y="650"/>
                  </a:lnTo>
                  <a:lnTo>
                    <a:pt x="414" y="644"/>
                  </a:lnTo>
                  <a:lnTo>
                    <a:pt x="444" y="634"/>
                  </a:lnTo>
                  <a:lnTo>
                    <a:pt x="472" y="622"/>
                  </a:lnTo>
                  <a:lnTo>
                    <a:pt x="500" y="606"/>
                  </a:lnTo>
                  <a:lnTo>
                    <a:pt x="525" y="588"/>
                  </a:lnTo>
                  <a:lnTo>
                    <a:pt x="549" y="568"/>
                  </a:lnTo>
                  <a:lnTo>
                    <a:pt x="571" y="546"/>
                  </a:lnTo>
                  <a:lnTo>
                    <a:pt x="591" y="522"/>
                  </a:lnTo>
                  <a:lnTo>
                    <a:pt x="609" y="494"/>
                  </a:lnTo>
                  <a:lnTo>
                    <a:pt x="625" y="466"/>
                  </a:lnTo>
                  <a:lnTo>
                    <a:pt x="637" y="436"/>
                  </a:lnTo>
                  <a:lnTo>
                    <a:pt x="647" y="404"/>
                  </a:lnTo>
                  <a:lnTo>
                    <a:pt x="653" y="370"/>
                  </a:lnTo>
                  <a:lnTo>
                    <a:pt x="655" y="338"/>
                  </a:lnTo>
                  <a:lnTo>
                    <a:pt x="655" y="306"/>
                  </a:lnTo>
                  <a:lnTo>
                    <a:pt x="651" y="274"/>
                  </a:lnTo>
                  <a:lnTo>
                    <a:pt x="645" y="242"/>
                  </a:lnTo>
                  <a:lnTo>
                    <a:pt x="635" y="212"/>
                  </a:lnTo>
                  <a:lnTo>
                    <a:pt x="623" y="184"/>
                  </a:lnTo>
                  <a:lnTo>
                    <a:pt x="607" y="156"/>
                  </a:lnTo>
                  <a:lnTo>
                    <a:pt x="589" y="130"/>
                  </a:lnTo>
                  <a:lnTo>
                    <a:pt x="569" y="106"/>
                  </a:lnTo>
                  <a:lnTo>
                    <a:pt x="547" y="84"/>
                  </a:lnTo>
                  <a:lnTo>
                    <a:pt x="522" y="64"/>
                  </a:lnTo>
                  <a:lnTo>
                    <a:pt x="496" y="46"/>
                  </a:lnTo>
                  <a:lnTo>
                    <a:pt x="468" y="30"/>
                  </a:lnTo>
                  <a:lnTo>
                    <a:pt x="436" y="18"/>
                  </a:lnTo>
                  <a:lnTo>
                    <a:pt x="404" y="8"/>
                  </a:lnTo>
                  <a:close/>
                </a:path>
              </a:pathLst>
            </a:custGeom>
            <a:solidFill>
              <a:srgbClr val="9DCB3B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92" name="Freeform 176"/>
            <p:cNvSpPr/>
            <p:nvPr/>
          </p:nvSpPr>
          <p:spPr>
            <a:xfrm>
              <a:off x="836" y="257"/>
              <a:ext cx="641" cy="640"/>
            </a:xfrm>
            <a:custGeom>
              <a:avLst/>
              <a:gdLst/>
              <a:ahLst/>
              <a:cxnLst>
                <a:cxn ang="0">
                  <a:pos x="396" y="10"/>
                </a:cxn>
                <a:cxn ang="0">
                  <a:pos x="332" y="0"/>
                </a:cxn>
                <a:cxn ang="0">
                  <a:pos x="268" y="6"/>
                </a:cxn>
                <a:cxn ang="0">
                  <a:pos x="208" y="22"/>
                </a:cxn>
                <a:cxn ang="0">
                  <a:pos x="154" y="48"/>
                </a:cxn>
                <a:cxn ang="0">
                  <a:pos x="104" y="86"/>
                </a:cxn>
                <a:cxn ang="0">
                  <a:pos x="62" y="132"/>
                </a:cxn>
                <a:cxn ang="0">
                  <a:pos x="30" y="186"/>
                </a:cxn>
                <a:cxn ang="0">
                  <a:pos x="10" y="246"/>
                </a:cxn>
                <a:cxn ang="0">
                  <a:pos x="4" y="278"/>
                </a:cxn>
                <a:cxn ang="0">
                  <a:pos x="2" y="342"/>
                </a:cxn>
                <a:cxn ang="0">
                  <a:pos x="12" y="404"/>
                </a:cxn>
                <a:cxn ang="0">
                  <a:pos x="34" y="460"/>
                </a:cxn>
                <a:cxn ang="0">
                  <a:pos x="66" y="514"/>
                </a:cxn>
                <a:cxn ang="0">
                  <a:pos x="108" y="558"/>
                </a:cxn>
                <a:cxn ang="0">
                  <a:pos x="158" y="596"/>
                </a:cxn>
                <a:cxn ang="0">
                  <a:pos x="216" y="622"/>
                </a:cxn>
                <a:cxn ang="0">
                  <a:pos x="246" y="632"/>
                </a:cxn>
                <a:cxn ang="0">
                  <a:pos x="310" y="640"/>
                </a:cxn>
                <a:cxn ang="0">
                  <a:pos x="374" y="636"/>
                </a:cxn>
                <a:cxn ang="0">
                  <a:pos x="434" y="620"/>
                </a:cxn>
                <a:cxn ang="0">
                  <a:pos x="488" y="594"/>
                </a:cxn>
                <a:cxn ang="0">
                  <a:pos x="537" y="556"/>
                </a:cxn>
                <a:cxn ang="0">
                  <a:pos x="579" y="510"/>
                </a:cxn>
                <a:cxn ang="0">
                  <a:pos x="611" y="456"/>
                </a:cxn>
                <a:cxn ang="0">
                  <a:pos x="631" y="396"/>
                </a:cxn>
                <a:cxn ang="0">
                  <a:pos x="637" y="364"/>
                </a:cxn>
                <a:cxn ang="0">
                  <a:pos x="639" y="300"/>
                </a:cxn>
                <a:cxn ang="0">
                  <a:pos x="629" y="238"/>
                </a:cxn>
                <a:cxn ang="0">
                  <a:pos x="607" y="180"/>
                </a:cxn>
                <a:cxn ang="0">
                  <a:pos x="575" y="128"/>
                </a:cxn>
                <a:cxn ang="0">
                  <a:pos x="533" y="82"/>
                </a:cxn>
                <a:cxn ang="0">
                  <a:pos x="484" y="46"/>
                </a:cxn>
                <a:cxn ang="0">
                  <a:pos x="428" y="18"/>
                </a:cxn>
                <a:cxn ang="0">
                  <a:pos x="396" y="10"/>
                </a:cxn>
              </a:cxnLst>
              <a:rect l="0" t="0" r="0" b="0"/>
              <a:pathLst>
                <a:path w="641" h="640">
                  <a:moveTo>
                    <a:pt x="396" y="10"/>
                  </a:moveTo>
                  <a:lnTo>
                    <a:pt x="396" y="10"/>
                  </a:lnTo>
                  <a:lnTo>
                    <a:pt x="364" y="4"/>
                  </a:lnTo>
                  <a:lnTo>
                    <a:pt x="332" y="0"/>
                  </a:lnTo>
                  <a:lnTo>
                    <a:pt x="300" y="2"/>
                  </a:lnTo>
                  <a:lnTo>
                    <a:pt x="268" y="6"/>
                  </a:lnTo>
                  <a:lnTo>
                    <a:pt x="238" y="12"/>
                  </a:lnTo>
                  <a:lnTo>
                    <a:pt x="208" y="22"/>
                  </a:lnTo>
                  <a:lnTo>
                    <a:pt x="180" y="34"/>
                  </a:lnTo>
                  <a:lnTo>
                    <a:pt x="154" y="48"/>
                  </a:lnTo>
                  <a:lnTo>
                    <a:pt x="128" y="66"/>
                  </a:lnTo>
                  <a:lnTo>
                    <a:pt x="104" y="86"/>
                  </a:lnTo>
                  <a:lnTo>
                    <a:pt x="82" y="106"/>
                  </a:lnTo>
                  <a:lnTo>
                    <a:pt x="62" y="132"/>
                  </a:lnTo>
                  <a:lnTo>
                    <a:pt x="46" y="158"/>
                  </a:lnTo>
                  <a:lnTo>
                    <a:pt x="30" y="186"/>
                  </a:lnTo>
                  <a:lnTo>
                    <a:pt x="18" y="214"/>
                  </a:lnTo>
                  <a:lnTo>
                    <a:pt x="10" y="246"/>
                  </a:lnTo>
                  <a:lnTo>
                    <a:pt x="4" y="278"/>
                  </a:lnTo>
                  <a:lnTo>
                    <a:pt x="0" y="310"/>
                  </a:lnTo>
                  <a:lnTo>
                    <a:pt x="2" y="342"/>
                  </a:lnTo>
                  <a:lnTo>
                    <a:pt x="4" y="372"/>
                  </a:lnTo>
                  <a:lnTo>
                    <a:pt x="12" y="404"/>
                  </a:lnTo>
                  <a:lnTo>
                    <a:pt x="22" y="432"/>
                  </a:lnTo>
                  <a:lnTo>
                    <a:pt x="34" y="460"/>
                  </a:lnTo>
                  <a:lnTo>
                    <a:pt x="48" y="488"/>
                  </a:lnTo>
                  <a:lnTo>
                    <a:pt x="66" y="514"/>
                  </a:lnTo>
                  <a:lnTo>
                    <a:pt x="86" y="536"/>
                  </a:lnTo>
                  <a:lnTo>
                    <a:pt x="108" y="558"/>
                  </a:lnTo>
                  <a:lnTo>
                    <a:pt x="132" y="578"/>
                  </a:lnTo>
                  <a:lnTo>
                    <a:pt x="158" y="596"/>
                  </a:lnTo>
                  <a:lnTo>
                    <a:pt x="186" y="610"/>
                  </a:lnTo>
                  <a:lnTo>
                    <a:pt x="216" y="622"/>
                  </a:lnTo>
                  <a:lnTo>
                    <a:pt x="246" y="632"/>
                  </a:lnTo>
                  <a:lnTo>
                    <a:pt x="278" y="638"/>
                  </a:lnTo>
                  <a:lnTo>
                    <a:pt x="310" y="640"/>
                  </a:lnTo>
                  <a:lnTo>
                    <a:pt x="342" y="640"/>
                  </a:lnTo>
                  <a:lnTo>
                    <a:pt x="374" y="636"/>
                  </a:lnTo>
                  <a:lnTo>
                    <a:pt x="404" y="630"/>
                  </a:lnTo>
                  <a:lnTo>
                    <a:pt x="434" y="620"/>
                  </a:lnTo>
                  <a:lnTo>
                    <a:pt x="462" y="608"/>
                  </a:lnTo>
                  <a:lnTo>
                    <a:pt x="488" y="594"/>
                  </a:lnTo>
                  <a:lnTo>
                    <a:pt x="514" y="576"/>
                  </a:lnTo>
                  <a:lnTo>
                    <a:pt x="537" y="556"/>
                  </a:lnTo>
                  <a:lnTo>
                    <a:pt x="559" y="534"/>
                  </a:lnTo>
                  <a:lnTo>
                    <a:pt x="579" y="510"/>
                  </a:lnTo>
                  <a:lnTo>
                    <a:pt x="595" y="484"/>
                  </a:lnTo>
                  <a:lnTo>
                    <a:pt x="611" y="456"/>
                  </a:lnTo>
                  <a:lnTo>
                    <a:pt x="623" y="426"/>
                  </a:lnTo>
                  <a:lnTo>
                    <a:pt x="631" y="396"/>
                  </a:lnTo>
                  <a:lnTo>
                    <a:pt x="637" y="364"/>
                  </a:lnTo>
                  <a:lnTo>
                    <a:pt x="641" y="332"/>
                  </a:lnTo>
                  <a:lnTo>
                    <a:pt x="639" y="300"/>
                  </a:lnTo>
                  <a:lnTo>
                    <a:pt x="637" y="268"/>
                  </a:lnTo>
                  <a:lnTo>
                    <a:pt x="629" y="238"/>
                  </a:lnTo>
                  <a:lnTo>
                    <a:pt x="621" y="208"/>
                  </a:lnTo>
                  <a:lnTo>
                    <a:pt x="607" y="180"/>
                  </a:lnTo>
                  <a:lnTo>
                    <a:pt x="593" y="154"/>
                  </a:lnTo>
                  <a:lnTo>
                    <a:pt x="575" y="128"/>
                  </a:lnTo>
                  <a:lnTo>
                    <a:pt x="555" y="104"/>
                  </a:lnTo>
                  <a:lnTo>
                    <a:pt x="533" y="82"/>
                  </a:lnTo>
                  <a:lnTo>
                    <a:pt x="510" y="64"/>
                  </a:lnTo>
                  <a:lnTo>
                    <a:pt x="484" y="46"/>
                  </a:lnTo>
                  <a:lnTo>
                    <a:pt x="456" y="30"/>
                  </a:lnTo>
                  <a:lnTo>
                    <a:pt x="428" y="18"/>
                  </a:lnTo>
                  <a:lnTo>
                    <a:pt x="396" y="10"/>
                  </a:lnTo>
                  <a:close/>
                </a:path>
              </a:pathLst>
            </a:custGeom>
            <a:solidFill>
              <a:srgbClr val="9FCC3B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93" name="Freeform 177"/>
            <p:cNvSpPr/>
            <p:nvPr/>
          </p:nvSpPr>
          <p:spPr>
            <a:xfrm>
              <a:off x="844" y="263"/>
              <a:ext cx="625" cy="624"/>
            </a:xfrm>
            <a:custGeom>
              <a:avLst/>
              <a:gdLst/>
              <a:ahLst/>
              <a:cxnLst>
                <a:cxn ang="0">
                  <a:pos x="386" y="8"/>
                </a:cxn>
                <a:cxn ang="0">
                  <a:pos x="324" y="0"/>
                </a:cxn>
                <a:cxn ang="0">
                  <a:pos x="262" y="4"/>
                </a:cxn>
                <a:cxn ang="0">
                  <a:pos x="204" y="20"/>
                </a:cxn>
                <a:cxn ang="0">
                  <a:pos x="150" y="46"/>
                </a:cxn>
                <a:cxn ang="0">
                  <a:pos x="102" y="82"/>
                </a:cxn>
                <a:cxn ang="0">
                  <a:pos x="62" y="128"/>
                </a:cxn>
                <a:cxn ang="0">
                  <a:pos x="30" y="180"/>
                </a:cxn>
                <a:cxn ang="0">
                  <a:pos x="10" y="240"/>
                </a:cxn>
                <a:cxn ang="0">
                  <a:pos x="4" y="270"/>
                </a:cxn>
                <a:cxn ang="0">
                  <a:pos x="2" y="332"/>
                </a:cxn>
                <a:cxn ang="0">
                  <a:pos x="12" y="392"/>
                </a:cxn>
                <a:cxn ang="0">
                  <a:pos x="32" y="450"/>
                </a:cxn>
                <a:cxn ang="0">
                  <a:pos x="64" y="500"/>
                </a:cxn>
                <a:cxn ang="0">
                  <a:pos x="104" y="544"/>
                </a:cxn>
                <a:cxn ang="0">
                  <a:pos x="154" y="580"/>
                </a:cxn>
                <a:cxn ang="0">
                  <a:pos x="210" y="608"/>
                </a:cxn>
                <a:cxn ang="0">
                  <a:pos x="240" y="616"/>
                </a:cxn>
                <a:cxn ang="0">
                  <a:pos x="304" y="624"/>
                </a:cxn>
                <a:cxn ang="0">
                  <a:pos x="364" y="620"/>
                </a:cxn>
                <a:cxn ang="0">
                  <a:pos x="424" y="604"/>
                </a:cxn>
                <a:cxn ang="0">
                  <a:pos x="478" y="578"/>
                </a:cxn>
                <a:cxn ang="0">
                  <a:pos x="525" y="542"/>
                </a:cxn>
                <a:cxn ang="0">
                  <a:pos x="565" y="498"/>
                </a:cxn>
                <a:cxn ang="0">
                  <a:pos x="597" y="444"/>
                </a:cxn>
                <a:cxn ang="0">
                  <a:pos x="617" y="386"/>
                </a:cxn>
                <a:cxn ang="0">
                  <a:pos x="623" y="354"/>
                </a:cxn>
                <a:cxn ang="0">
                  <a:pos x="625" y="292"/>
                </a:cxn>
                <a:cxn ang="0">
                  <a:pos x="615" y="232"/>
                </a:cxn>
                <a:cxn ang="0">
                  <a:pos x="593" y="176"/>
                </a:cxn>
                <a:cxn ang="0">
                  <a:pos x="563" y="124"/>
                </a:cxn>
                <a:cxn ang="0">
                  <a:pos x="521" y="80"/>
                </a:cxn>
                <a:cxn ang="0">
                  <a:pos x="474" y="44"/>
                </a:cxn>
                <a:cxn ang="0">
                  <a:pos x="418" y="18"/>
                </a:cxn>
                <a:cxn ang="0">
                  <a:pos x="386" y="8"/>
                </a:cxn>
              </a:cxnLst>
              <a:rect l="0" t="0" r="0" b="0"/>
              <a:pathLst>
                <a:path w="625" h="624">
                  <a:moveTo>
                    <a:pt x="386" y="8"/>
                  </a:moveTo>
                  <a:lnTo>
                    <a:pt x="386" y="8"/>
                  </a:lnTo>
                  <a:lnTo>
                    <a:pt x="354" y="2"/>
                  </a:lnTo>
                  <a:lnTo>
                    <a:pt x="324" y="0"/>
                  </a:lnTo>
                  <a:lnTo>
                    <a:pt x="292" y="0"/>
                  </a:lnTo>
                  <a:lnTo>
                    <a:pt x="262" y="4"/>
                  </a:lnTo>
                  <a:lnTo>
                    <a:pt x="232" y="10"/>
                  </a:lnTo>
                  <a:lnTo>
                    <a:pt x="204" y="20"/>
                  </a:lnTo>
                  <a:lnTo>
                    <a:pt x="176" y="32"/>
                  </a:lnTo>
                  <a:lnTo>
                    <a:pt x="150" y="46"/>
                  </a:lnTo>
                  <a:lnTo>
                    <a:pt x="126" y="64"/>
                  </a:lnTo>
                  <a:lnTo>
                    <a:pt x="102" y="82"/>
                  </a:lnTo>
                  <a:lnTo>
                    <a:pt x="80" y="104"/>
                  </a:lnTo>
                  <a:lnTo>
                    <a:pt x="62" y="128"/>
                  </a:lnTo>
                  <a:lnTo>
                    <a:pt x="44" y="152"/>
                  </a:lnTo>
                  <a:lnTo>
                    <a:pt x="30" y="180"/>
                  </a:lnTo>
                  <a:lnTo>
                    <a:pt x="18" y="208"/>
                  </a:lnTo>
                  <a:lnTo>
                    <a:pt x="10" y="240"/>
                  </a:lnTo>
                  <a:lnTo>
                    <a:pt x="4" y="270"/>
                  </a:lnTo>
                  <a:lnTo>
                    <a:pt x="0" y="302"/>
                  </a:lnTo>
                  <a:lnTo>
                    <a:pt x="2" y="332"/>
                  </a:lnTo>
                  <a:lnTo>
                    <a:pt x="4" y="364"/>
                  </a:lnTo>
                  <a:lnTo>
                    <a:pt x="12" y="392"/>
                  </a:lnTo>
                  <a:lnTo>
                    <a:pt x="20" y="422"/>
                  </a:lnTo>
                  <a:lnTo>
                    <a:pt x="32" y="450"/>
                  </a:lnTo>
                  <a:lnTo>
                    <a:pt x="48" y="476"/>
                  </a:lnTo>
                  <a:lnTo>
                    <a:pt x="64" y="500"/>
                  </a:lnTo>
                  <a:lnTo>
                    <a:pt x="84" y="524"/>
                  </a:lnTo>
                  <a:lnTo>
                    <a:pt x="104" y="544"/>
                  </a:lnTo>
                  <a:lnTo>
                    <a:pt x="128" y="564"/>
                  </a:lnTo>
                  <a:lnTo>
                    <a:pt x="154" y="580"/>
                  </a:lnTo>
                  <a:lnTo>
                    <a:pt x="182" y="596"/>
                  </a:lnTo>
                  <a:lnTo>
                    <a:pt x="210" y="608"/>
                  </a:lnTo>
                  <a:lnTo>
                    <a:pt x="240" y="616"/>
                  </a:lnTo>
                  <a:lnTo>
                    <a:pt x="272" y="622"/>
                  </a:lnTo>
                  <a:lnTo>
                    <a:pt x="304" y="624"/>
                  </a:lnTo>
                  <a:lnTo>
                    <a:pt x="334" y="624"/>
                  </a:lnTo>
                  <a:lnTo>
                    <a:pt x="364" y="620"/>
                  </a:lnTo>
                  <a:lnTo>
                    <a:pt x="394" y="614"/>
                  </a:lnTo>
                  <a:lnTo>
                    <a:pt x="424" y="604"/>
                  </a:lnTo>
                  <a:lnTo>
                    <a:pt x="450" y="592"/>
                  </a:lnTo>
                  <a:lnTo>
                    <a:pt x="478" y="578"/>
                  </a:lnTo>
                  <a:lnTo>
                    <a:pt x="502" y="562"/>
                  </a:lnTo>
                  <a:lnTo>
                    <a:pt x="525" y="542"/>
                  </a:lnTo>
                  <a:lnTo>
                    <a:pt x="545" y="522"/>
                  </a:lnTo>
                  <a:lnTo>
                    <a:pt x="565" y="498"/>
                  </a:lnTo>
                  <a:lnTo>
                    <a:pt x="581" y="472"/>
                  </a:lnTo>
                  <a:lnTo>
                    <a:pt x="597" y="444"/>
                  </a:lnTo>
                  <a:lnTo>
                    <a:pt x="607" y="416"/>
                  </a:lnTo>
                  <a:lnTo>
                    <a:pt x="617" y="386"/>
                  </a:lnTo>
                  <a:lnTo>
                    <a:pt x="623" y="354"/>
                  </a:lnTo>
                  <a:lnTo>
                    <a:pt x="625" y="322"/>
                  </a:lnTo>
                  <a:lnTo>
                    <a:pt x="625" y="292"/>
                  </a:lnTo>
                  <a:lnTo>
                    <a:pt x="621" y="262"/>
                  </a:lnTo>
                  <a:lnTo>
                    <a:pt x="615" y="232"/>
                  </a:lnTo>
                  <a:lnTo>
                    <a:pt x="605" y="204"/>
                  </a:lnTo>
                  <a:lnTo>
                    <a:pt x="593" y="176"/>
                  </a:lnTo>
                  <a:lnTo>
                    <a:pt x="579" y="150"/>
                  </a:lnTo>
                  <a:lnTo>
                    <a:pt x="563" y="124"/>
                  </a:lnTo>
                  <a:lnTo>
                    <a:pt x="543" y="102"/>
                  </a:lnTo>
                  <a:lnTo>
                    <a:pt x="521" y="80"/>
                  </a:lnTo>
                  <a:lnTo>
                    <a:pt x="498" y="60"/>
                  </a:lnTo>
                  <a:lnTo>
                    <a:pt x="474" y="44"/>
                  </a:lnTo>
                  <a:lnTo>
                    <a:pt x="446" y="30"/>
                  </a:lnTo>
                  <a:lnTo>
                    <a:pt x="418" y="18"/>
                  </a:lnTo>
                  <a:lnTo>
                    <a:pt x="386" y="8"/>
                  </a:lnTo>
                  <a:close/>
                </a:path>
              </a:pathLst>
            </a:custGeom>
            <a:solidFill>
              <a:srgbClr val="A1CD3A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94" name="Freeform 178"/>
            <p:cNvSpPr/>
            <p:nvPr/>
          </p:nvSpPr>
          <p:spPr>
            <a:xfrm>
              <a:off x="854" y="269"/>
              <a:ext cx="609" cy="608"/>
            </a:xfrm>
            <a:custGeom>
              <a:avLst/>
              <a:gdLst/>
              <a:ahLst/>
              <a:cxnLst>
                <a:cxn ang="0">
                  <a:pos x="376" y="8"/>
                </a:cxn>
                <a:cxn ang="0">
                  <a:pos x="314" y="0"/>
                </a:cxn>
                <a:cxn ang="0">
                  <a:pos x="254" y="4"/>
                </a:cxn>
                <a:cxn ang="0">
                  <a:pos x="198" y="18"/>
                </a:cxn>
                <a:cxn ang="0">
                  <a:pos x="144" y="44"/>
                </a:cxn>
                <a:cxn ang="0">
                  <a:pos x="98" y="80"/>
                </a:cxn>
                <a:cxn ang="0">
                  <a:pos x="58" y="124"/>
                </a:cxn>
                <a:cxn ang="0">
                  <a:pos x="28" y="174"/>
                </a:cxn>
                <a:cxn ang="0">
                  <a:pos x="8" y="232"/>
                </a:cxn>
                <a:cxn ang="0">
                  <a:pos x="2" y="264"/>
                </a:cxn>
                <a:cxn ang="0">
                  <a:pos x="0" y="324"/>
                </a:cxn>
                <a:cxn ang="0">
                  <a:pos x="10" y="382"/>
                </a:cxn>
                <a:cxn ang="0">
                  <a:pos x="30" y="438"/>
                </a:cxn>
                <a:cxn ang="0">
                  <a:pos x="60" y="488"/>
                </a:cxn>
                <a:cxn ang="0">
                  <a:pos x="100" y="530"/>
                </a:cxn>
                <a:cxn ang="0">
                  <a:pos x="148" y="566"/>
                </a:cxn>
                <a:cxn ang="0">
                  <a:pos x="204" y="592"/>
                </a:cxn>
                <a:cxn ang="0">
                  <a:pos x="234" y="600"/>
                </a:cxn>
                <a:cxn ang="0">
                  <a:pos x="294" y="608"/>
                </a:cxn>
                <a:cxn ang="0">
                  <a:pos x="354" y="604"/>
                </a:cxn>
                <a:cxn ang="0">
                  <a:pos x="412" y="590"/>
                </a:cxn>
                <a:cxn ang="0">
                  <a:pos x="464" y="564"/>
                </a:cxn>
                <a:cxn ang="0">
                  <a:pos x="509" y="528"/>
                </a:cxn>
                <a:cxn ang="0">
                  <a:pos x="549" y="484"/>
                </a:cxn>
                <a:cxn ang="0">
                  <a:pos x="579" y="434"/>
                </a:cxn>
                <a:cxn ang="0">
                  <a:pos x="601" y="376"/>
                </a:cxn>
                <a:cxn ang="0">
                  <a:pos x="605" y="344"/>
                </a:cxn>
                <a:cxn ang="0">
                  <a:pos x="607" y="284"/>
                </a:cxn>
                <a:cxn ang="0">
                  <a:pos x="599" y="226"/>
                </a:cxn>
                <a:cxn ang="0">
                  <a:pos x="577" y="170"/>
                </a:cxn>
                <a:cxn ang="0">
                  <a:pos x="547" y="120"/>
                </a:cxn>
                <a:cxn ang="0">
                  <a:pos x="507" y="78"/>
                </a:cxn>
                <a:cxn ang="0">
                  <a:pos x="460" y="42"/>
                </a:cxn>
                <a:cxn ang="0">
                  <a:pos x="406" y="16"/>
                </a:cxn>
                <a:cxn ang="0">
                  <a:pos x="376" y="8"/>
                </a:cxn>
              </a:cxnLst>
              <a:rect l="0" t="0" r="0" b="0"/>
              <a:pathLst>
                <a:path w="609" h="608">
                  <a:moveTo>
                    <a:pt x="376" y="8"/>
                  </a:moveTo>
                  <a:lnTo>
                    <a:pt x="376" y="8"/>
                  </a:lnTo>
                  <a:lnTo>
                    <a:pt x="344" y="2"/>
                  </a:lnTo>
                  <a:lnTo>
                    <a:pt x="314" y="0"/>
                  </a:lnTo>
                  <a:lnTo>
                    <a:pt x="284" y="0"/>
                  </a:lnTo>
                  <a:lnTo>
                    <a:pt x="254" y="4"/>
                  </a:lnTo>
                  <a:lnTo>
                    <a:pt x="226" y="10"/>
                  </a:lnTo>
                  <a:lnTo>
                    <a:pt x="198" y="18"/>
                  </a:lnTo>
                  <a:lnTo>
                    <a:pt x="170" y="30"/>
                  </a:lnTo>
                  <a:lnTo>
                    <a:pt x="144" y="44"/>
                  </a:lnTo>
                  <a:lnTo>
                    <a:pt x="120" y="60"/>
                  </a:lnTo>
                  <a:lnTo>
                    <a:pt x="98" y="80"/>
                  </a:lnTo>
                  <a:lnTo>
                    <a:pt x="76" y="100"/>
                  </a:lnTo>
                  <a:lnTo>
                    <a:pt x="58" y="124"/>
                  </a:lnTo>
                  <a:lnTo>
                    <a:pt x="42" y="148"/>
                  </a:lnTo>
                  <a:lnTo>
                    <a:pt x="28" y="174"/>
                  </a:lnTo>
                  <a:lnTo>
                    <a:pt x="16" y="202"/>
                  </a:lnTo>
                  <a:lnTo>
                    <a:pt x="8" y="232"/>
                  </a:lnTo>
                  <a:lnTo>
                    <a:pt x="2" y="264"/>
                  </a:lnTo>
                  <a:lnTo>
                    <a:pt x="0" y="294"/>
                  </a:lnTo>
                  <a:lnTo>
                    <a:pt x="0" y="324"/>
                  </a:lnTo>
                  <a:lnTo>
                    <a:pt x="4" y="354"/>
                  </a:lnTo>
                  <a:lnTo>
                    <a:pt x="10" y="382"/>
                  </a:lnTo>
                  <a:lnTo>
                    <a:pt x="18" y="410"/>
                  </a:lnTo>
                  <a:lnTo>
                    <a:pt x="30" y="438"/>
                  </a:lnTo>
                  <a:lnTo>
                    <a:pt x="44" y="464"/>
                  </a:lnTo>
                  <a:lnTo>
                    <a:pt x="60" y="488"/>
                  </a:lnTo>
                  <a:lnTo>
                    <a:pt x="80" y="510"/>
                  </a:lnTo>
                  <a:lnTo>
                    <a:pt x="100" y="530"/>
                  </a:lnTo>
                  <a:lnTo>
                    <a:pt x="124" y="550"/>
                  </a:lnTo>
                  <a:lnTo>
                    <a:pt x="148" y="566"/>
                  </a:lnTo>
                  <a:lnTo>
                    <a:pt x="174" y="580"/>
                  </a:lnTo>
                  <a:lnTo>
                    <a:pt x="204" y="592"/>
                  </a:lnTo>
                  <a:lnTo>
                    <a:pt x="234" y="600"/>
                  </a:lnTo>
                  <a:lnTo>
                    <a:pt x="264" y="606"/>
                  </a:lnTo>
                  <a:lnTo>
                    <a:pt x="294" y="608"/>
                  </a:lnTo>
                  <a:lnTo>
                    <a:pt x="324" y="608"/>
                  </a:lnTo>
                  <a:lnTo>
                    <a:pt x="354" y="604"/>
                  </a:lnTo>
                  <a:lnTo>
                    <a:pt x="384" y="598"/>
                  </a:lnTo>
                  <a:lnTo>
                    <a:pt x="412" y="590"/>
                  </a:lnTo>
                  <a:lnTo>
                    <a:pt x="438" y="578"/>
                  </a:lnTo>
                  <a:lnTo>
                    <a:pt x="464" y="564"/>
                  </a:lnTo>
                  <a:lnTo>
                    <a:pt x="488" y="548"/>
                  </a:lnTo>
                  <a:lnTo>
                    <a:pt x="509" y="528"/>
                  </a:lnTo>
                  <a:lnTo>
                    <a:pt x="531" y="508"/>
                  </a:lnTo>
                  <a:lnTo>
                    <a:pt x="549" y="484"/>
                  </a:lnTo>
                  <a:lnTo>
                    <a:pt x="565" y="460"/>
                  </a:lnTo>
                  <a:lnTo>
                    <a:pt x="579" y="434"/>
                  </a:lnTo>
                  <a:lnTo>
                    <a:pt x="591" y="404"/>
                  </a:lnTo>
                  <a:lnTo>
                    <a:pt x="601" y="376"/>
                  </a:lnTo>
                  <a:lnTo>
                    <a:pt x="605" y="344"/>
                  </a:lnTo>
                  <a:lnTo>
                    <a:pt x="609" y="314"/>
                  </a:lnTo>
                  <a:lnTo>
                    <a:pt x="607" y="284"/>
                  </a:lnTo>
                  <a:lnTo>
                    <a:pt x="605" y="254"/>
                  </a:lnTo>
                  <a:lnTo>
                    <a:pt x="599" y="226"/>
                  </a:lnTo>
                  <a:lnTo>
                    <a:pt x="589" y="198"/>
                  </a:lnTo>
                  <a:lnTo>
                    <a:pt x="577" y="170"/>
                  </a:lnTo>
                  <a:lnTo>
                    <a:pt x="563" y="144"/>
                  </a:lnTo>
                  <a:lnTo>
                    <a:pt x="547" y="120"/>
                  </a:lnTo>
                  <a:lnTo>
                    <a:pt x="527" y="98"/>
                  </a:lnTo>
                  <a:lnTo>
                    <a:pt x="507" y="78"/>
                  </a:lnTo>
                  <a:lnTo>
                    <a:pt x="486" y="58"/>
                  </a:lnTo>
                  <a:lnTo>
                    <a:pt x="460" y="42"/>
                  </a:lnTo>
                  <a:lnTo>
                    <a:pt x="434" y="28"/>
                  </a:lnTo>
                  <a:lnTo>
                    <a:pt x="406" y="16"/>
                  </a:lnTo>
                  <a:lnTo>
                    <a:pt x="376" y="8"/>
                  </a:lnTo>
                  <a:close/>
                </a:path>
              </a:pathLst>
            </a:custGeom>
            <a:solidFill>
              <a:srgbClr val="A3CD3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95" name="Freeform 179"/>
            <p:cNvSpPr/>
            <p:nvPr/>
          </p:nvSpPr>
          <p:spPr>
            <a:xfrm>
              <a:off x="862" y="273"/>
              <a:ext cx="593" cy="594"/>
            </a:xfrm>
            <a:custGeom>
              <a:avLst/>
              <a:gdLst/>
              <a:ahLst/>
              <a:cxnLst>
                <a:cxn ang="0">
                  <a:pos x="366" y="8"/>
                </a:cxn>
                <a:cxn ang="0">
                  <a:pos x="306" y="0"/>
                </a:cxn>
                <a:cxn ang="0">
                  <a:pos x="248" y="4"/>
                </a:cxn>
                <a:cxn ang="0">
                  <a:pos x="192" y="20"/>
                </a:cxn>
                <a:cxn ang="0">
                  <a:pos x="142" y="44"/>
                </a:cxn>
                <a:cxn ang="0">
                  <a:pos x="96" y="78"/>
                </a:cxn>
                <a:cxn ang="0">
                  <a:pos x="56" y="122"/>
                </a:cxn>
                <a:cxn ang="0">
                  <a:pos x="28" y="172"/>
                </a:cxn>
                <a:cxn ang="0">
                  <a:pos x="8" y="228"/>
                </a:cxn>
                <a:cxn ang="0">
                  <a:pos x="2" y="258"/>
                </a:cxn>
                <a:cxn ang="0">
                  <a:pos x="0" y="318"/>
                </a:cxn>
                <a:cxn ang="0">
                  <a:pos x="10" y="374"/>
                </a:cxn>
                <a:cxn ang="0">
                  <a:pos x="30" y="428"/>
                </a:cxn>
                <a:cxn ang="0">
                  <a:pos x="60" y="476"/>
                </a:cxn>
                <a:cxn ang="0">
                  <a:pos x="98" y="518"/>
                </a:cxn>
                <a:cxn ang="0">
                  <a:pos x="144" y="552"/>
                </a:cxn>
                <a:cxn ang="0">
                  <a:pos x="198" y="578"/>
                </a:cxn>
                <a:cxn ang="0">
                  <a:pos x="228" y="586"/>
                </a:cxn>
                <a:cxn ang="0">
                  <a:pos x="288" y="594"/>
                </a:cxn>
                <a:cxn ang="0">
                  <a:pos x="346" y="590"/>
                </a:cxn>
                <a:cxn ang="0">
                  <a:pos x="402" y="576"/>
                </a:cxn>
                <a:cxn ang="0">
                  <a:pos x="452" y="550"/>
                </a:cxn>
                <a:cxn ang="0">
                  <a:pos x="497" y="516"/>
                </a:cxn>
                <a:cxn ang="0">
                  <a:pos x="535" y="474"/>
                </a:cxn>
                <a:cxn ang="0">
                  <a:pos x="565" y="424"/>
                </a:cxn>
                <a:cxn ang="0">
                  <a:pos x="585" y="366"/>
                </a:cxn>
                <a:cxn ang="0">
                  <a:pos x="591" y="338"/>
                </a:cxn>
                <a:cxn ang="0">
                  <a:pos x="593" y="278"/>
                </a:cxn>
                <a:cxn ang="0">
                  <a:pos x="583" y="220"/>
                </a:cxn>
                <a:cxn ang="0">
                  <a:pos x="563" y="168"/>
                </a:cxn>
                <a:cxn ang="0">
                  <a:pos x="533" y="118"/>
                </a:cxn>
                <a:cxn ang="0">
                  <a:pos x="495" y="76"/>
                </a:cxn>
                <a:cxn ang="0">
                  <a:pos x="448" y="42"/>
                </a:cxn>
                <a:cxn ang="0">
                  <a:pos x="396" y="18"/>
                </a:cxn>
                <a:cxn ang="0">
                  <a:pos x="366" y="8"/>
                </a:cxn>
              </a:cxnLst>
              <a:rect l="0" t="0" r="0" b="0"/>
              <a:pathLst>
                <a:path w="593" h="594">
                  <a:moveTo>
                    <a:pt x="366" y="8"/>
                  </a:moveTo>
                  <a:lnTo>
                    <a:pt x="366" y="8"/>
                  </a:lnTo>
                  <a:lnTo>
                    <a:pt x="336" y="2"/>
                  </a:lnTo>
                  <a:lnTo>
                    <a:pt x="306" y="0"/>
                  </a:lnTo>
                  <a:lnTo>
                    <a:pt x="276" y="0"/>
                  </a:lnTo>
                  <a:lnTo>
                    <a:pt x="248" y="4"/>
                  </a:lnTo>
                  <a:lnTo>
                    <a:pt x="220" y="10"/>
                  </a:lnTo>
                  <a:lnTo>
                    <a:pt x="192" y="20"/>
                  </a:lnTo>
                  <a:lnTo>
                    <a:pt x="166" y="30"/>
                  </a:lnTo>
                  <a:lnTo>
                    <a:pt x="142" y="44"/>
                  </a:lnTo>
                  <a:lnTo>
                    <a:pt x="118" y="60"/>
                  </a:lnTo>
                  <a:lnTo>
                    <a:pt x="96" y="78"/>
                  </a:lnTo>
                  <a:lnTo>
                    <a:pt x="76" y="98"/>
                  </a:lnTo>
                  <a:lnTo>
                    <a:pt x="56" y="122"/>
                  </a:lnTo>
                  <a:lnTo>
                    <a:pt x="40" y="146"/>
                  </a:lnTo>
                  <a:lnTo>
                    <a:pt x="28" y="172"/>
                  </a:lnTo>
                  <a:lnTo>
                    <a:pt x="16" y="198"/>
                  </a:lnTo>
                  <a:lnTo>
                    <a:pt x="8" y="228"/>
                  </a:lnTo>
                  <a:lnTo>
                    <a:pt x="2" y="258"/>
                  </a:lnTo>
                  <a:lnTo>
                    <a:pt x="0" y="288"/>
                  </a:lnTo>
                  <a:lnTo>
                    <a:pt x="0" y="318"/>
                  </a:lnTo>
                  <a:lnTo>
                    <a:pt x="4" y="346"/>
                  </a:lnTo>
                  <a:lnTo>
                    <a:pt x="10" y="374"/>
                  </a:lnTo>
                  <a:lnTo>
                    <a:pt x="18" y="402"/>
                  </a:lnTo>
                  <a:lnTo>
                    <a:pt x="30" y="428"/>
                  </a:lnTo>
                  <a:lnTo>
                    <a:pt x="44" y="452"/>
                  </a:lnTo>
                  <a:lnTo>
                    <a:pt x="60" y="476"/>
                  </a:lnTo>
                  <a:lnTo>
                    <a:pt x="78" y="498"/>
                  </a:lnTo>
                  <a:lnTo>
                    <a:pt x="98" y="518"/>
                  </a:lnTo>
                  <a:lnTo>
                    <a:pt x="120" y="536"/>
                  </a:lnTo>
                  <a:lnTo>
                    <a:pt x="144" y="552"/>
                  </a:lnTo>
                  <a:lnTo>
                    <a:pt x="170" y="566"/>
                  </a:lnTo>
                  <a:lnTo>
                    <a:pt x="198" y="578"/>
                  </a:lnTo>
                  <a:lnTo>
                    <a:pt x="228" y="586"/>
                  </a:lnTo>
                  <a:lnTo>
                    <a:pt x="258" y="592"/>
                  </a:lnTo>
                  <a:lnTo>
                    <a:pt x="288" y="594"/>
                  </a:lnTo>
                  <a:lnTo>
                    <a:pt x="316" y="594"/>
                  </a:lnTo>
                  <a:lnTo>
                    <a:pt x="346" y="590"/>
                  </a:lnTo>
                  <a:lnTo>
                    <a:pt x="374" y="584"/>
                  </a:lnTo>
                  <a:lnTo>
                    <a:pt x="402" y="576"/>
                  </a:lnTo>
                  <a:lnTo>
                    <a:pt x="428" y="564"/>
                  </a:lnTo>
                  <a:lnTo>
                    <a:pt x="452" y="550"/>
                  </a:lnTo>
                  <a:lnTo>
                    <a:pt x="476" y="534"/>
                  </a:lnTo>
                  <a:lnTo>
                    <a:pt x="497" y="516"/>
                  </a:lnTo>
                  <a:lnTo>
                    <a:pt x="517" y="496"/>
                  </a:lnTo>
                  <a:lnTo>
                    <a:pt x="535" y="474"/>
                  </a:lnTo>
                  <a:lnTo>
                    <a:pt x="551" y="450"/>
                  </a:lnTo>
                  <a:lnTo>
                    <a:pt x="565" y="424"/>
                  </a:lnTo>
                  <a:lnTo>
                    <a:pt x="577" y="396"/>
                  </a:lnTo>
                  <a:lnTo>
                    <a:pt x="585" y="366"/>
                  </a:lnTo>
                  <a:lnTo>
                    <a:pt x="591" y="338"/>
                  </a:lnTo>
                  <a:lnTo>
                    <a:pt x="593" y="308"/>
                  </a:lnTo>
                  <a:lnTo>
                    <a:pt x="593" y="278"/>
                  </a:lnTo>
                  <a:lnTo>
                    <a:pt x="589" y="250"/>
                  </a:lnTo>
                  <a:lnTo>
                    <a:pt x="583" y="220"/>
                  </a:lnTo>
                  <a:lnTo>
                    <a:pt x="575" y="194"/>
                  </a:lnTo>
                  <a:lnTo>
                    <a:pt x="563" y="168"/>
                  </a:lnTo>
                  <a:lnTo>
                    <a:pt x="549" y="142"/>
                  </a:lnTo>
                  <a:lnTo>
                    <a:pt x="533" y="118"/>
                  </a:lnTo>
                  <a:lnTo>
                    <a:pt x="515" y="96"/>
                  </a:lnTo>
                  <a:lnTo>
                    <a:pt x="495" y="76"/>
                  </a:lnTo>
                  <a:lnTo>
                    <a:pt x="474" y="58"/>
                  </a:lnTo>
                  <a:lnTo>
                    <a:pt x="448" y="42"/>
                  </a:lnTo>
                  <a:lnTo>
                    <a:pt x="422" y="28"/>
                  </a:lnTo>
                  <a:lnTo>
                    <a:pt x="396" y="18"/>
                  </a:lnTo>
                  <a:lnTo>
                    <a:pt x="366" y="8"/>
                  </a:lnTo>
                  <a:close/>
                </a:path>
              </a:pathLst>
            </a:custGeom>
            <a:solidFill>
              <a:srgbClr val="A5CE3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96" name="Freeform 180"/>
            <p:cNvSpPr/>
            <p:nvPr/>
          </p:nvSpPr>
          <p:spPr>
            <a:xfrm>
              <a:off x="870" y="279"/>
              <a:ext cx="579" cy="578"/>
            </a:xfrm>
            <a:custGeom>
              <a:avLst/>
              <a:gdLst/>
              <a:ahLst/>
              <a:cxnLst>
                <a:cxn ang="0">
                  <a:pos x="356" y="8"/>
                </a:cxn>
                <a:cxn ang="0">
                  <a:pos x="298" y="0"/>
                </a:cxn>
                <a:cxn ang="0">
                  <a:pos x="242" y="4"/>
                </a:cxn>
                <a:cxn ang="0">
                  <a:pos x="188" y="18"/>
                </a:cxn>
                <a:cxn ang="0">
                  <a:pos x="138" y="42"/>
                </a:cxn>
                <a:cxn ang="0">
                  <a:pos x="94" y="76"/>
                </a:cxn>
                <a:cxn ang="0">
                  <a:pos x="56" y="118"/>
                </a:cxn>
                <a:cxn ang="0">
                  <a:pos x="26" y="166"/>
                </a:cxn>
                <a:cxn ang="0">
                  <a:pos x="8" y="222"/>
                </a:cxn>
                <a:cxn ang="0">
                  <a:pos x="2" y="250"/>
                </a:cxn>
                <a:cxn ang="0">
                  <a:pos x="0" y="308"/>
                </a:cxn>
                <a:cxn ang="0">
                  <a:pos x="10" y="364"/>
                </a:cxn>
                <a:cxn ang="0">
                  <a:pos x="28" y="416"/>
                </a:cxn>
                <a:cxn ang="0">
                  <a:pos x="58" y="464"/>
                </a:cxn>
                <a:cxn ang="0">
                  <a:pos x="96" y="504"/>
                </a:cxn>
                <a:cxn ang="0">
                  <a:pos x="142" y="538"/>
                </a:cxn>
                <a:cxn ang="0">
                  <a:pos x="194" y="562"/>
                </a:cxn>
                <a:cxn ang="0">
                  <a:pos x="222" y="570"/>
                </a:cxn>
                <a:cxn ang="0">
                  <a:pos x="280" y="578"/>
                </a:cxn>
                <a:cxn ang="0">
                  <a:pos x="336" y="574"/>
                </a:cxn>
                <a:cxn ang="0">
                  <a:pos x="392" y="560"/>
                </a:cxn>
                <a:cxn ang="0">
                  <a:pos x="442" y="536"/>
                </a:cxn>
                <a:cxn ang="0">
                  <a:pos x="485" y="502"/>
                </a:cxn>
                <a:cxn ang="0">
                  <a:pos x="523" y="460"/>
                </a:cxn>
                <a:cxn ang="0">
                  <a:pos x="551" y="412"/>
                </a:cxn>
                <a:cxn ang="0">
                  <a:pos x="571" y="356"/>
                </a:cxn>
                <a:cxn ang="0">
                  <a:pos x="575" y="328"/>
                </a:cxn>
                <a:cxn ang="0">
                  <a:pos x="577" y="270"/>
                </a:cxn>
                <a:cxn ang="0">
                  <a:pos x="569" y="214"/>
                </a:cxn>
                <a:cxn ang="0">
                  <a:pos x="549" y="162"/>
                </a:cxn>
                <a:cxn ang="0">
                  <a:pos x="519" y="114"/>
                </a:cxn>
                <a:cxn ang="0">
                  <a:pos x="481" y="74"/>
                </a:cxn>
                <a:cxn ang="0">
                  <a:pos x="438" y="40"/>
                </a:cxn>
                <a:cxn ang="0">
                  <a:pos x="386" y="16"/>
                </a:cxn>
                <a:cxn ang="0">
                  <a:pos x="356" y="8"/>
                </a:cxn>
              </a:cxnLst>
              <a:rect l="0" t="0" r="0" b="0"/>
              <a:pathLst>
                <a:path w="579" h="578">
                  <a:moveTo>
                    <a:pt x="356" y="8"/>
                  </a:moveTo>
                  <a:lnTo>
                    <a:pt x="356" y="8"/>
                  </a:lnTo>
                  <a:lnTo>
                    <a:pt x="328" y="2"/>
                  </a:lnTo>
                  <a:lnTo>
                    <a:pt x="298" y="0"/>
                  </a:lnTo>
                  <a:lnTo>
                    <a:pt x="270" y="0"/>
                  </a:lnTo>
                  <a:lnTo>
                    <a:pt x="242" y="4"/>
                  </a:lnTo>
                  <a:lnTo>
                    <a:pt x="214" y="10"/>
                  </a:lnTo>
                  <a:lnTo>
                    <a:pt x="188" y="18"/>
                  </a:lnTo>
                  <a:lnTo>
                    <a:pt x="162" y="28"/>
                  </a:lnTo>
                  <a:lnTo>
                    <a:pt x="138" y="42"/>
                  </a:lnTo>
                  <a:lnTo>
                    <a:pt x="114" y="58"/>
                  </a:lnTo>
                  <a:lnTo>
                    <a:pt x="94" y="76"/>
                  </a:lnTo>
                  <a:lnTo>
                    <a:pt x="74" y="96"/>
                  </a:lnTo>
                  <a:lnTo>
                    <a:pt x="56" y="118"/>
                  </a:lnTo>
                  <a:lnTo>
                    <a:pt x="40" y="140"/>
                  </a:lnTo>
                  <a:lnTo>
                    <a:pt x="26" y="166"/>
                  </a:lnTo>
                  <a:lnTo>
                    <a:pt x="16" y="194"/>
                  </a:lnTo>
                  <a:lnTo>
                    <a:pt x="8" y="222"/>
                  </a:lnTo>
                  <a:lnTo>
                    <a:pt x="2" y="250"/>
                  </a:lnTo>
                  <a:lnTo>
                    <a:pt x="0" y="280"/>
                  </a:lnTo>
                  <a:lnTo>
                    <a:pt x="0" y="308"/>
                  </a:lnTo>
                  <a:lnTo>
                    <a:pt x="4" y="336"/>
                  </a:lnTo>
                  <a:lnTo>
                    <a:pt x="10" y="364"/>
                  </a:lnTo>
                  <a:lnTo>
                    <a:pt x="18" y="390"/>
                  </a:lnTo>
                  <a:lnTo>
                    <a:pt x="28" y="416"/>
                  </a:lnTo>
                  <a:lnTo>
                    <a:pt x="42" y="440"/>
                  </a:lnTo>
                  <a:lnTo>
                    <a:pt x="58" y="464"/>
                  </a:lnTo>
                  <a:lnTo>
                    <a:pt x="76" y="484"/>
                  </a:lnTo>
                  <a:lnTo>
                    <a:pt x="96" y="504"/>
                  </a:lnTo>
                  <a:lnTo>
                    <a:pt x="118" y="522"/>
                  </a:lnTo>
                  <a:lnTo>
                    <a:pt x="142" y="538"/>
                  </a:lnTo>
                  <a:lnTo>
                    <a:pt x="166" y="552"/>
                  </a:lnTo>
                  <a:lnTo>
                    <a:pt x="194" y="562"/>
                  </a:lnTo>
                  <a:lnTo>
                    <a:pt x="222" y="570"/>
                  </a:lnTo>
                  <a:lnTo>
                    <a:pt x="252" y="576"/>
                  </a:lnTo>
                  <a:lnTo>
                    <a:pt x="280" y="578"/>
                  </a:lnTo>
                  <a:lnTo>
                    <a:pt x="308" y="578"/>
                  </a:lnTo>
                  <a:lnTo>
                    <a:pt x="336" y="574"/>
                  </a:lnTo>
                  <a:lnTo>
                    <a:pt x="364" y="568"/>
                  </a:lnTo>
                  <a:lnTo>
                    <a:pt x="392" y="560"/>
                  </a:lnTo>
                  <a:lnTo>
                    <a:pt x="416" y="550"/>
                  </a:lnTo>
                  <a:lnTo>
                    <a:pt x="442" y="536"/>
                  </a:lnTo>
                  <a:lnTo>
                    <a:pt x="464" y="520"/>
                  </a:lnTo>
                  <a:lnTo>
                    <a:pt x="485" y="502"/>
                  </a:lnTo>
                  <a:lnTo>
                    <a:pt x="505" y="482"/>
                  </a:lnTo>
                  <a:lnTo>
                    <a:pt x="523" y="460"/>
                  </a:lnTo>
                  <a:lnTo>
                    <a:pt x="537" y="438"/>
                  </a:lnTo>
                  <a:lnTo>
                    <a:pt x="551" y="412"/>
                  </a:lnTo>
                  <a:lnTo>
                    <a:pt x="563" y="386"/>
                  </a:lnTo>
                  <a:lnTo>
                    <a:pt x="571" y="356"/>
                  </a:lnTo>
                  <a:lnTo>
                    <a:pt x="575" y="328"/>
                  </a:lnTo>
                  <a:lnTo>
                    <a:pt x="579" y="298"/>
                  </a:lnTo>
                  <a:lnTo>
                    <a:pt x="577" y="270"/>
                  </a:lnTo>
                  <a:lnTo>
                    <a:pt x="575" y="242"/>
                  </a:lnTo>
                  <a:lnTo>
                    <a:pt x="569" y="214"/>
                  </a:lnTo>
                  <a:lnTo>
                    <a:pt x="559" y="188"/>
                  </a:lnTo>
                  <a:lnTo>
                    <a:pt x="549" y="162"/>
                  </a:lnTo>
                  <a:lnTo>
                    <a:pt x="535" y="138"/>
                  </a:lnTo>
                  <a:lnTo>
                    <a:pt x="519" y="114"/>
                  </a:lnTo>
                  <a:lnTo>
                    <a:pt x="501" y="94"/>
                  </a:lnTo>
                  <a:lnTo>
                    <a:pt x="481" y="74"/>
                  </a:lnTo>
                  <a:lnTo>
                    <a:pt x="462" y="56"/>
                  </a:lnTo>
                  <a:lnTo>
                    <a:pt x="438" y="40"/>
                  </a:lnTo>
                  <a:lnTo>
                    <a:pt x="412" y="26"/>
                  </a:lnTo>
                  <a:lnTo>
                    <a:pt x="386" y="16"/>
                  </a:lnTo>
                  <a:lnTo>
                    <a:pt x="356" y="8"/>
                  </a:lnTo>
                  <a:close/>
                </a:path>
              </a:pathLst>
            </a:custGeom>
            <a:solidFill>
              <a:srgbClr val="A8CF38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97" name="Freeform 181"/>
            <p:cNvSpPr/>
            <p:nvPr/>
          </p:nvSpPr>
          <p:spPr>
            <a:xfrm>
              <a:off x="878" y="283"/>
              <a:ext cx="563" cy="564"/>
            </a:xfrm>
            <a:custGeom>
              <a:avLst/>
              <a:gdLst/>
              <a:ahLst/>
              <a:cxnLst>
                <a:cxn ang="0">
                  <a:pos x="348" y="8"/>
                </a:cxn>
                <a:cxn ang="0">
                  <a:pos x="292" y="0"/>
                </a:cxn>
                <a:cxn ang="0">
                  <a:pos x="236" y="4"/>
                </a:cxn>
                <a:cxn ang="0">
                  <a:pos x="182" y="18"/>
                </a:cxn>
                <a:cxn ang="0">
                  <a:pos x="134" y="42"/>
                </a:cxn>
                <a:cxn ang="0">
                  <a:pos x="90" y="74"/>
                </a:cxn>
                <a:cxn ang="0">
                  <a:pos x="54" y="116"/>
                </a:cxn>
                <a:cxn ang="0">
                  <a:pos x="26" y="164"/>
                </a:cxn>
                <a:cxn ang="0">
                  <a:pos x="8" y="216"/>
                </a:cxn>
                <a:cxn ang="0">
                  <a:pos x="2" y="246"/>
                </a:cxn>
                <a:cxn ang="0">
                  <a:pos x="0" y="302"/>
                </a:cxn>
                <a:cxn ang="0">
                  <a:pos x="10" y="356"/>
                </a:cxn>
                <a:cxn ang="0">
                  <a:pos x="28" y="406"/>
                </a:cxn>
                <a:cxn ang="0">
                  <a:pos x="56" y="452"/>
                </a:cxn>
                <a:cxn ang="0">
                  <a:pos x="94" y="492"/>
                </a:cxn>
                <a:cxn ang="0">
                  <a:pos x="138" y="526"/>
                </a:cxn>
                <a:cxn ang="0">
                  <a:pos x="188" y="548"/>
                </a:cxn>
                <a:cxn ang="0">
                  <a:pos x="216" y="556"/>
                </a:cxn>
                <a:cxn ang="0">
                  <a:pos x="272" y="564"/>
                </a:cxn>
                <a:cxn ang="0">
                  <a:pos x="328" y="560"/>
                </a:cxn>
                <a:cxn ang="0">
                  <a:pos x="380" y="546"/>
                </a:cxn>
                <a:cxn ang="0">
                  <a:pos x="430" y="522"/>
                </a:cxn>
                <a:cxn ang="0">
                  <a:pos x="472" y="490"/>
                </a:cxn>
                <a:cxn ang="0">
                  <a:pos x="509" y="450"/>
                </a:cxn>
                <a:cxn ang="0">
                  <a:pos x="537" y="402"/>
                </a:cxn>
                <a:cxn ang="0">
                  <a:pos x="555" y="348"/>
                </a:cxn>
                <a:cxn ang="0">
                  <a:pos x="561" y="320"/>
                </a:cxn>
                <a:cxn ang="0">
                  <a:pos x="563" y="264"/>
                </a:cxn>
                <a:cxn ang="0">
                  <a:pos x="553" y="210"/>
                </a:cxn>
                <a:cxn ang="0">
                  <a:pos x="535" y="160"/>
                </a:cxn>
                <a:cxn ang="0">
                  <a:pos x="507" y="114"/>
                </a:cxn>
                <a:cxn ang="0">
                  <a:pos x="470" y="72"/>
                </a:cxn>
                <a:cxn ang="0">
                  <a:pos x="426" y="40"/>
                </a:cxn>
                <a:cxn ang="0">
                  <a:pos x="376" y="16"/>
                </a:cxn>
                <a:cxn ang="0">
                  <a:pos x="348" y="8"/>
                </a:cxn>
              </a:cxnLst>
              <a:rect l="0" t="0" r="0" b="0"/>
              <a:pathLst>
                <a:path w="563" h="564">
                  <a:moveTo>
                    <a:pt x="348" y="8"/>
                  </a:moveTo>
                  <a:lnTo>
                    <a:pt x="348" y="8"/>
                  </a:lnTo>
                  <a:lnTo>
                    <a:pt x="320" y="4"/>
                  </a:lnTo>
                  <a:lnTo>
                    <a:pt x="292" y="0"/>
                  </a:lnTo>
                  <a:lnTo>
                    <a:pt x="264" y="2"/>
                  </a:lnTo>
                  <a:lnTo>
                    <a:pt x="236" y="4"/>
                  </a:lnTo>
                  <a:lnTo>
                    <a:pt x="208" y="10"/>
                  </a:lnTo>
                  <a:lnTo>
                    <a:pt x="182" y="18"/>
                  </a:lnTo>
                  <a:lnTo>
                    <a:pt x="158" y="30"/>
                  </a:lnTo>
                  <a:lnTo>
                    <a:pt x="134" y="42"/>
                  </a:lnTo>
                  <a:lnTo>
                    <a:pt x="112" y="58"/>
                  </a:lnTo>
                  <a:lnTo>
                    <a:pt x="90" y="74"/>
                  </a:lnTo>
                  <a:lnTo>
                    <a:pt x="72" y="94"/>
                  </a:lnTo>
                  <a:lnTo>
                    <a:pt x="54" y="116"/>
                  </a:lnTo>
                  <a:lnTo>
                    <a:pt x="40" y="138"/>
                  </a:lnTo>
                  <a:lnTo>
                    <a:pt x="26" y="164"/>
                  </a:lnTo>
                  <a:lnTo>
                    <a:pt x="16" y="190"/>
                  </a:lnTo>
                  <a:lnTo>
                    <a:pt x="8" y="216"/>
                  </a:lnTo>
                  <a:lnTo>
                    <a:pt x="2" y="246"/>
                  </a:lnTo>
                  <a:lnTo>
                    <a:pt x="0" y="274"/>
                  </a:lnTo>
                  <a:lnTo>
                    <a:pt x="0" y="302"/>
                  </a:lnTo>
                  <a:lnTo>
                    <a:pt x="4" y="328"/>
                  </a:lnTo>
                  <a:lnTo>
                    <a:pt x="10" y="356"/>
                  </a:lnTo>
                  <a:lnTo>
                    <a:pt x="18" y="382"/>
                  </a:lnTo>
                  <a:lnTo>
                    <a:pt x="28" y="406"/>
                  </a:lnTo>
                  <a:lnTo>
                    <a:pt x="42" y="430"/>
                  </a:lnTo>
                  <a:lnTo>
                    <a:pt x="56" y="452"/>
                  </a:lnTo>
                  <a:lnTo>
                    <a:pt x="74" y="474"/>
                  </a:lnTo>
                  <a:lnTo>
                    <a:pt x="94" y="492"/>
                  </a:lnTo>
                  <a:lnTo>
                    <a:pt x="114" y="510"/>
                  </a:lnTo>
                  <a:lnTo>
                    <a:pt x="138" y="526"/>
                  </a:lnTo>
                  <a:lnTo>
                    <a:pt x="162" y="538"/>
                  </a:lnTo>
                  <a:lnTo>
                    <a:pt x="188" y="548"/>
                  </a:lnTo>
                  <a:lnTo>
                    <a:pt x="216" y="556"/>
                  </a:lnTo>
                  <a:lnTo>
                    <a:pt x="244" y="562"/>
                  </a:lnTo>
                  <a:lnTo>
                    <a:pt x="272" y="564"/>
                  </a:lnTo>
                  <a:lnTo>
                    <a:pt x="300" y="564"/>
                  </a:lnTo>
                  <a:lnTo>
                    <a:pt x="328" y="560"/>
                  </a:lnTo>
                  <a:lnTo>
                    <a:pt x="354" y="556"/>
                  </a:lnTo>
                  <a:lnTo>
                    <a:pt x="380" y="546"/>
                  </a:lnTo>
                  <a:lnTo>
                    <a:pt x="406" y="536"/>
                  </a:lnTo>
                  <a:lnTo>
                    <a:pt x="430" y="522"/>
                  </a:lnTo>
                  <a:lnTo>
                    <a:pt x="452" y="508"/>
                  </a:lnTo>
                  <a:lnTo>
                    <a:pt x="472" y="490"/>
                  </a:lnTo>
                  <a:lnTo>
                    <a:pt x="491" y="472"/>
                  </a:lnTo>
                  <a:lnTo>
                    <a:pt x="509" y="450"/>
                  </a:lnTo>
                  <a:lnTo>
                    <a:pt x="523" y="426"/>
                  </a:lnTo>
                  <a:lnTo>
                    <a:pt x="537" y="402"/>
                  </a:lnTo>
                  <a:lnTo>
                    <a:pt x="547" y="376"/>
                  </a:lnTo>
                  <a:lnTo>
                    <a:pt x="555" y="348"/>
                  </a:lnTo>
                  <a:lnTo>
                    <a:pt x="561" y="320"/>
                  </a:lnTo>
                  <a:lnTo>
                    <a:pt x="563" y="292"/>
                  </a:lnTo>
                  <a:lnTo>
                    <a:pt x="563" y="264"/>
                  </a:lnTo>
                  <a:lnTo>
                    <a:pt x="559" y="236"/>
                  </a:lnTo>
                  <a:lnTo>
                    <a:pt x="553" y="210"/>
                  </a:lnTo>
                  <a:lnTo>
                    <a:pt x="545" y="184"/>
                  </a:lnTo>
                  <a:lnTo>
                    <a:pt x="535" y="160"/>
                  </a:lnTo>
                  <a:lnTo>
                    <a:pt x="521" y="136"/>
                  </a:lnTo>
                  <a:lnTo>
                    <a:pt x="507" y="114"/>
                  </a:lnTo>
                  <a:lnTo>
                    <a:pt x="489" y="92"/>
                  </a:lnTo>
                  <a:lnTo>
                    <a:pt x="470" y="72"/>
                  </a:lnTo>
                  <a:lnTo>
                    <a:pt x="450" y="56"/>
                  </a:lnTo>
                  <a:lnTo>
                    <a:pt x="426" y="40"/>
                  </a:lnTo>
                  <a:lnTo>
                    <a:pt x="402" y="28"/>
                  </a:lnTo>
                  <a:lnTo>
                    <a:pt x="376" y="16"/>
                  </a:lnTo>
                  <a:lnTo>
                    <a:pt x="348" y="8"/>
                  </a:lnTo>
                  <a:close/>
                </a:path>
              </a:pathLst>
            </a:custGeom>
            <a:solidFill>
              <a:srgbClr val="AAD037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98" name="Freeform 182"/>
            <p:cNvSpPr/>
            <p:nvPr/>
          </p:nvSpPr>
          <p:spPr>
            <a:xfrm>
              <a:off x="886" y="289"/>
              <a:ext cx="549" cy="548"/>
            </a:xfrm>
            <a:custGeom>
              <a:avLst/>
              <a:gdLst/>
              <a:ahLst/>
              <a:cxnLst>
                <a:cxn ang="0">
                  <a:pos x="338" y="8"/>
                </a:cxn>
                <a:cxn ang="0">
                  <a:pos x="284" y="0"/>
                </a:cxn>
                <a:cxn ang="0">
                  <a:pos x="230" y="4"/>
                </a:cxn>
                <a:cxn ang="0">
                  <a:pos x="178" y="18"/>
                </a:cxn>
                <a:cxn ang="0">
                  <a:pos x="130" y="40"/>
                </a:cxn>
                <a:cxn ang="0">
                  <a:pos x="88" y="72"/>
                </a:cxn>
                <a:cxn ang="0">
                  <a:pos x="54" y="112"/>
                </a:cxn>
                <a:cxn ang="0">
                  <a:pos x="26" y="158"/>
                </a:cxn>
                <a:cxn ang="0">
                  <a:pos x="8" y="210"/>
                </a:cxn>
                <a:cxn ang="0">
                  <a:pos x="2" y="238"/>
                </a:cxn>
                <a:cxn ang="0">
                  <a:pos x="0" y="292"/>
                </a:cxn>
                <a:cxn ang="0">
                  <a:pos x="10" y="344"/>
                </a:cxn>
                <a:cxn ang="0">
                  <a:pos x="28" y="394"/>
                </a:cxn>
                <a:cxn ang="0">
                  <a:pos x="56" y="440"/>
                </a:cxn>
                <a:cxn ang="0">
                  <a:pos x="92" y="478"/>
                </a:cxn>
                <a:cxn ang="0">
                  <a:pos x="134" y="510"/>
                </a:cxn>
                <a:cxn ang="0">
                  <a:pos x="184" y="534"/>
                </a:cxn>
                <a:cxn ang="0">
                  <a:pos x="210" y="542"/>
                </a:cxn>
                <a:cxn ang="0">
                  <a:pos x="266" y="548"/>
                </a:cxn>
                <a:cxn ang="0">
                  <a:pos x="320" y="544"/>
                </a:cxn>
                <a:cxn ang="0">
                  <a:pos x="370" y="532"/>
                </a:cxn>
                <a:cxn ang="0">
                  <a:pos x="418" y="508"/>
                </a:cxn>
                <a:cxn ang="0">
                  <a:pos x="460" y="476"/>
                </a:cxn>
                <a:cxn ang="0">
                  <a:pos x="495" y="436"/>
                </a:cxn>
                <a:cxn ang="0">
                  <a:pos x="523" y="390"/>
                </a:cxn>
                <a:cxn ang="0">
                  <a:pos x="541" y="338"/>
                </a:cxn>
                <a:cxn ang="0">
                  <a:pos x="547" y="310"/>
                </a:cxn>
                <a:cxn ang="0">
                  <a:pos x="547" y="256"/>
                </a:cxn>
                <a:cxn ang="0">
                  <a:pos x="539" y="204"/>
                </a:cxn>
                <a:cxn ang="0">
                  <a:pos x="521" y="154"/>
                </a:cxn>
                <a:cxn ang="0">
                  <a:pos x="493" y="110"/>
                </a:cxn>
                <a:cxn ang="0">
                  <a:pos x="458" y="70"/>
                </a:cxn>
                <a:cxn ang="0">
                  <a:pos x="414" y="38"/>
                </a:cxn>
                <a:cxn ang="0">
                  <a:pos x="366" y="16"/>
                </a:cxn>
                <a:cxn ang="0">
                  <a:pos x="338" y="8"/>
                </a:cxn>
              </a:cxnLst>
              <a:rect l="0" t="0" r="0" b="0"/>
              <a:pathLst>
                <a:path w="549" h="548">
                  <a:moveTo>
                    <a:pt x="338" y="8"/>
                  </a:moveTo>
                  <a:lnTo>
                    <a:pt x="338" y="8"/>
                  </a:lnTo>
                  <a:lnTo>
                    <a:pt x="310" y="2"/>
                  </a:lnTo>
                  <a:lnTo>
                    <a:pt x="284" y="0"/>
                  </a:lnTo>
                  <a:lnTo>
                    <a:pt x="256" y="0"/>
                  </a:lnTo>
                  <a:lnTo>
                    <a:pt x="230" y="4"/>
                  </a:lnTo>
                  <a:lnTo>
                    <a:pt x="204" y="10"/>
                  </a:lnTo>
                  <a:lnTo>
                    <a:pt x="178" y="18"/>
                  </a:lnTo>
                  <a:lnTo>
                    <a:pt x="154" y="28"/>
                  </a:lnTo>
                  <a:lnTo>
                    <a:pt x="130" y="40"/>
                  </a:lnTo>
                  <a:lnTo>
                    <a:pt x="108" y="56"/>
                  </a:lnTo>
                  <a:lnTo>
                    <a:pt x="88" y="72"/>
                  </a:lnTo>
                  <a:lnTo>
                    <a:pt x="70" y="90"/>
                  </a:lnTo>
                  <a:lnTo>
                    <a:pt x="54" y="112"/>
                  </a:lnTo>
                  <a:lnTo>
                    <a:pt x="38" y="134"/>
                  </a:lnTo>
                  <a:lnTo>
                    <a:pt x="26" y="158"/>
                  </a:lnTo>
                  <a:lnTo>
                    <a:pt x="16" y="184"/>
                  </a:lnTo>
                  <a:lnTo>
                    <a:pt x="8" y="210"/>
                  </a:lnTo>
                  <a:lnTo>
                    <a:pt x="2" y="238"/>
                  </a:lnTo>
                  <a:lnTo>
                    <a:pt x="0" y="266"/>
                  </a:lnTo>
                  <a:lnTo>
                    <a:pt x="0" y="292"/>
                  </a:lnTo>
                  <a:lnTo>
                    <a:pt x="4" y="318"/>
                  </a:lnTo>
                  <a:lnTo>
                    <a:pt x="10" y="344"/>
                  </a:lnTo>
                  <a:lnTo>
                    <a:pt x="18" y="370"/>
                  </a:lnTo>
                  <a:lnTo>
                    <a:pt x="28" y="394"/>
                  </a:lnTo>
                  <a:lnTo>
                    <a:pt x="40" y="418"/>
                  </a:lnTo>
                  <a:lnTo>
                    <a:pt x="56" y="440"/>
                  </a:lnTo>
                  <a:lnTo>
                    <a:pt x="72" y="460"/>
                  </a:lnTo>
                  <a:lnTo>
                    <a:pt x="92" y="478"/>
                  </a:lnTo>
                  <a:lnTo>
                    <a:pt x="112" y="496"/>
                  </a:lnTo>
                  <a:lnTo>
                    <a:pt x="134" y="510"/>
                  </a:lnTo>
                  <a:lnTo>
                    <a:pt x="158" y="522"/>
                  </a:lnTo>
                  <a:lnTo>
                    <a:pt x="184" y="534"/>
                  </a:lnTo>
                  <a:lnTo>
                    <a:pt x="210" y="542"/>
                  </a:lnTo>
                  <a:lnTo>
                    <a:pt x="238" y="546"/>
                  </a:lnTo>
                  <a:lnTo>
                    <a:pt x="266" y="548"/>
                  </a:lnTo>
                  <a:lnTo>
                    <a:pt x="292" y="548"/>
                  </a:lnTo>
                  <a:lnTo>
                    <a:pt x="320" y="544"/>
                  </a:lnTo>
                  <a:lnTo>
                    <a:pt x="346" y="540"/>
                  </a:lnTo>
                  <a:lnTo>
                    <a:pt x="370" y="532"/>
                  </a:lnTo>
                  <a:lnTo>
                    <a:pt x="396" y="520"/>
                  </a:lnTo>
                  <a:lnTo>
                    <a:pt x="418" y="508"/>
                  </a:lnTo>
                  <a:lnTo>
                    <a:pt x="440" y="494"/>
                  </a:lnTo>
                  <a:lnTo>
                    <a:pt x="460" y="476"/>
                  </a:lnTo>
                  <a:lnTo>
                    <a:pt x="479" y="458"/>
                  </a:lnTo>
                  <a:lnTo>
                    <a:pt x="495" y="436"/>
                  </a:lnTo>
                  <a:lnTo>
                    <a:pt x="509" y="414"/>
                  </a:lnTo>
                  <a:lnTo>
                    <a:pt x="523" y="390"/>
                  </a:lnTo>
                  <a:lnTo>
                    <a:pt x="533" y="366"/>
                  </a:lnTo>
                  <a:lnTo>
                    <a:pt x="541" y="338"/>
                  </a:lnTo>
                  <a:lnTo>
                    <a:pt x="547" y="310"/>
                  </a:lnTo>
                  <a:lnTo>
                    <a:pt x="549" y="284"/>
                  </a:lnTo>
                  <a:lnTo>
                    <a:pt x="547" y="256"/>
                  </a:lnTo>
                  <a:lnTo>
                    <a:pt x="545" y="230"/>
                  </a:lnTo>
                  <a:lnTo>
                    <a:pt x="539" y="204"/>
                  </a:lnTo>
                  <a:lnTo>
                    <a:pt x="531" y="178"/>
                  </a:lnTo>
                  <a:lnTo>
                    <a:pt x="521" y="154"/>
                  </a:lnTo>
                  <a:lnTo>
                    <a:pt x="507" y="130"/>
                  </a:lnTo>
                  <a:lnTo>
                    <a:pt x="493" y="110"/>
                  </a:lnTo>
                  <a:lnTo>
                    <a:pt x="475" y="88"/>
                  </a:lnTo>
                  <a:lnTo>
                    <a:pt x="458" y="70"/>
                  </a:lnTo>
                  <a:lnTo>
                    <a:pt x="438" y="54"/>
                  </a:lnTo>
                  <a:lnTo>
                    <a:pt x="414" y="38"/>
                  </a:lnTo>
                  <a:lnTo>
                    <a:pt x="390" y="26"/>
                  </a:lnTo>
                  <a:lnTo>
                    <a:pt x="366" y="16"/>
                  </a:lnTo>
                  <a:lnTo>
                    <a:pt x="338" y="8"/>
                  </a:lnTo>
                  <a:close/>
                </a:path>
              </a:pathLst>
            </a:custGeom>
            <a:solidFill>
              <a:srgbClr val="ACD037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99" name="Freeform 183"/>
            <p:cNvSpPr/>
            <p:nvPr/>
          </p:nvSpPr>
          <p:spPr>
            <a:xfrm>
              <a:off x="894" y="295"/>
              <a:ext cx="533" cy="532"/>
            </a:xfrm>
            <a:custGeom>
              <a:avLst/>
              <a:gdLst/>
              <a:ahLst/>
              <a:cxnLst>
                <a:cxn ang="0">
                  <a:pos x="330" y="6"/>
                </a:cxn>
                <a:cxn ang="0">
                  <a:pos x="276" y="0"/>
                </a:cxn>
                <a:cxn ang="0">
                  <a:pos x="224" y="2"/>
                </a:cxn>
                <a:cxn ang="0">
                  <a:pos x="174" y="16"/>
                </a:cxn>
                <a:cxn ang="0">
                  <a:pos x="128" y="38"/>
                </a:cxn>
                <a:cxn ang="0">
                  <a:pos x="86" y="70"/>
                </a:cxn>
                <a:cxn ang="0">
                  <a:pos x="52" y="108"/>
                </a:cxn>
                <a:cxn ang="0">
                  <a:pos x="24" y="152"/>
                </a:cxn>
                <a:cxn ang="0">
                  <a:pos x="8" y="204"/>
                </a:cxn>
                <a:cxn ang="0">
                  <a:pos x="2" y="230"/>
                </a:cxn>
                <a:cxn ang="0">
                  <a:pos x="0" y="284"/>
                </a:cxn>
                <a:cxn ang="0">
                  <a:pos x="8" y="334"/>
                </a:cxn>
                <a:cxn ang="0">
                  <a:pos x="28" y="382"/>
                </a:cxn>
                <a:cxn ang="0">
                  <a:pos x="54" y="426"/>
                </a:cxn>
                <a:cxn ang="0">
                  <a:pos x="88" y="464"/>
                </a:cxn>
                <a:cxn ang="0">
                  <a:pos x="130" y="496"/>
                </a:cxn>
                <a:cxn ang="0">
                  <a:pos x="178" y="518"/>
                </a:cxn>
                <a:cxn ang="0">
                  <a:pos x="204" y="526"/>
                </a:cxn>
                <a:cxn ang="0">
                  <a:pos x="258" y="532"/>
                </a:cxn>
                <a:cxn ang="0">
                  <a:pos x="310" y="530"/>
                </a:cxn>
                <a:cxn ang="0">
                  <a:pos x="360" y="516"/>
                </a:cxn>
                <a:cxn ang="0">
                  <a:pos x="406" y="494"/>
                </a:cxn>
                <a:cxn ang="0">
                  <a:pos x="448" y="462"/>
                </a:cxn>
                <a:cxn ang="0">
                  <a:pos x="481" y="424"/>
                </a:cxn>
                <a:cxn ang="0">
                  <a:pos x="509" y="380"/>
                </a:cxn>
                <a:cxn ang="0">
                  <a:pos x="527" y="328"/>
                </a:cxn>
                <a:cxn ang="0">
                  <a:pos x="531" y="302"/>
                </a:cxn>
                <a:cxn ang="0">
                  <a:pos x="533" y="248"/>
                </a:cxn>
                <a:cxn ang="0">
                  <a:pos x="525" y="198"/>
                </a:cxn>
                <a:cxn ang="0">
                  <a:pos x="507" y="148"/>
                </a:cxn>
                <a:cxn ang="0">
                  <a:pos x="479" y="106"/>
                </a:cxn>
                <a:cxn ang="0">
                  <a:pos x="446" y="68"/>
                </a:cxn>
                <a:cxn ang="0">
                  <a:pos x="404" y="36"/>
                </a:cxn>
                <a:cxn ang="0">
                  <a:pos x="356" y="14"/>
                </a:cxn>
                <a:cxn ang="0">
                  <a:pos x="330" y="6"/>
                </a:cxn>
              </a:cxnLst>
              <a:rect l="0" t="0" r="0" b="0"/>
              <a:pathLst>
                <a:path w="533" h="532">
                  <a:moveTo>
                    <a:pt x="330" y="6"/>
                  </a:moveTo>
                  <a:lnTo>
                    <a:pt x="330" y="6"/>
                  </a:lnTo>
                  <a:lnTo>
                    <a:pt x="302" y="2"/>
                  </a:lnTo>
                  <a:lnTo>
                    <a:pt x="276" y="0"/>
                  </a:lnTo>
                  <a:lnTo>
                    <a:pt x="250" y="0"/>
                  </a:lnTo>
                  <a:lnTo>
                    <a:pt x="224" y="2"/>
                  </a:lnTo>
                  <a:lnTo>
                    <a:pt x="198" y="8"/>
                  </a:lnTo>
                  <a:lnTo>
                    <a:pt x="174" y="16"/>
                  </a:lnTo>
                  <a:lnTo>
                    <a:pt x="150" y="26"/>
                  </a:lnTo>
                  <a:lnTo>
                    <a:pt x="128" y="38"/>
                  </a:lnTo>
                  <a:lnTo>
                    <a:pt x="106" y="52"/>
                  </a:lnTo>
                  <a:lnTo>
                    <a:pt x="86" y="70"/>
                  </a:lnTo>
                  <a:lnTo>
                    <a:pt x="68" y="88"/>
                  </a:lnTo>
                  <a:lnTo>
                    <a:pt x="52" y="108"/>
                  </a:lnTo>
                  <a:lnTo>
                    <a:pt x="38" y="130"/>
                  </a:lnTo>
                  <a:lnTo>
                    <a:pt x="24" y="152"/>
                  </a:lnTo>
                  <a:lnTo>
                    <a:pt x="14" y="178"/>
                  </a:lnTo>
                  <a:lnTo>
                    <a:pt x="8" y="204"/>
                  </a:lnTo>
                  <a:lnTo>
                    <a:pt x="2" y="230"/>
                  </a:lnTo>
                  <a:lnTo>
                    <a:pt x="0" y="256"/>
                  </a:lnTo>
                  <a:lnTo>
                    <a:pt x="0" y="284"/>
                  </a:lnTo>
                  <a:lnTo>
                    <a:pt x="4" y="310"/>
                  </a:lnTo>
                  <a:lnTo>
                    <a:pt x="8" y="334"/>
                  </a:lnTo>
                  <a:lnTo>
                    <a:pt x="16" y="360"/>
                  </a:lnTo>
                  <a:lnTo>
                    <a:pt x="28" y="382"/>
                  </a:lnTo>
                  <a:lnTo>
                    <a:pt x="40" y="406"/>
                  </a:lnTo>
                  <a:lnTo>
                    <a:pt x="54" y="426"/>
                  </a:lnTo>
                  <a:lnTo>
                    <a:pt x="70" y="446"/>
                  </a:lnTo>
                  <a:lnTo>
                    <a:pt x="88" y="464"/>
                  </a:lnTo>
                  <a:lnTo>
                    <a:pt x="108" y="480"/>
                  </a:lnTo>
                  <a:lnTo>
                    <a:pt x="130" y="496"/>
                  </a:lnTo>
                  <a:lnTo>
                    <a:pt x="154" y="508"/>
                  </a:lnTo>
                  <a:lnTo>
                    <a:pt x="178" y="518"/>
                  </a:lnTo>
                  <a:lnTo>
                    <a:pt x="204" y="526"/>
                  </a:lnTo>
                  <a:lnTo>
                    <a:pt x="232" y="530"/>
                  </a:lnTo>
                  <a:lnTo>
                    <a:pt x="258" y="532"/>
                  </a:lnTo>
                  <a:lnTo>
                    <a:pt x="284" y="532"/>
                  </a:lnTo>
                  <a:lnTo>
                    <a:pt x="310" y="530"/>
                  </a:lnTo>
                  <a:lnTo>
                    <a:pt x="336" y="524"/>
                  </a:lnTo>
                  <a:lnTo>
                    <a:pt x="360" y="516"/>
                  </a:lnTo>
                  <a:lnTo>
                    <a:pt x="384" y="506"/>
                  </a:lnTo>
                  <a:lnTo>
                    <a:pt x="406" y="494"/>
                  </a:lnTo>
                  <a:lnTo>
                    <a:pt x="428" y="478"/>
                  </a:lnTo>
                  <a:lnTo>
                    <a:pt x="448" y="462"/>
                  </a:lnTo>
                  <a:lnTo>
                    <a:pt x="465" y="444"/>
                  </a:lnTo>
                  <a:lnTo>
                    <a:pt x="481" y="424"/>
                  </a:lnTo>
                  <a:lnTo>
                    <a:pt x="495" y="402"/>
                  </a:lnTo>
                  <a:lnTo>
                    <a:pt x="509" y="380"/>
                  </a:lnTo>
                  <a:lnTo>
                    <a:pt x="519" y="354"/>
                  </a:lnTo>
                  <a:lnTo>
                    <a:pt x="527" y="328"/>
                  </a:lnTo>
                  <a:lnTo>
                    <a:pt x="531" y="302"/>
                  </a:lnTo>
                  <a:lnTo>
                    <a:pt x="533" y="274"/>
                  </a:lnTo>
                  <a:lnTo>
                    <a:pt x="533" y="248"/>
                  </a:lnTo>
                  <a:lnTo>
                    <a:pt x="529" y="222"/>
                  </a:lnTo>
                  <a:lnTo>
                    <a:pt x="525" y="198"/>
                  </a:lnTo>
                  <a:lnTo>
                    <a:pt x="517" y="172"/>
                  </a:lnTo>
                  <a:lnTo>
                    <a:pt x="507" y="148"/>
                  </a:lnTo>
                  <a:lnTo>
                    <a:pt x="493" y="126"/>
                  </a:lnTo>
                  <a:lnTo>
                    <a:pt x="479" y="106"/>
                  </a:lnTo>
                  <a:lnTo>
                    <a:pt x="463" y="86"/>
                  </a:lnTo>
                  <a:lnTo>
                    <a:pt x="446" y="68"/>
                  </a:lnTo>
                  <a:lnTo>
                    <a:pt x="426" y="50"/>
                  </a:lnTo>
                  <a:lnTo>
                    <a:pt x="404" y="36"/>
                  </a:lnTo>
                  <a:lnTo>
                    <a:pt x="380" y="24"/>
                  </a:lnTo>
                  <a:lnTo>
                    <a:pt x="356" y="14"/>
                  </a:lnTo>
                  <a:lnTo>
                    <a:pt x="330" y="6"/>
                  </a:lnTo>
                  <a:close/>
                </a:path>
              </a:pathLst>
            </a:custGeom>
            <a:solidFill>
              <a:srgbClr val="AED136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00" name="Freeform 184"/>
            <p:cNvSpPr/>
            <p:nvPr/>
          </p:nvSpPr>
          <p:spPr>
            <a:xfrm>
              <a:off x="902" y="299"/>
              <a:ext cx="519" cy="518"/>
            </a:xfrm>
            <a:custGeom>
              <a:avLst/>
              <a:gdLst/>
              <a:ahLst/>
              <a:cxnLst>
                <a:cxn ang="0">
                  <a:pos x="320" y="8"/>
                </a:cxn>
                <a:cxn ang="0">
                  <a:pos x="268" y="0"/>
                </a:cxn>
                <a:cxn ang="0">
                  <a:pos x="218" y="4"/>
                </a:cxn>
                <a:cxn ang="0">
                  <a:pos x="168" y="16"/>
                </a:cxn>
                <a:cxn ang="0">
                  <a:pos x="124" y="38"/>
                </a:cxn>
                <a:cxn ang="0">
                  <a:pos x="84" y="68"/>
                </a:cxn>
                <a:cxn ang="0">
                  <a:pos x="50" y="106"/>
                </a:cxn>
                <a:cxn ang="0">
                  <a:pos x="24" y="150"/>
                </a:cxn>
                <a:cxn ang="0">
                  <a:pos x="8" y="198"/>
                </a:cxn>
                <a:cxn ang="0">
                  <a:pos x="2" y="224"/>
                </a:cxn>
                <a:cxn ang="0">
                  <a:pos x="0" y="276"/>
                </a:cxn>
                <a:cxn ang="0">
                  <a:pos x="8" y="326"/>
                </a:cxn>
                <a:cxn ang="0">
                  <a:pos x="26" y="372"/>
                </a:cxn>
                <a:cxn ang="0">
                  <a:pos x="52" y="416"/>
                </a:cxn>
                <a:cxn ang="0">
                  <a:pos x="86" y="452"/>
                </a:cxn>
                <a:cxn ang="0">
                  <a:pos x="128" y="482"/>
                </a:cxn>
                <a:cxn ang="0">
                  <a:pos x="174" y="504"/>
                </a:cxn>
                <a:cxn ang="0">
                  <a:pos x="200" y="512"/>
                </a:cxn>
                <a:cxn ang="0">
                  <a:pos x="252" y="518"/>
                </a:cxn>
                <a:cxn ang="0">
                  <a:pos x="302" y="516"/>
                </a:cxn>
                <a:cxn ang="0">
                  <a:pos x="350" y="502"/>
                </a:cxn>
                <a:cxn ang="0">
                  <a:pos x="396" y="480"/>
                </a:cxn>
                <a:cxn ang="0">
                  <a:pos x="436" y="450"/>
                </a:cxn>
                <a:cxn ang="0">
                  <a:pos x="467" y="414"/>
                </a:cxn>
                <a:cxn ang="0">
                  <a:pos x="493" y="370"/>
                </a:cxn>
                <a:cxn ang="0">
                  <a:pos x="511" y="320"/>
                </a:cxn>
                <a:cxn ang="0">
                  <a:pos x="517" y="294"/>
                </a:cxn>
                <a:cxn ang="0">
                  <a:pos x="517" y="242"/>
                </a:cxn>
                <a:cxn ang="0">
                  <a:pos x="509" y="192"/>
                </a:cxn>
                <a:cxn ang="0">
                  <a:pos x="491" y="146"/>
                </a:cxn>
                <a:cxn ang="0">
                  <a:pos x="465" y="104"/>
                </a:cxn>
                <a:cxn ang="0">
                  <a:pos x="434" y="66"/>
                </a:cxn>
                <a:cxn ang="0">
                  <a:pos x="392" y="36"/>
                </a:cxn>
                <a:cxn ang="0">
                  <a:pos x="346" y="14"/>
                </a:cxn>
                <a:cxn ang="0">
                  <a:pos x="320" y="8"/>
                </a:cxn>
              </a:cxnLst>
              <a:rect l="0" t="0" r="0" b="0"/>
              <a:pathLst>
                <a:path w="519" h="518">
                  <a:moveTo>
                    <a:pt x="320" y="8"/>
                  </a:moveTo>
                  <a:lnTo>
                    <a:pt x="320" y="8"/>
                  </a:lnTo>
                  <a:lnTo>
                    <a:pt x="294" y="2"/>
                  </a:lnTo>
                  <a:lnTo>
                    <a:pt x="268" y="0"/>
                  </a:lnTo>
                  <a:lnTo>
                    <a:pt x="242" y="0"/>
                  </a:lnTo>
                  <a:lnTo>
                    <a:pt x="218" y="4"/>
                  </a:lnTo>
                  <a:lnTo>
                    <a:pt x="192" y="8"/>
                  </a:lnTo>
                  <a:lnTo>
                    <a:pt x="168" y="16"/>
                  </a:lnTo>
                  <a:lnTo>
                    <a:pt x="146" y="26"/>
                  </a:lnTo>
                  <a:lnTo>
                    <a:pt x="124" y="38"/>
                  </a:lnTo>
                  <a:lnTo>
                    <a:pt x="104" y="52"/>
                  </a:lnTo>
                  <a:lnTo>
                    <a:pt x="84" y="68"/>
                  </a:lnTo>
                  <a:lnTo>
                    <a:pt x="66" y="86"/>
                  </a:lnTo>
                  <a:lnTo>
                    <a:pt x="50" y="106"/>
                  </a:lnTo>
                  <a:lnTo>
                    <a:pt x="36" y="126"/>
                  </a:lnTo>
                  <a:lnTo>
                    <a:pt x="24" y="150"/>
                  </a:lnTo>
                  <a:lnTo>
                    <a:pt x="14" y="174"/>
                  </a:lnTo>
                  <a:lnTo>
                    <a:pt x="8" y="198"/>
                  </a:lnTo>
                  <a:lnTo>
                    <a:pt x="2" y="224"/>
                  </a:lnTo>
                  <a:lnTo>
                    <a:pt x="0" y="250"/>
                  </a:lnTo>
                  <a:lnTo>
                    <a:pt x="0" y="276"/>
                  </a:lnTo>
                  <a:lnTo>
                    <a:pt x="4" y="302"/>
                  </a:lnTo>
                  <a:lnTo>
                    <a:pt x="8" y="326"/>
                  </a:lnTo>
                  <a:lnTo>
                    <a:pt x="16" y="350"/>
                  </a:lnTo>
                  <a:lnTo>
                    <a:pt x="26" y="372"/>
                  </a:lnTo>
                  <a:lnTo>
                    <a:pt x="38" y="394"/>
                  </a:lnTo>
                  <a:lnTo>
                    <a:pt x="52" y="416"/>
                  </a:lnTo>
                  <a:lnTo>
                    <a:pt x="68" y="434"/>
                  </a:lnTo>
                  <a:lnTo>
                    <a:pt x="86" y="452"/>
                  </a:lnTo>
                  <a:lnTo>
                    <a:pt x="106" y="468"/>
                  </a:lnTo>
                  <a:lnTo>
                    <a:pt x="128" y="482"/>
                  </a:lnTo>
                  <a:lnTo>
                    <a:pt x="150" y="494"/>
                  </a:lnTo>
                  <a:lnTo>
                    <a:pt x="174" y="504"/>
                  </a:lnTo>
                  <a:lnTo>
                    <a:pt x="200" y="512"/>
                  </a:lnTo>
                  <a:lnTo>
                    <a:pt x="226" y="516"/>
                  </a:lnTo>
                  <a:lnTo>
                    <a:pt x="252" y="518"/>
                  </a:lnTo>
                  <a:lnTo>
                    <a:pt x="276" y="518"/>
                  </a:lnTo>
                  <a:lnTo>
                    <a:pt x="302" y="516"/>
                  </a:lnTo>
                  <a:lnTo>
                    <a:pt x="326" y="510"/>
                  </a:lnTo>
                  <a:lnTo>
                    <a:pt x="350" y="502"/>
                  </a:lnTo>
                  <a:lnTo>
                    <a:pt x="374" y="492"/>
                  </a:lnTo>
                  <a:lnTo>
                    <a:pt x="396" y="480"/>
                  </a:lnTo>
                  <a:lnTo>
                    <a:pt x="416" y="466"/>
                  </a:lnTo>
                  <a:lnTo>
                    <a:pt x="436" y="450"/>
                  </a:lnTo>
                  <a:lnTo>
                    <a:pt x="451" y="432"/>
                  </a:lnTo>
                  <a:lnTo>
                    <a:pt x="467" y="414"/>
                  </a:lnTo>
                  <a:lnTo>
                    <a:pt x="481" y="392"/>
                  </a:lnTo>
                  <a:lnTo>
                    <a:pt x="493" y="370"/>
                  </a:lnTo>
                  <a:lnTo>
                    <a:pt x="503" y="346"/>
                  </a:lnTo>
                  <a:lnTo>
                    <a:pt x="511" y="320"/>
                  </a:lnTo>
                  <a:lnTo>
                    <a:pt x="517" y="294"/>
                  </a:lnTo>
                  <a:lnTo>
                    <a:pt x="519" y="268"/>
                  </a:lnTo>
                  <a:lnTo>
                    <a:pt x="517" y="242"/>
                  </a:lnTo>
                  <a:lnTo>
                    <a:pt x="515" y="218"/>
                  </a:lnTo>
                  <a:lnTo>
                    <a:pt x="509" y="192"/>
                  </a:lnTo>
                  <a:lnTo>
                    <a:pt x="501" y="168"/>
                  </a:lnTo>
                  <a:lnTo>
                    <a:pt x="491" y="146"/>
                  </a:lnTo>
                  <a:lnTo>
                    <a:pt x="479" y="124"/>
                  </a:lnTo>
                  <a:lnTo>
                    <a:pt x="465" y="104"/>
                  </a:lnTo>
                  <a:lnTo>
                    <a:pt x="449" y="84"/>
                  </a:lnTo>
                  <a:lnTo>
                    <a:pt x="434" y="66"/>
                  </a:lnTo>
                  <a:lnTo>
                    <a:pt x="414" y="50"/>
                  </a:lnTo>
                  <a:lnTo>
                    <a:pt x="392" y="36"/>
                  </a:lnTo>
                  <a:lnTo>
                    <a:pt x="370" y="24"/>
                  </a:lnTo>
                  <a:lnTo>
                    <a:pt x="346" y="14"/>
                  </a:lnTo>
                  <a:lnTo>
                    <a:pt x="320" y="8"/>
                  </a:lnTo>
                  <a:close/>
                </a:path>
              </a:pathLst>
            </a:custGeom>
            <a:solidFill>
              <a:srgbClr val="B0D236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01" name="Freeform 185"/>
            <p:cNvSpPr/>
            <p:nvPr/>
          </p:nvSpPr>
          <p:spPr>
            <a:xfrm>
              <a:off x="910" y="305"/>
              <a:ext cx="503" cy="502"/>
            </a:xfrm>
            <a:custGeom>
              <a:avLst/>
              <a:gdLst/>
              <a:ahLst/>
              <a:cxnLst>
                <a:cxn ang="0">
                  <a:pos x="310" y="6"/>
                </a:cxn>
                <a:cxn ang="0">
                  <a:pos x="260" y="0"/>
                </a:cxn>
                <a:cxn ang="0">
                  <a:pos x="210" y="2"/>
                </a:cxn>
                <a:cxn ang="0">
                  <a:pos x="164" y="16"/>
                </a:cxn>
                <a:cxn ang="0">
                  <a:pos x="120" y="36"/>
                </a:cxn>
                <a:cxn ang="0">
                  <a:pos x="82" y="66"/>
                </a:cxn>
                <a:cxn ang="0">
                  <a:pos x="50" y="102"/>
                </a:cxn>
                <a:cxn ang="0">
                  <a:pos x="24" y="144"/>
                </a:cxn>
                <a:cxn ang="0">
                  <a:pos x="8" y="192"/>
                </a:cxn>
                <a:cxn ang="0">
                  <a:pos x="2" y="218"/>
                </a:cxn>
                <a:cxn ang="0">
                  <a:pos x="0" y="268"/>
                </a:cxn>
                <a:cxn ang="0">
                  <a:pos x="8" y="316"/>
                </a:cxn>
                <a:cxn ang="0">
                  <a:pos x="26" y="362"/>
                </a:cxn>
                <a:cxn ang="0">
                  <a:pos x="52" y="402"/>
                </a:cxn>
                <a:cxn ang="0">
                  <a:pos x="84" y="438"/>
                </a:cxn>
                <a:cxn ang="0">
                  <a:pos x="124" y="468"/>
                </a:cxn>
                <a:cxn ang="0">
                  <a:pos x="168" y="488"/>
                </a:cxn>
                <a:cxn ang="0">
                  <a:pos x="194" y="496"/>
                </a:cxn>
                <a:cxn ang="0">
                  <a:pos x="244" y="502"/>
                </a:cxn>
                <a:cxn ang="0">
                  <a:pos x="294" y="500"/>
                </a:cxn>
                <a:cxn ang="0">
                  <a:pos x="340" y="486"/>
                </a:cxn>
                <a:cxn ang="0">
                  <a:pos x="384" y="466"/>
                </a:cxn>
                <a:cxn ang="0">
                  <a:pos x="422" y="436"/>
                </a:cxn>
                <a:cxn ang="0">
                  <a:pos x="455" y="400"/>
                </a:cxn>
                <a:cxn ang="0">
                  <a:pos x="479" y="358"/>
                </a:cxn>
                <a:cxn ang="0">
                  <a:pos x="497" y="310"/>
                </a:cxn>
                <a:cxn ang="0">
                  <a:pos x="501" y="284"/>
                </a:cxn>
                <a:cxn ang="0">
                  <a:pos x="503" y="234"/>
                </a:cxn>
                <a:cxn ang="0">
                  <a:pos x="495" y="186"/>
                </a:cxn>
                <a:cxn ang="0">
                  <a:pos x="477" y="140"/>
                </a:cxn>
                <a:cxn ang="0">
                  <a:pos x="453" y="100"/>
                </a:cxn>
                <a:cxn ang="0">
                  <a:pos x="420" y="64"/>
                </a:cxn>
                <a:cxn ang="0">
                  <a:pos x="382" y="34"/>
                </a:cxn>
                <a:cxn ang="0">
                  <a:pos x="336" y="14"/>
                </a:cxn>
                <a:cxn ang="0">
                  <a:pos x="310" y="6"/>
                </a:cxn>
              </a:cxnLst>
              <a:rect l="0" t="0" r="0" b="0"/>
              <a:pathLst>
                <a:path w="503" h="502">
                  <a:moveTo>
                    <a:pt x="310" y="6"/>
                  </a:moveTo>
                  <a:lnTo>
                    <a:pt x="310" y="6"/>
                  </a:lnTo>
                  <a:lnTo>
                    <a:pt x="286" y="2"/>
                  </a:lnTo>
                  <a:lnTo>
                    <a:pt x="260" y="0"/>
                  </a:lnTo>
                  <a:lnTo>
                    <a:pt x="236" y="0"/>
                  </a:lnTo>
                  <a:lnTo>
                    <a:pt x="210" y="2"/>
                  </a:lnTo>
                  <a:lnTo>
                    <a:pt x="188" y="8"/>
                  </a:lnTo>
                  <a:lnTo>
                    <a:pt x="164" y="16"/>
                  </a:lnTo>
                  <a:lnTo>
                    <a:pt x="142" y="24"/>
                  </a:lnTo>
                  <a:lnTo>
                    <a:pt x="120" y="36"/>
                  </a:lnTo>
                  <a:lnTo>
                    <a:pt x="100" y="50"/>
                  </a:lnTo>
                  <a:lnTo>
                    <a:pt x="82" y="66"/>
                  </a:lnTo>
                  <a:lnTo>
                    <a:pt x="64" y="82"/>
                  </a:lnTo>
                  <a:lnTo>
                    <a:pt x="50" y="102"/>
                  </a:lnTo>
                  <a:lnTo>
                    <a:pt x="36" y="122"/>
                  </a:lnTo>
                  <a:lnTo>
                    <a:pt x="24" y="144"/>
                  </a:lnTo>
                  <a:lnTo>
                    <a:pt x="14" y="168"/>
                  </a:lnTo>
                  <a:lnTo>
                    <a:pt x="8" y="192"/>
                  </a:lnTo>
                  <a:lnTo>
                    <a:pt x="2" y="218"/>
                  </a:lnTo>
                  <a:lnTo>
                    <a:pt x="0" y="242"/>
                  </a:lnTo>
                  <a:lnTo>
                    <a:pt x="0" y="268"/>
                  </a:lnTo>
                  <a:lnTo>
                    <a:pt x="4" y="292"/>
                  </a:lnTo>
                  <a:lnTo>
                    <a:pt x="8" y="316"/>
                  </a:lnTo>
                  <a:lnTo>
                    <a:pt x="16" y="338"/>
                  </a:lnTo>
                  <a:lnTo>
                    <a:pt x="26" y="362"/>
                  </a:lnTo>
                  <a:lnTo>
                    <a:pt x="38" y="382"/>
                  </a:lnTo>
                  <a:lnTo>
                    <a:pt x="52" y="402"/>
                  </a:lnTo>
                  <a:lnTo>
                    <a:pt x="66" y="422"/>
                  </a:lnTo>
                  <a:lnTo>
                    <a:pt x="84" y="438"/>
                  </a:lnTo>
                  <a:lnTo>
                    <a:pt x="102" y="454"/>
                  </a:lnTo>
                  <a:lnTo>
                    <a:pt x="124" y="468"/>
                  </a:lnTo>
                  <a:lnTo>
                    <a:pt x="146" y="478"/>
                  </a:lnTo>
                  <a:lnTo>
                    <a:pt x="168" y="488"/>
                  </a:lnTo>
                  <a:lnTo>
                    <a:pt x="194" y="496"/>
                  </a:lnTo>
                  <a:lnTo>
                    <a:pt x="218" y="500"/>
                  </a:lnTo>
                  <a:lnTo>
                    <a:pt x="244" y="502"/>
                  </a:lnTo>
                  <a:lnTo>
                    <a:pt x="270" y="502"/>
                  </a:lnTo>
                  <a:lnTo>
                    <a:pt x="294" y="500"/>
                  </a:lnTo>
                  <a:lnTo>
                    <a:pt x="318" y="494"/>
                  </a:lnTo>
                  <a:lnTo>
                    <a:pt x="340" y="486"/>
                  </a:lnTo>
                  <a:lnTo>
                    <a:pt x="362" y="478"/>
                  </a:lnTo>
                  <a:lnTo>
                    <a:pt x="384" y="466"/>
                  </a:lnTo>
                  <a:lnTo>
                    <a:pt x="404" y="452"/>
                  </a:lnTo>
                  <a:lnTo>
                    <a:pt x="422" y="436"/>
                  </a:lnTo>
                  <a:lnTo>
                    <a:pt x="440" y="420"/>
                  </a:lnTo>
                  <a:lnTo>
                    <a:pt x="455" y="400"/>
                  </a:lnTo>
                  <a:lnTo>
                    <a:pt x="469" y="380"/>
                  </a:lnTo>
                  <a:lnTo>
                    <a:pt x="479" y="358"/>
                  </a:lnTo>
                  <a:lnTo>
                    <a:pt x="489" y="334"/>
                  </a:lnTo>
                  <a:lnTo>
                    <a:pt x="497" y="310"/>
                  </a:lnTo>
                  <a:lnTo>
                    <a:pt x="501" y="284"/>
                  </a:lnTo>
                  <a:lnTo>
                    <a:pt x="503" y="260"/>
                  </a:lnTo>
                  <a:lnTo>
                    <a:pt x="503" y="234"/>
                  </a:lnTo>
                  <a:lnTo>
                    <a:pt x="499" y="210"/>
                  </a:lnTo>
                  <a:lnTo>
                    <a:pt x="495" y="186"/>
                  </a:lnTo>
                  <a:lnTo>
                    <a:pt x="487" y="164"/>
                  </a:lnTo>
                  <a:lnTo>
                    <a:pt x="477" y="140"/>
                  </a:lnTo>
                  <a:lnTo>
                    <a:pt x="465" y="120"/>
                  </a:lnTo>
                  <a:lnTo>
                    <a:pt x="453" y="100"/>
                  </a:lnTo>
                  <a:lnTo>
                    <a:pt x="438" y="80"/>
                  </a:lnTo>
                  <a:lnTo>
                    <a:pt x="420" y="64"/>
                  </a:lnTo>
                  <a:lnTo>
                    <a:pt x="402" y="48"/>
                  </a:lnTo>
                  <a:lnTo>
                    <a:pt x="382" y="34"/>
                  </a:lnTo>
                  <a:lnTo>
                    <a:pt x="360" y="24"/>
                  </a:lnTo>
                  <a:lnTo>
                    <a:pt x="336" y="14"/>
                  </a:lnTo>
                  <a:lnTo>
                    <a:pt x="310" y="6"/>
                  </a:lnTo>
                  <a:close/>
                </a:path>
              </a:pathLst>
            </a:custGeom>
            <a:solidFill>
              <a:srgbClr val="B2D235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02" name="Freeform 186"/>
            <p:cNvSpPr/>
            <p:nvPr/>
          </p:nvSpPr>
          <p:spPr>
            <a:xfrm>
              <a:off x="918" y="309"/>
              <a:ext cx="489" cy="488"/>
            </a:xfrm>
            <a:custGeom>
              <a:avLst/>
              <a:gdLst/>
              <a:ahLst/>
              <a:cxnLst>
                <a:cxn ang="0">
                  <a:pos x="302" y="8"/>
                </a:cxn>
                <a:cxn ang="0">
                  <a:pos x="252" y="0"/>
                </a:cxn>
                <a:cxn ang="0">
                  <a:pos x="204" y="4"/>
                </a:cxn>
                <a:cxn ang="0">
                  <a:pos x="160" y="16"/>
                </a:cxn>
                <a:cxn ang="0">
                  <a:pos x="116" y="36"/>
                </a:cxn>
                <a:cxn ang="0">
                  <a:pos x="80" y="64"/>
                </a:cxn>
                <a:cxn ang="0">
                  <a:pos x="48" y="100"/>
                </a:cxn>
                <a:cxn ang="0">
                  <a:pos x="24" y="142"/>
                </a:cxn>
                <a:cxn ang="0">
                  <a:pos x="8" y="188"/>
                </a:cxn>
                <a:cxn ang="0">
                  <a:pos x="2" y="212"/>
                </a:cxn>
                <a:cxn ang="0">
                  <a:pos x="0" y="260"/>
                </a:cxn>
                <a:cxn ang="0">
                  <a:pos x="8" y="308"/>
                </a:cxn>
                <a:cxn ang="0">
                  <a:pos x="26" y="352"/>
                </a:cxn>
                <a:cxn ang="0">
                  <a:pos x="50" y="392"/>
                </a:cxn>
                <a:cxn ang="0">
                  <a:pos x="82" y="426"/>
                </a:cxn>
                <a:cxn ang="0">
                  <a:pos x="120" y="454"/>
                </a:cxn>
                <a:cxn ang="0">
                  <a:pos x="164" y="474"/>
                </a:cxn>
                <a:cxn ang="0">
                  <a:pos x="188" y="482"/>
                </a:cxn>
                <a:cxn ang="0">
                  <a:pos x="236" y="488"/>
                </a:cxn>
                <a:cxn ang="0">
                  <a:pos x="284" y="486"/>
                </a:cxn>
                <a:cxn ang="0">
                  <a:pos x="330" y="474"/>
                </a:cxn>
                <a:cxn ang="0">
                  <a:pos x="372" y="452"/>
                </a:cxn>
                <a:cxn ang="0">
                  <a:pos x="410" y="424"/>
                </a:cxn>
                <a:cxn ang="0">
                  <a:pos x="441" y="390"/>
                </a:cxn>
                <a:cxn ang="0">
                  <a:pos x="465" y="348"/>
                </a:cxn>
                <a:cxn ang="0">
                  <a:pos x="481" y="302"/>
                </a:cxn>
                <a:cxn ang="0">
                  <a:pos x="487" y="278"/>
                </a:cxn>
                <a:cxn ang="0">
                  <a:pos x="487" y="228"/>
                </a:cxn>
                <a:cxn ang="0">
                  <a:pos x="479" y="182"/>
                </a:cxn>
                <a:cxn ang="0">
                  <a:pos x="463" y="138"/>
                </a:cxn>
                <a:cxn ang="0">
                  <a:pos x="439" y="98"/>
                </a:cxn>
                <a:cxn ang="0">
                  <a:pos x="408" y="64"/>
                </a:cxn>
                <a:cxn ang="0">
                  <a:pos x="370" y="34"/>
                </a:cxn>
                <a:cxn ang="0">
                  <a:pos x="326" y="14"/>
                </a:cxn>
                <a:cxn ang="0">
                  <a:pos x="302" y="8"/>
                </a:cxn>
              </a:cxnLst>
              <a:rect l="0" t="0" r="0" b="0"/>
              <a:pathLst>
                <a:path w="489" h="488">
                  <a:moveTo>
                    <a:pt x="302" y="8"/>
                  </a:moveTo>
                  <a:lnTo>
                    <a:pt x="302" y="8"/>
                  </a:lnTo>
                  <a:lnTo>
                    <a:pt x="278" y="2"/>
                  </a:lnTo>
                  <a:lnTo>
                    <a:pt x="252" y="0"/>
                  </a:lnTo>
                  <a:lnTo>
                    <a:pt x="228" y="2"/>
                  </a:lnTo>
                  <a:lnTo>
                    <a:pt x="204" y="4"/>
                  </a:lnTo>
                  <a:lnTo>
                    <a:pt x="182" y="8"/>
                  </a:lnTo>
                  <a:lnTo>
                    <a:pt x="160" y="16"/>
                  </a:lnTo>
                  <a:lnTo>
                    <a:pt x="138" y="26"/>
                  </a:lnTo>
                  <a:lnTo>
                    <a:pt x="116" y="36"/>
                  </a:lnTo>
                  <a:lnTo>
                    <a:pt x="98" y="50"/>
                  </a:lnTo>
                  <a:lnTo>
                    <a:pt x="80" y="64"/>
                  </a:lnTo>
                  <a:lnTo>
                    <a:pt x="62" y="82"/>
                  </a:lnTo>
                  <a:lnTo>
                    <a:pt x="48" y="100"/>
                  </a:lnTo>
                  <a:lnTo>
                    <a:pt x="34" y="120"/>
                  </a:lnTo>
                  <a:lnTo>
                    <a:pt x="24" y="142"/>
                  </a:lnTo>
                  <a:lnTo>
                    <a:pt x="14" y="164"/>
                  </a:lnTo>
                  <a:lnTo>
                    <a:pt x="8" y="188"/>
                  </a:lnTo>
                  <a:lnTo>
                    <a:pt x="2" y="212"/>
                  </a:lnTo>
                  <a:lnTo>
                    <a:pt x="0" y="236"/>
                  </a:lnTo>
                  <a:lnTo>
                    <a:pt x="0" y="260"/>
                  </a:lnTo>
                  <a:lnTo>
                    <a:pt x="4" y="284"/>
                  </a:lnTo>
                  <a:lnTo>
                    <a:pt x="8" y="308"/>
                  </a:lnTo>
                  <a:lnTo>
                    <a:pt x="16" y="330"/>
                  </a:lnTo>
                  <a:lnTo>
                    <a:pt x="26" y="352"/>
                  </a:lnTo>
                  <a:lnTo>
                    <a:pt x="36" y="372"/>
                  </a:lnTo>
                  <a:lnTo>
                    <a:pt x="50" y="392"/>
                  </a:lnTo>
                  <a:lnTo>
                    <a:pt x="64" y="410"/>
                  </a:lnTo>
                  <a:lnTo>
                    <a:pt x="82" y="426"/>
                  </a:lnTo>
                  <a:lnTo>
                    <a:pt x="100" y="442"/>
                  </a:lnTo>
                  <a:lnTo>
                    <a:pt x="120" y="454"/>
                  </a:lnTo>
                  <a:lnTo>
                    <a:pt x="142" y="466"/>
                  </a:lnTo>
                  <a:lnTo>
                    <a:pt x="164" y="474"/>
                  </a:lnTo>
                  <a:lnTo>
                    <a:pt x="188" y="482"/>
                  </a:lnTo>
                  <a:lnTo>
                    <a:pt x="212" y="486"/>
                  </a:lnTo>
                  <a:lnTo>
                    <a:pt x="236" y="488"/>
                  </a:lnTo>
                  <a:lnTo>
                    <a:pt x="262" y="488"/>
                  </a:lnTo>
                  <a:lnTo>
                    <a:pt x="284" y="486"/>
                  </a:lnTo>
                  <a:lnTo>
                    <a:pt x="308" y="480"/>
                  </a:lnTo>
                  <a:lnTo>
                    <a:pt x="330" y="474"/>
                  </a:lnTo>
                  <a:lnTo>
                    <a:pt x="352" y="464"/>
                  </a:lnTo>
                  <a:lnTo>
                    <a:pt x="372" y="452"/>
                  </a:lnTo>
                  <a:lnTo>
                    <a:pt x="392" y="440"/>
                  </a:lnTo>
                  <a:lnTo>
                    <a:pt x="410" y="424"/>
                  </a:lnTo>
                  <a:lnTo>
                    <a:pt x="426" y="408"/>
                  </a:lnTo>
                  <a:lnTo>
                    <a:pt x="441" y="390"/>
                  </a:lnTo>
                  <a:lnTo>
                    <a:pt x="455" y="370"/>
                  </a:lnTo>
                  <a:lnTo>
                    <a:pt x="465" y="348"/>
                  </a:lnTo>
                  <a:lnTo>
                    <a:pt x="475" y="326"/>
                  </a:lnTo>
                  <a:lnTo>
                    <a:pt x="481" y="302"/>
                  </a:lnTo>
                  <a:lnTo>
                    <a:pt x="487" y="278"/>
                  </a:lnTo>
                  <a:lnTo>
                    <a:pt x="489" y="252"/>
                  </a:lnTo>
                  <a:lnTo>
                    <a:pt x="487" y="228"/>
                  </a:lnTo>
                  <a:lnTo>
                    <a:pt x="485" y="204"/>
                  </a:lnTo>
                  <a:lnTo>
                    <a:pt x="479" y="182"/>
                  </a:lnTo>
                  <a:lnTo>
                    <a:pt x="473" y="160"/>
                  </a:lnTo>
                  <a:lnTo>
                    <a:pt x="463" y="138"/>
                  </a:lnTo>
                  <a:lnTo>
                    <a:pt x="453" y="118"/>
                  </a:lnTo>
                  <a:lnTo>
                    <a:pt x="439" y="98"/>
                  </a:lnTo>
                  <a:lnTo>
                    <a:pt x="424" y="80"/>
                  </a:lnTo>
                  <a:lnTo>
                    <a:pt x="408" y="64"/>
                  </a:lnTo>
                  <a:lnTo>
                    <a:pt x="390" y="48"/>
                  </a:lnTo>
                  <a:lnTo>
                    <a:pt x="370" y="34"/>
                  </a:lnTo>
                  <a:lnTo>
                    <a:pt x="348" y="24"/>
                  </a:lnTo>
                  <a:lnTo>
                    <a:pt x="326" y="14"/>
                  </a:lnTo>
                  <a:lnTo>
                    <a:pt x="302" y="8"/>
                  </a:lnTo>
                  <a:close/>
                </a:path>
              </a:pathLst>
            </a:custGeom>
            <a:solidFill>
              <a:srgbClr val="B5D334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03" name="Freeform 187"/>
            <p:cNvSpPr/>
            <p:nvPr/>
          </p:nvSpPr>
          <p:spPr>
            <a:xfrm>
              <a:off x="926" y="315"/>
              <a:ext cx="473" cy="472"/>
            </a:xfrm>
            <a:custGeom>
              <a:avLst/>
              <a:gdLst/>
              <a:ahLst/>
              <a:cxnLst>
                <a:cxn ang="0">
                  <a:pos x="292" y="6"/>
                </a:cxn>
                <a:cxn ang="0">
                  <a:pos x="246" y="0"/>
                </a:cxn>
                <a:cxn ang="0">
                  <a:pos x="198" y="2"/>
                </a:cxn>
                <a:cxn ang="0">
                  <a:pos x="154" y="14"/>
                </a:cxn>
                <a:cxn ang="0">
                  <a:pos x="114" y="34"/>
                </a:cxn>
                <a:cxn ang="0">
                  <a:pos x="78" y="62"/>
                </a:cxn>
                <a:cxn ang="0">
                  <a:pos x="46" y="96"/>
                </a:cxn>
                <a:cxn ang="0">
                  <a:pos x="22" y="136"/>
                </a:cxn>
                <a:cxn ang="0">
                  <a:pos x="6" y="180"/>
                </a:cxn>
                <a:cxn ang="0">
                  <a:pos x="2" y="204"/>
                </a:cxn>
                <a:cxn ang="0">
                  <a:pos x="2" y="252"/>
                </a:cxn>
                <a:cxn ang="0">
                  <a:pos x="8" y="298"/>
                </a:cxn>
                <a:cxn ang="0">
                  <a:pos x="24" y="340"/>
                </a:cxn>
                <a:cxn ang="0">
                  <a:pos x="48" y="378"/>
                </a:cxn>
                <a:cxn ang="0">
                  <a:pos x="80" y="412"/>
                </a:cxn>
                <a:cxn ang="0">
                  <a:pos x="116" y="440"/>
                </a:cxn>
                <a:cxn ang="0">
                  <a:pos x="160" y="460"/>
                </a:cxn>
                <a:cxn ang="0">
                  <a:pos x="182" y="466"/>
                </a:cxn>
                <a:cxn ang="0">
                  <a:pos x="230" y="472"/>
                </a:cxn>
                <a:cxn ang="0">
                  <a:pos x="276" y="470"/>
                </a:cxn>
                <a:cxn ang="0">
                  <a:pos x="320" y="458"/>
                </a:cxn>
                <a:cxn ang="0">
                  <a:pos x="362" y="438"/>
                </a:cxn>
                <a:cxn ang="0">
                  <a:pos x="398" y="410"/>
                </a:cxn>
                <a:cxn ang="0">
                  <a:pos x="427" y="376"/>
                </a:cxn>
                <a:cxn ang="0">
                  <a:pos x="451" y="336"/>
                </a:cxn>
                <a:cxn ang="0">
                  <a:pos x="467" y="292"/>
                </a:cxn>
                <a:cxn ang="0">
                  <a:pos x="471" y="268"/>
                </a:cxn>
                <a:cxn ang="0">
                  <a:pos x="473" y="220"/>
                </a:cxn>
                <a:cxn ang="0">
                  <a:pos x="465" y="176"/>
                </a:cxn>
                <a:cxn ang="0">
                  <a:pos x="449" y="132"/>
                </a:cxn>
                <a:cxn ang="0">
                  <a:pos x="425" y="94"/>
                </a:cxn>
                <a:cxn ang="0">
                  <a:pos x="396" y="60"/>
                </a:cxn>
                <a:cxn ang="0">
                  <a:pos x="358" y="32"/>
                </a:cxn>
                <a:cxn ang="0">
                  <a:pos x="316" y="14"/>
                </a:cxn>
                <a:cxn ang="0">
                  <a:pos x="292" y="6"/>
                </a:cxn>
              </a:cxnLst>
              <a:rect l="0" t="0" r="0" b="0"/>
              <a:pathLst>
                <a:path w="473" h="472">
                  <a:moveTo>
                    <a:pt x="292" y="6"/>
                  </a:moveTo>
                  <a:lnTo>
                    <a:pt x="292" y="6"/>
                  </a:lnTo>
                  <a:lnTo>
                    <a:pt x="268" y="2"/>
                  </a:lnTo>
                  <a:lnTo>
                    <a:pt x="246" y="0"/>
                  </a:lnTo>
                  <a:lnTo>
                    <a:pt x="222" y="0"/>
                  </a:lnTo>
                  <a:lnTo>
                    <a:pt x="198" y="2"/>
                  </a:lnTo>
                  <a:lnTo>
                    <a:pt x="176" y="8"/>
                  </a:lnTo>
                  <a:lnTo>
                    <a:pt x="154" y="14"/>
                  </a:lnTo>
                  <a:lnTo>
                    <a:pt x="134" y="24"/>
                  </a:lnTo>
                  <a:lnTo>
                    <a:pt x="114" y="34"/>
                  </a:lnTo>
                  <a:lnTo>
                    <a:pt x="94" y="48"/>
                  </a:lnTo>
                  <a:lnTo>
                    <a:pt x="78" y="62"/>
                  </a:lnTo>
                  <a:lnTo>
                    <a:pt x="62" y="78"/>
                  </a:lnTo>
                  <a:lnTo>
                    <a:pt x="46" y="96"/>
                  </a:lnTo>
                  <a:lnTo>
                    <a:pt x="34" y="116"/>
                  </a:lnTo>
                  <a:lnTo>
                    <a:pt x="22" y="136"/>
                  </a:lnTo>
                  <a:lnTo>
                    <a:pt x="14" y="158"/>
                  </a:lnTo>
                  <a:lnTo>
                    <a:pt x="6" y="180"/>
                  </a:lnTo>
                  <a:lnTo>
                    <a:pt x="2" y="204"/>
                  </a:lnTo>
                  <a:lnTo>
                    <a:pt x="0" y="228"/>
                  </a:lnTo>
                  <a:lnTo>
                    <a:pt x="2" y="252"/>
                  </a:lnTo>
                  <a:lnTo>
                    <a:pt x="4" y="274"/>
                  </a:lnTo>
                  <a:lnTo>
                    <a:pt x="8" y="298"/>
                  </a:lnTo>
                  <a:lnTo>
                    <a:pt x="16" y="318"/>
                  </a:lnTo>
                  <a:lnTo>
                    <a:pt x="24" y="340"/>
                  </a:lnTo>
                  <a:lnTo>
                    <a:pt x="36" y="360"/>
                  </a:lnTo>
                  <a:lnTo>
                    <a:pt x="48" y="378"/>
                  </a:lnTo>
                  <a:lnTo>
                    <a:pt x="64" y="396"/>
                  </a:lnTo>
                  <a:lnTo>
                    <a:pt x="80" y="412"/>
                  </a:lnTo>
                  <a:lnTo>
                    <a:pt x="98" y="426"/>
                  </a:lnTo>
                  <a:lnTo>
                    <a:pt x="116" y="440"/>
                  </a:lnTo>
                  <a:lnTo>
                    <a:pt x="138" y="450"/>
                  </a:lnTo>
                  <a:lnTo>
                    <a:pt x="160" y="460"/>
                  </a:lnTo>
                  <a:lnTo>
                    <a:pt x="182" y="466"/>
                  </a:lnTo>
                  <a:lnTo>
                    <a:pt x="206" y="470"/>
                  </a:lnTo>
                  <a:lnTo>
                    <a:pt x="230" y="472"/>
                  </a:lnTo>
                  <a:lnTo>
                    <a:pt x="254" y="472"/>
                  </a:lnTo>
                  <a:lnTo>
                    <a:pt x="276" y="470"/>
                  </a:lnTo>
                  <a:lnTo>
                    <a:pt x="298" y="464"/>
                  </a:lnTo>
                  <a:lnTo>
                    <a:pt x="320" y="458"/>
                  </a:lnTo>
                  <a:lnTo>
                    <a:pt x="342" y="448"/>
                  </a:lnTo>
                  <a:lnTo>
                    <a:pt x="362" y="438"/>
                  </a:lnTo>
                  <a:lnTo>
                    <a:pt x="380" y="424"/>
                  </a:lnTo>
                  <a:lnTo>
                    <a:pt x="398" y="410"/>
                  </a:lnTo>
                  <a:lnTo>
                    <a:pt x="414" y="394"/>
                  </a:lnTo>
                  <a:lnTo>
                    <a:pt x="427" y="376"/>
                  </a:lnTo>
                  <a:lnTo>
                    <a:pt x="441" y="358"/>
                  </a:lnTo>
                  <a:lnTo>
                    <a:pt x="451" y="336"/>
                  </a:lnTo>
                  <a:lnTo>
                    <a:pt x="461" y="314"/>
                  </a:lnTo>
                  <a:lnTo>
                    <a:pt x="467" y="292"/>
                  </a:lnTo>
                  <a:lnTo>
                    <a:pt x="471" y="268"/>
                  </a:lnTo>
                  <a:lnTo>
                    <a:pt x="473" y="244"/>
                  </a:lnTo>
                  <a:lnTo>
                    <a:pt x="473" y="220"/>
                  </a:lnTo>
                  <a:lnTo>
                    <a:pt x="471" y="198"/>
                  </a:lnTo>
                  <a:lnTo>
                    <a:pt x="465" y="176"/>
                  </a:lnTo>
                  <a:lnTo>
                    <a:pt x="459" y="154"/>
                  </a:lnTo>
                  <a:lnTo>
                    <a:pt x="449" y="132"/>
                  </a:lnTo>
                  <a:lnTo>
                    <a:pt x="439" y="112"/>
                  </a:lnTo>
                  <a:lnTo>
                    <a:pt x="425" y="94"/>
                  </a:lnTo>
                  <a:lnTo>
                    <a:pt x="412" y="76"/>
                  </a:lnTo>
                  <a:lnTo>
                    <a:pt x="396" y="60"/>
                  </a:lnTo>
                  <a:lnTo>
                    <a:pt x="378" y="46"/>
                  </a:lnTo>
                  <a:lnTo>
                    <a:pt x="358" y="32"/>
                  </a:lnTo>
                  <a:lnTo>
                    <a:pt x="338" y="22"/>
                  </a:lnTo>
                  <a:lnTo>
                    <a:pt x="316" y="14"/>
                  </a:lnTo>
                  <a:lnTo>
                    <a:pt x="292" y="6"/>
                  </a:lnTo>
                  <a:close/>
                </a:path>
              </a:pathLst>
            </a:custGeom>
            <a:solidFill>
              <a:srgbClr val="B7D43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04" name="Freeform 188"/>
            <p:cNvSpPr/>
            <p:nvPr/>
          </p:nvSpPr>
          <p:spPr>
            <a:xfrm>
              <a:off x="934" y="319"/>
              <a:ext cx="459" cy="458"/>
            </a:xfrm>
            <a:custGeom>
              <a:avLst/>
              <a:gdLst/>
              <a:ahLst/>
              <a:cxnLst>
                <a:cxn ang="0">
                  <a:pos x="284" y="8"/>
                </a:cxn>
                <a:cxn ang="0">
                  <a:pos x="238" y="0"/>
                </a:cxn>
                <a:cxn ang="0">
                  <a:pos x="192" y="4"/>
                </a:cxn>
                <a:cxn ang="0">
                  <a:pos x="150" y="16"/>
                </a:cxn>
                <a:cxn ang="0">
                  <a:pos x="110" y="34"/>
                </a:cxn>
                <a:cxn ang="0">
                  <a:pos x="74" y="62"/>
                </a:cxn>
                <a:cxn ang="0">
                  <a:pos x="46" y="94"/>
                </a:cxn>
                <a:cxn ang="0">
                  <a:pos x="22" y="132"/>
                </a:cxn>
                <a:cxn ang="0">
                  <a:pos x="6" y="176"/>
                </a:cxn>
                <a:cxn ang="0">
                  <a:pos x="2" y="200"/>
                </a:cxn>
                <a:cxn ang="0">
                  <a:pos x="2" y="244"/>
                </a:cxn>
                <a:cxn ang="0">
                  <a:pos x="8" y="288"/>
                </a:cxn>
                <a:cxn ang="0">
                  <a:pos x="24" y="330"/>
                </a:cxn>
                <a:cxn ang="0">
                  <a:pos x="48" y="368"/>
                </a:cxn>
                <a:cxn ang="0">
                  <a:pos x="76" y="400"/>
                </a:cxn>
                <a:cxn ang="0">
                  <a:pos x="112" y="426"/>
                </a:cxn>
                <a:cxn ang="0">
                  <a:pos x="154" y="446"/>
                </a:cxn>
                <a:cxn ang="0">
                  <a:pos x="176" y="452"/>
                </a:cxn>
                <a:cxn ang="0">
                  <a:pos x="222" y="458"/>
                </a:cxn>
                <a:cxn ang="0">
                  <a:pos x="268" y="456"/>
                </a:cxn>
                <a:cxn ang="0">
                  <a:pos x="310" y="444"/>
                </a:cxn>
                <a:cxn ang="0">
                  <a:pos x="350" y="424"/>
                </a:cxn>
                <a:cxn ang="0">
                  <a:pos x="386" y="398"/>
                </a:cxn>
                <a:cxn ang="0">
                  <a:pos x="414" y="366"/>
                </a:cxn>
                <a:cxn ang="0">
                  <a:pos x="437" y="326"/>
                </a:cxn>
                <a:cxn ang="0">
                  <a:pos x="453" y="284"/>
                </a:cxn>
                <a:cxn ang="0">
                  <a:pos x="457" y="260"/>
                </a:cxn>
                <a:cxn ang="0">
                  <a:pos x="457" y="214"/>
                </a:cxn>
                <a:cxn ang="0">
                  <a:pos x="451" y="170"/>
                </a:cxn>
                <a:cxn ang="0">
                  <a:pos x="435" y="130"/>
                </a:cxn>
                <a:cxn ang="0">
                  <a:pos x="412" y="92"/>
                </a:cxn>
                <a:cxn ang="0">
                  <a:pos x="384" y="60"/>
                </a:cxn>
                <a:cxn ang="0">
                  <a:pos x="348" y="34"/>
                </a:cxn>
                <a:cxn ang="0">
                  <a:pos x="306" y="14"/>
                </a:cxn>
                <a:cxn ang="0">
                  <a:pos x="284" y="8"/>
                </a:cxn>
              </a:cxnLst>
              <a:rect l="0" t="0" r="0" b="0"/>
              <a:pathLst>
                <a:path w="459" h="458">
                  <a:moveTo>
                    <a:pt x="284" y="8"/>
                  </a:moveTo>
                  <a:lnTo>
                    <a:pt x="284" y="8"/>
                  </a:lnTo>
                  <a:lnTo>
                    <a:pt x="260" y="2"/>
                  </a:lnTo>
                  <a:lnTo>
                    <a:pt x="238" y="0"/>
                  </a:lnTo>
                  <a:lnTo>
                    <a:pt x="214" y="2"/>
                  </a:lnTo>
                  <a:lnTo>
                    <a:pt x="192" y="4"/>
                  </a:lnTo>
                  <a:lnTo>
                    <a:pt x="170" y="8"/>
                  </a:lnTo>
                  <a:lnTo>
                    <a:pt x="150" y="16"/>
                  </a:lnTo>
                  <a:lnTo>
                    <a:pt x="130" y="24"/>
                  </a:lnTo>
                  <a:lnTo>
                    <a:pt x="110" y="34"/>
                  </a:lnTo>
                  <a:lnTo>
                    <a:pt x="92" y="48"/>
                  </a:lnTo>
                  <a:lnTo>
                    <a:pt x="74" y="62"/>
                  </a:lnTo>
                  <a:lnTo>
                    <a:pt x="60" y="76"/>
                  </a:lnTo>
                  <a:lnTo>
                    <a:pt x="46" y="94"/>
                  </a:lnTo>
                  <a:lnTo>
                    <a:pt x="32" y="112"/>
                  </a:lnTo>
                  <a:lnTo>
                    <a:pt x="22" y="132"/>
                  </a:lnTo>
                  <a:lnTo>
                    <a:pt x="14" y="154"/>
                  </a:lnTo>
                  <a:lnTo>
                    <a:pt x="6" y="176"/>
                  </a:lnTo>
                  <a:lnTo>
                    <a:pt x="2" y="200"/>
                  </a:lnTo>
                  <a:lnTo>
                    <a:pt x="0" y="222"/>
                  </a:lnTo>
                  <a:lnTo>
                    <a:pt x="2" y="244"/>
                  </a:lnTo>
                  <a:lnTo>
                    <a:pt x="4" y="268"/>
                  </a:lnTo>
                  <a:lnTo>
                    <a:pt x="8" y="288"/>
                  </a:lnTo>
                  <a:lnTo>
                    <a:pt x="16" y="310"/>
                  </a:lnTo>
                  <a:lnTo>
                    <a:pt x="24" y="330"/>
                  </a:lnTo>
                  <a:lnTo>
                    <a:pt x="34" y="350"/>
                  </a:lnTo>
                  <a:lnTo>
                    <a:pt x="48" y="368"/>
                  </a:lnTo>
                  <a:lnTo>
                    <a:pt x="62" y="384"/>
                  </a:lnTo>
                  <a:lnTo>
                    <a:pt x="76" y="400"/>
                  </a:lnTo>
                  <a:lnTo>
                    <a:pt x="94" y="414"/>
                  </a:lnTo>
                  <a:lnTo>
                    <a:pt x="112" y="426"/>
                  </a:lnTo>
                  <a:lnTo>
                    <a:pt x="132" y="438"/>
                  </a:lnTo>
                  <a:lnTo>
                    <a:pt x="154" y="446"/>
                  </a:lnTo>
                  <a:lnTo>
                    <a:pt x="176" y="452"/>
                  </a:lnTo>
                  <a:lnTo>
                    <a:pt x="200" y="456"/>
                  </a:lnTo>
                  <a:lnTo>
                    <a:pt x="222" y="458"/>
                  </a:lnTo>
                  <a:lnTo>
                    <a:pt x="246" y="458"/>
                  </a:lnTo>
                  <a:lnTo>
                    <a:pt x="268" y="456"/>
                  </a:lnTo>
                  <a:lnTo>
                    <a:pt x="290" y="450"/>
                  </a:lnTo>
                  <a:lnTo>
                    <a:pt x="310" y="444"/>
                  </a:lnTo>
                  <a:lnTo>
                    <a:pt x="330" y="436"/>
                  </a:lnTo>
                  <a:lnTo>
                    <a:pt x="350" y="424"/>
                  </a:lnTo>
                  <a:lnTo>
                    <a:pt x="368" y="412"/>
                  </a:lnTo>
                  <a:lnTo>
                    <a:pt x="386" y="398"/>
                  </a:lnTo>
                  <a:lnTo>
                    <a:pt x="400" y="382"/>
                  </a:lnTo>
                  <a:lnTo>
                    <a:pt x="414" y="366"/>
                  </a:lnTo>
                  <a:lnTo>
                    <a:pt x="427" y="346"/>
                  </a:lnTo>
                  <a:lnTo>
                    <a:pt x="437" y="326"/>
                  </a:lnTo>
                  <a:lnTo>
                    <a:pt x="445" y="306"/>
                  </a:lnTo>
                  <a:lnTo>
                    <a:pt x="453" y="284"/>
                  </a:lnTo>
                  <a:lnTo>
                    <a:pt x="457" y="260"/>
                  </a:lnTo>
                  <a:lnTo>
                    <a:pt x="459" y="238"/>
                  </a:lnTo>
                  <a:lnTo>
                    <a:pt x="457" y="214"/>
                  </a:lnTo>
                  <a:lnTo>
                    <a:pt x="455" y="192"/>
                  </a:lnTo>
                  <a:lnTo>
                    <a:pt x="451" y="170"/>
                  </a:lnTo>
                  <a:lnTo>
                    <a:pt x="443" y="150"/>
                  </a:lnTo>
                  <a:lnTo>
                    <a:pt x="435" y="130"/>
                  </a:lnTo>
                  <a:lnTo>
                    <a:pt x="425" y="110"/>
                  </a:lnTo>
                  <a:lnTo>
                    <a:pt x="412" y="92"/>
                  </a:lnTo>
                  <a:lnTo>
                    <a:pt x="398" y="76"/>
                  </a:lnTo>
                  <a:lnTo>
                    <a:pt x="384" y="60"/>
                  </a:lnTo>
                  <a:lnTo>
                    <a:pt x="366" y="46"/>
                  </a:lnTo>
                  <a:lnTo>
                    <a:pt x="348" y="34"/>
                  </a:lnTo>
                  <a:lnTo>
                    <a:pt x="328" y="22"/>
                  </a:lnTo>
                  <a:lnTo>
                    <a:pt x="306" y="14"/>
                  </a:lnTo>
                  <a:lnTo>
                    <a:pt x="284" y="8"/>
                  </a:lnTo>
                  <a:close/>
                </a:path>
              </a:pathLst>
            </a:custGeom>
            <a:solidFill>
              <a:srgbClr val="B9D53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05" name="Freeform 189"/>
            <p:cNvSpPr/>
            <p:nvPr/>
          </p:nvSpPr>
          <p:spPr>
            <a:xfrm>
              <a:off x="942" y="325"/>
              <a:ext cx="443" cy="442"/>
            </a:xfrm>
            <a:custGeom>
              <a:avLst/>
              <a:gdLst/>
              <a:ahLst/>
              <a:cxnLst>
                <a:cxn ang="0">
                  <a:pos x="274" y="6"/>
                </a:cxn>
                <a:cxn ang="0">
                  <a:pos x="230" y="0"/>
                </a:cxn>
                <a:cxn ang="0">
                  <a:pos x="186" y="2"/>
                </a:cxn>
                <a:cxn ang="0">
                  <a:pos x="144" y="14"/>
                </a:cxn>
                <a:cxn ang="0">
                  <a:pos x="106" y="32"/>
                </a:cxn>
                <a:cxn ang="0">
                  <a:pos x="72" y="58"/>
                </a:cxn>
                <a:cxn ang="0">
                  <a:pos x="44" y="90"/>
                </a:cxn>
                <a:cxn ang="0">
                  <a:pos x="22" y="128"/>
                </a:cxn>
                <a:cxn ang="0">
                  <a:pos x="6" y="170"/>
                </a:cxn>
                <a:cxn ang="0">
                  <a:pos x="2" y="192"/>
                </a:cxn>
                <a:cxn ang="0">
                  <a:pos x="2" y="236"/>
                </a:cxn>
                <a:cxn ang="0">
                  <a:pos x="8" y="278"/>
                </a:cxn>
                <a:cxn ang="0">
                  <a:pos x="24" y="318"/>
                </a:cxn>
                <a:cxn ang="0">
                  <a:pos x="46" y="354"/>
                </a:cxn>
                <a:cxn ang="0">
                  <a:pos x="74" y="386"/>
                </a:cxn>
                <a:cxn ang="0">
                  <a:pos x="110" y="412"/>
                </a:cxn>
                <a:cxn ang="0">
                  <a:pos x="150" y="430"/>
                </a:cxn>
                <a:cxn ang="0">
                  <a:pos x="170" y="436"/>
                </a:cxn>
                <a:cxn ang="0">
                  <a:pos x="216" y="442"/>
                </a:cxn>
                <a:cxn ang="0">
                  <a:pos x="258" y="440"/>
                </a:cxn>
                <a:cxn ang="0">
                  <a:pos x="300" y="428"/>
                </a:cxn>
                <a:cxn ang="0">
                  <a:pos x="338" y="410"/>
                </a:cxn>
                <a:cxn ang="0">
                  <a:pos x="372" y="384"/>
                </a:cxn>
                <a:cxn ang="0">
                  <a:pos x="402" y="352"/>
                </a:cxn>
                <a:cxn ang="0">
                  <a:pos x="423" y="316"/>
                </a:cxn>
                <a:cxn ang="0">
                  <a:pos x="437" y="274"/>
                </a:cxn>
                <a:cxn ang="0">
                  <a:pos x="441" y="250"/>
                </a:cxn>
                <a:cxn ang="0">
                  <a:pos x="443" y="206"/>
                </a:cxn>
                <a:cxn ang="0">
                  <a:pos x="435" y="164"/>
                </a:cxn>
                <a:cxn ang="0">
                  <a:pos x="421" y="124"/>
                </a:cxn>
                <a:cxn ang="0">
                  <a:pos x="400" y="88"/>
                </a:cxn>
                <a:cxn ang="0">
                  <a:pos x="370" y="56"/>
                </a:cxn>
                <a:cxn ang="0">
                  <a:pos x="336" y="32"/>
                </a:cxn>
                <a:cxn ang="0">
                  <a:pos x="296" y="12"/>
                </a:cxn>
                <a:cxn ang="0">
                  <a:pos x="274" y="6"/>
                </a:cxn>
              </a:cxnLst>
              <a:rect l="0" t="0" r="0" b="0"/>
              <a:pathLst>
                <a:path w="443" h="442">
                  <a:moveTo>
                    <a:pt x="274" y="6"/>
                  </a:moveTo>
                  <a:lnTo>
                    <a:pt x="274" y="6"/>
                  </a:lnTo>
                  <a:lnTo>
                    <a:pt x="252" y="2"/>
                  </a:lnTo>
                  <a:lnTo>
                    <a:pt x="230" y="0"/>
                  </a:lnTo>
                  <a:lnTo>
                    <a:pt x="208" y="0"/>
                  </a:lnTo>
                  <a:lnTo>
                    <a:pt x="186" y="2"/>
                  </a:lnTo>
                  <a:lnTo>
                    <a:pt x="166" y="8"/>
                  </a:lnTo>
                  <a:lnTo>
                    <a:pt x="144" y="14"/>
                  </a:lnTo>
                  <a:lnTo>
                    <a:pt x="126" y="22"/>
                  </a:lnTo>
                  <a:lnTo>
                    <a:pt x="106" y="32"/>
                  </a:lnTo>
                  <a:lnTo>
                    <a:pt x="90" y="44"/>
                  </a:lnTo>
                  <a:lnTo>
                    <a:pt x="72" y="58"/>
                  </a:lnTo>
                  <a:lnTo>
                    <a:pt x="58" y="74"/>
                  </a:lnTo>
                  <a:lnTo>
                    <a:pt x="44" y="90"/>
                  </a:lnTo>
                  <a:lnTo>
                    <a:pt x="32" y="108"/>
                  </a:lnTo>
                  <a:lnTo>
                    <a:pt x="22" y="128"/>
                  </a:lnTo>
                  <a:lnTo>
                    <a:pt x="14" y="148"/>
                  </a:lnTo>
                  <a:lnTo>
                    <a:pt x="6" y="170"/>
                  </a:lnTo>
                  <a:lnTo>
                    <a:pt x="2" y="192"/>
                  </a:lnTo>
                  <a:lnTo>
                    <a:pt x="0" y="214"/>
                  </a:lnTo>
                  <a:lnTo>
                    <a:pt x="2" y="236"/>
                  </a:lnTo>
                  <a:lnTo>
                    <a:pt x="4" y="258"/>
                  </a:lnTo>
                  <a:lnTo>
                    <a:pt x="8" y="278"/>
                  </a:lnTo>
                  <a:lnTo>
                    <a:pt x="16" y="298"/>
                  </a:lnTo>
                  <a:lnTo>
                    <a:pt x="24" y="318"/>
                  </a:lnTo>
                  <a:lnTo>
                    <a:pt x="34" y="336"/>
                  </a:lnTo>
                  <a:lnTo>
                    <a:pt x="46" y="354"/>
                  </a:lnTo>
                  <a:lnTo>
                    <a:pt x="60" y="370"/>
                  </a:lnTo>
                  <a:lnTo>
                    <a:pt x="74" y="386"/>
                  </a:lnTo>
                  <a:lnTo>
                    <a:pt x="92" y="400"/>
                  </a:lnTo>
                  <a:lnTo>
                    <a:pt x="110" y="412"/>
                  </a:lnTo>
                  <a:lnTo>
                    <a:pt x="128" y="422"/>
                  </a:lnTo>
                  <a:lnTo>
                    <a:pt x="150" y="430"/>
                  </a:lnTo>
                  <a:lnTo>
                    <a:pt x="170" y="436"/>
                  </a:lnTo>
                  <a:lnTo>
                    <a:pt x="194" y="440"/>
                  </a:lnTo>
                  <a:lnTo>
                    <a:pt x="216" y="442"/>
                  </a:lnTo>
                  <a:lnTo>
                    <a:pt x="238" y="442"/>
                  </a:lnTo>
                  <a:lnTo>
                    <a:pt x="258" y="440"/>
                  </a:lnTo>
                  <a:lnTo>
                    <a:pt x="280" y="436"/>
                  </a:lnTo>
                  <a:lnTo>
                    <a:pt x="300" y="428"/>
                  </a:lnTo>
                  <a:lnTo>
                    <a:pt x="320" y="420"/>
                  </a:lnTo>
                  <a:lnTo>
                    <a:pt x="338" y="410"/>
                  </a:lnTo>
                  <a:lnTo>
                    <a:pt x="356" y="398"/>
                  </a:lnTo>
                  <a:lnTo>
                    <a:pt x="372" y="384"/>
                  </a:lnTo>
                  <a:lnTo>
                    <a:pt x="388" y="370"/>
                  </a:lnTo>
                  <a:lnTo>
                    <a:pt x="402" y="352"/>
                  </a:lnTo>
                  <a:lnTo>
                    <a:pt x="413" y="334"/>
                  </a:lnTo>
                  <a:lnTo>
                    <a:pt x="423" y="316"/>
                  </a:lnTo>
                  <a:lnTo>
                    <a:pt x="431" y="294"/>
                  </a:lnTo>
                  <a:lnTo>
                    <a:pt x="437" y="274"/>
                  </a:lnTo>
                  <a:lnTo>
                    <a:pt x="441" y="250"/>
                  </a:lnTo>
                  <a:lnTo>
                    <a:pt x="443" y="228"/>
                  </a:lnTo>
                  <a:lnTo>
                    <a:pt x="443" y="206"/>
                  </a:lnTo>
                  <a:lnTo>
                    <a:pt x="441" y="186"/>
                  </a:lnTo>
                  <a:lnTo>
                    <a:pt x="435" y="164"/>
                  </a:lnTo>
                  <a:lnTo>
                    <a:pt x="429" y="144"/>
                  </a:lnTo>
                  <a:lnTo>
                    <a:pt x="421" y="124"/>
                  </a:lnTo>
                  <a:lnTo>
                    <a:pt x="411" y="106"/>
                  </a:lnTo>
                  <a:lnTo>
                    <a:pt x="400" y="88"/>
                  </a:lnTo>
                  <a:lnTo>
                    <a:pt x="386" y="72"/>
                  </a:lnTo>
                  <a:lnTo>
                    <a:pt x="370" y="56"/>
                  </a:lnTo>
                  <a:lnTo>
                    <a:pt x="354" y="44"/>
                  </a:lnTo>
                  <a:lnTo>
                    <a:pt x="336" y="32"/>
                  </a:lnTo>
                  <a:lnTo>
                    <a:pt x="316" y="20"/>
                  </a:lnTo>
                  <a:lnTo>
                    <a:pt x="296" y="12"/>
                  </a:lnTo>
                  <a:lnTo>
                    <a:pt x="274" y="6"/>
                  </a:lnTo>
                  <a:close/>
                </a:path>
              </a:pathLst>
            </a:custGeom>
            <a:solidFill>
              <a:srgbClr val="BAD53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06" name="Freeform 190"/>
            <p:cNvSpPr/>
            <p:nvPr/>
          </p:nvSpPr>
          <p:spPr>
            <a:xfrm>
              <a:off x="952" y="331"/>
              <a:ext cx="427" cy="426"/>
            </a:xfrm>
            <a:custGeom>
              <a:avLst/>
              <a:gdLst/>
              <a:ahLst/>
              <a:cxnLst>
                <a:cxn ang="0">
                  <a:pos x="262" y="6"/>
                </a:cxn>
                <a:cxn ang="0">
                  <a:pos x="220" y="0"/>
                </a:cxn>
                <a:cxn ang="0">
                  <a:pos x="178" y="2"/>
                </a:cxn>
                <a:cxn ang="0">
                  <a:pos x="138" y="12"/>
                </a:cxn>
                <a:cxn ang="0">
                  <a:pos x="102" y="30"/>
                </a:cxn>
                <a:cxn ang="0">
                  <a:pos x="68" y="56"/>
                </a:cxn>
                <a:cxn ang="0">
                  <a:pos x="40" y="86"/>
                </a:cxn>
                <a:cxn ang="0">
                  <a:pos x="20" y="122"/>
                </a:cxn>
                <a:cxn ang="0">
                  <a:pos x="4" y="164"/>
                </a:cxn>
                <a:cxn ang="0">
                  <a:pos x="0" y="184"/>
                </a:cxn>
                <a:cxn ang="0">
                  <a:pos x="0" y="226"/>
                </a:cxn>
                <a:cxn ang="0">
                  <a:pos x="6" y="268"/>
                </a:cxn>
                <a:cxn ang="0">
                  <a:pos x="20" y="306"/>
                </a:cxn>
                <a:cxn ang="0">
                  <a:pos x="42" y="342"/>
                </a:cxn>
                <a:cxn ang="0">
                  <a:pos x="70" y="372"/>
                </a:cxn>
                <a:cxn ang="0">
                  <a:pos x="104" y="396"/>
                </a:cxn>
                <a:cxn ang="0">
                  <a:pos x="142" y="414"/>
                </a:cxn>
                <a:cxn ang="0">
                  <a:pos x="164" y="420"/>
                </a:cxn>
                <a:cxn ang="0">
                  <a:pos x="206" y="426"/>
                </a:cxn>
                <a:cxn ang="0">
                  <a:pos x="248" y="424"/>
                </a:cxn>
                <a:cxn ang="0">
                  <a:pos x="288" y="414"/>
                </a:cxn>
                <a:cxn ang="0">
                  <a:pos x="326" y="396"/>
                </a:cxn>
                <a:cxn ang="0">
                  <a:pos x="358" y="370"/>
                </a:cxn>
                <a:cxn ang="0">
                  <a:pos x="386" y="340"/>
                </a:cxn>
                <a:cxn ang="0">
                  <a:pos x="407" y="304"/>
                </a:cxn>
                <a:cxn ang="0">
                  <a:pos x="421" y="262"/>
                </a:cxn>
                <a:cxn ang="0">
                  <a:pos x="425" y="242"/>
                </a:cxn>
                <a:cxn ang="0">
                  <a:pos x="425" y="198"/>
                </a:cxn>
                <a:cxn ang="0">
                  <a:pos x="419" y="158"/>
                </a:cxn>
                <a:cxn ang="0">
                  <a:pos x="405" y="120"/>
                </a:cxn>
                <a:cxn ang="0">
                  <a:pos x="384" y="84"/>
                </a:cxn>
                <a:cxn ang="0">
                  <a:pos x="356" y="54"/>
                </a:cxn>
                <a:cxn ang="0">
                  <a:pos x="322" y="30"/>
                </a:cxn>
                <a:cxn ang="0">
                  <a:pos x="284" y="12"/>
                </a:cxn>
                <a:cxn ang="0">
                  <a:pos x="262" y="6"/>
                </a:cxn>
              </a:cxnLst>
              <a:rect l="0" t="0" r="0" b="0"/>
              <a:pathLst>
                <a:path w="427" h="426">
                  <a:moveTo>
                    <a:pt x="262" y="6"/>
                  </a:moveTo>
                  <a:lnTo>
                    <a:pt x="262" y="6"/>
                  </a:lnTo>
                  <a:lnTo>
                    <a:pt x="242" y="2"/>
                  </a:lnTo>
                  <a:lnTo>
                    <a:pt x="220" y="0"/>
                  </a:lnTo>
                  <a:lnTo>
                    <a:pt x="198" y="0"/>
                  </a:lnTo>
                  <a:lnTo>
                    <a:pt x="178" y="2"/>
                  </a:lnTo>
                  <a:lnTo>
                    <a:pt x="158" y="6"/>
                  </a:lnTo>
                  <a:lnTo>
                    <a:pt x="138" y="12"/>
                  </a:lnTo>
                  <a:lnTo>
                    <a:pt x="120" y="20"/>
                  </a:lnTo>
                  <a:lnTo>
                    <a:pt x="102" y="30"/>
                  </a:lnTo>
                  <a:lnTo>
                    <a:pt x="84" y="42"/>
                  </a:lnTo>
                  <a:lnTo>
                    <a:pt x="68" y="56"/>
                  </a:lnTo>
                  <a:lnTo>
                    <a:pt x="54" y="70"/>
                  </a:lnTo>
                  <a:lnTo>
                    <a:pt x="40" y="86"/>
                  </a:lnTo>
                  <a:lnTo>
                    <a:pt x="30" y="104"/>
                  </a:lnTo>
                  <a:lnTo>
                    <a:pt x="20" y="122"/>
                  </a:lnTo>
                  <a:lnTo>
                    <a:pt x="12" y="142"/>
                  </a:lnTo>
                  <a:lnTo>
                    <a:pt x="4" y="164"/>
                  </a:lnTo>
                  <a:lnTo>
                    <a:pt x="0" y="184"/>
                  </a:lnTo>
                  <a:lnTo>
                    <a:pt x="0" y="206"/>
                  </a:lnTo>
                  <a:lnTo>
                    <a:pt x="0" y="226"/>
                  </a:lnTo>
                  <a:lnTo>
                    <a:pt x="2" y="248"/>
                  </a:lnTo>
                  <a:lnTo>
                    <a:pt x="6" y="268"/>
                  </a:lnTo>
                  <a:lnTo>
                    <a:pt x="12" y="288"/>
                  </a:lnTo>
                  <a:lnTo>
                    <a:pt x="20" y="306"/>
                  </a:lnTo>
                  <a:lnTo>
                    <a:pt x="30" y="324"/>
                  </a:lnTo>
                  <a:lnTo>
                    <a:pt x="42" y="342"/>
                  </a:lnTo>
                  <a:lnTo>
                    <a:pt x="56" y="358"/>
                  </a:lnTo>
                  <a:lnTo>
                    <a:pt x="70" y="372"/>
                  </a:lnTo>
                  <a:lnTo>
                    <a:pt x="86" y="386"/>
                  </a:lnTo>
                  <a:lnTo>
                    <a:pt x="104" y="396"/>
                  </a:lnTo>
                  <a:lnTo>
                    <a:pt x="122" y="406"/>
                  </a:lnTo>
                  <a:lnTo>
                    <a:pt x="142" y="414"/>
                  </a:lnTo>
                  <a:lnTo>
                    <a:pt x="164" y="420"/>
                  </a:lnTo>
                  <a:lnTo>
                    <a:pt x="184" y="424"/>
                  </a:lnTo>
                  <a:lnTo>
                    <a:pt x="206" y="426"/>
                  </a:lnTo>
                  <a:lnTo>
                    <a:pt x="228" y="426"/>
                  </a:lnTo>
                  <a:lnTo>
                    <a:pt x="248" y="424"/>
                  </a:lnTo>
                  <a:lnTo>
                    <a:pt x="268" y="420"/>
                  </a:lnTo>
                  <a:lnTo>
                    <a:pt x="288" y="414"/>
                  </a:lnTo>
                  <a:lnTo>
                    <a:pt x="308" y="404"/>
                  </a:lnTo>
                  <a:lnTo>
                    <a:pt x="326" y="396"/>
                  </a:lnTo>
                  <a:lnTo>
                    <a:pt x="342" y="384"/>
                  </a:lnTo>
                  <a:lnTo>
                    <a:pt x="358" y="370"/>
                  </a:lnTo>
                  <a:lnTo>
                    <a:pt x="372" y="356"/>
                  </a:lnTo>
                  <a:lnTo>
                    <a:pt x="386" y="340"/>
                  </a:lnTo>
                  <a:lnTo>
                    <a:pt x="398" y="322"/>
                  </a:lnTo>
                  <a:lnTo>
                    <a:pt x="407" y="304"/>
                  </a:lnTo>
                  <a:lnTo>
                    <a:pt x="415" y="284"/>
                  </a:lnTo>
                  <a:lnTo>
                    <a:pt x="421" y="262"/>
                  </a:lnTo>
                  <a:lnTo>
                    <a:pt x="425" y="242"/>
                  </a:lnTo>
                  <a:lnTo>
                    <a:pt x="427" y="220"/>
                  </a:lnTo>
                  <a:lnTo>
                    <a:pt x="425" y="198"/>
                  </a:lnTo>
                  <a:lnTo>
                    <a:pt x="423" y="178"/>
                  </a:lnTo>
                  <a:lnTo>
                    <a:pt x="419" y="158"/>
                  </a:lnTo>
                  <a:lnTo>
                    <a:pt x="413" y="138"/>
                  </a:lnTo>
                  <a:lnTo>
                    <a:pt x="405" y="120"/>
                  </a:lnTo>
                  <a:lnTo>
                    <a:pt x="396" y="102"/>
                  </a:lnTo>
                  <a:lnTo>
                    <a:pt x="384" y="84"/>
                  </a:lnTo>
                  <a:lnTo>
                    <a:pt x="370" y="68"/>
                  </a:lnTo>
                  <a:lnTo>
                    <a:pt x="356" y="54"/>
                  </a:lnTo>
                  <a:lnTo>
                    <a:pt x="340" y="40"/>
                  </a:lnTo>
                  <a:lnTo>
                    <a:pt x="322" y="30"/>
                  </a:lnTo>
                  <a:lnTo>
                    <a:pt x="304" y="20"/>
                  </a:lnTo>
                  <a:lnTo>
                    <a:pt x="284" y="12"/>
                  </a:lnTo>
                  <a:lnTo>
                    <a:pt x="262" y="6"/>
                  </a:lnTo>
                  <a:close/>
                </a:path>
              </a:pathLst>
            </a:custGeom>
            <a:solidFill>
              <a:srgbClr val="BCD63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07" name="Freeform 191"/>
            <p:cNvSpPr/>
            <p:nvPr/>
          </p:nvSpPr>
          <p:spPr>
            <a:xfrm>
              <a:off x="960" y="335"/>
              <a:ext cx="411" cy="412"/>
            </a:xfrm>
            <a:custGeom>
              <a:avLst/>
              <a:gdLst/>
              <a:ahLst/>
              <a:cxnLst>
                <a:cxn ang="0">
                  <a:pos x="254" y="6"/>
                </a:cxn>
                <a:cxn ang="0">
                  <a:pos x="212" y="0"/>
                </a:cxn>
                <a:cxn ang="0">
                  <a:pos x="172" y="4"/>
                </a:cxn>
                <a:cxn ang="0">
                  <a:pos x="134" y="14"/>
                </a:cxn>
                <a:cxn ang="0">
                  <a:pos x="98" y="30"/>
                </a:cxn>
                <a:cxn ang="0">
                  <a:pos x="66" y="54"/>
                </a:cxn>
                <a:cxn ang="0">
                  <a:pos x="40" y="84"/>
                </a:cxn>
                <a:cxn ang="0">
                  <a:pos x="18" y="120"/>
                </a:cxn>
                <a:cxn ang="0">
                  <a:pos x="4" y="158"/>
                </a:cxn>
                <a:cxn ang="0">
                  <a:pos x="2" y="180"/>
                </a:cxn>
                <a:cxn ang="0">
                  <a:pos x="0" y="220"/>
                </a:cxn>
                <a:cxn ang="0">
                  <a:pos x="6" y="260"/>
                </a:cxn>
                <a:cxn ang="0">
                  <a:pos x="20" y="296"/>
                </a:cxn>
                <a:cxn ang="0">
                  <a:pos x="42" y="330"/>
                </a:cxn>
                <a:cxn ang="0">
                  <a:pos x="68" y="360"/>
                </a:cxn>
                <a:cxn ang="0">
                  <a:pos x="100" y="384"/>
                </a:cxn>
                <a:cxn ang="0">
                  <a:pos x="138" y="402"/>
                </a:cxn>
                <a:cxn ang="0">
                  <a:pos x="158" y="406"/>
                </a:cxn>
                <a:cxn ang="0">
                  <a:pos x="200" y="412"/>
                </a:cxn>
                <a:cxn ang="0">
                  <a:pos x="240" y="410"/>
                </a:cxn>
                <a:cxn ang="0">
                  <a:pos x="278" y="400"/>
                </a:cxn>
                <a:cxn ang="0">
                  <a:pos x="314" y="382"/>
                </a:cxn>
                <a:cxn ang="0">
                  <a:pos x="346" y="358"/>
                </a:cxn>
                <a:cxn ang="0">
                  <a:pos x="372" y="328"/>
                </a:cxn>
                <a:cxn ang="0">
                  <a:pos x="391" y="294"/>
                </a:cxn>
                <a:cxn ang="0">
                  <a:pos x="405" y="254"/>
                </a:cxn>
                <a:cxn ang="0">
                  <a:pos x="409" y="234"/>
                </a:cxn>
                <a:cxn ang="0">
                  <a:pos x="411" y="192"/>
                </a:cxn>
                <a:cxn ang="0">
                  <a:pos x="405" y="154"/>
                </a:cxn>
                <a:cxn ang="0">
                  <a:pos x="391" y="116"/>
                </a:cxn>
                <a:cxn ang="0">
                  <a:pos x="370" y="82"/>
                </a:cxn>
                <a:cxn ang="0">
                  <a:pos x="344" y="54"/>
                </a:cxn>
                <a:cxn ang="0">
                  <a:pos x="312" y="30"/>
                </a:cxn>
                <a:cxn ang="0">
                  <a:pos x="274" y="12"/>
                </a:cxn>
                <a:cxn ang="0">
                  <a:pos x="254" y="6"/>
                </a:cxn>
              </a:cxnLst>
              <a:rect l="0" t="0" r="0" b="0"/>
              <a:pathLst>
                <a:path w="411" h="412">
                  <a:moveTo>
                    <a:pt x="254" y="6"/>
                  </a:moveTo>
                  <a:lnTo>
                    <a:pt x="254" y="6"/>
                  </a:lnTo>
                  <a:lnTo>
                    <a:pt x="234" y="2"/>
                  </a:lnTo>
                  <a:lnTo>
                    <a:pt x="212" y="0"/>
                  </a:lnTo>
                  <a:lnTo>
                    <a:pt x="192" y="0"/>
                  </a:lnTo>
                  <a:lnTo>
                    <a:pt x="172" y="4"/>
                  </a:lnTo>
                  <a:lnTo>
                    <a:pt x="152" y="8"/>
                  </a:lnTo>
                  <a:lnTo>
                    <a:pt x="134" y="14"/>
                  </a:lnTo>
                  <a:lnTo>
                    <a:pt x="116" y="22"/>
                  </a:lnTo>
                  <a:lnTo>
                    <a:pt x="98" y="30"/>
                  </a:lnTo>
                  <a:lnTo>
                    <a:pt x="82" y="42"/>
                  </a:lnTo>
                  <a:lnTo>
                    <a:pt x="66" y="54"/>
                  </a:lnTo>
                  <a:lnTo>
                    <a:pt x="52" y="68"/>
                  </a:lnTo>
                  <a:lnTo>
                    <a:pt x="40" y="84"/>
                  </a:lnTo>
                  <a:lnTo>
                    <a:pt x="28" y="102"/>
                  </a:lnTo>
                  <a:lnTo>
                    <a:pt x="18" y="120"/>
                  </a:lnTo>
                  <a:lnTo>
                    <a:pt x="10" y="138"/>
                  </a:lnTo>
                  <a:lnTo>
                    <a:pt x="4" y="158"/>
                  </a:lnTo>
                  <a:lnTo>
                    <a:pt x="2" y="180"/>
                  </a:lnTo>
                  <a:lnTo>
                    <a:pt x="0" y="200"/>
                  </a:lnTo>
                  <a:lnTo>
                    <a:pt x="0" y="220"/>
                  </a:lnTo>
                  <a:lnTo>
                    <a:pt x="2" y="240"/>
                  </a:lnTo>
                  <a:lnTo>
                    <a:pt x="6" y="260"/>
                  </a:lnTo>
                  <a:lnTo>
                    <a:pt x="12" y="278"/>
                  </a:lnTo>
                  <a:lnTo>
                    <a:pt x="20" y="296"/>
                  </a:lnTo>
                  <a:lnTo>
                    <a:pt x="30" y="314"/>
                  </a:lnTo>
                  <a:lnTo>
                    <a:pt x="42" y="330"/>
                  </a:lnTo>
                  <a:lnTo>
                    <a:pt x="54" y="346"/>
                  </a:lnTo>
                  <a:lnTo>
                    <a:pt x="68" y="360"/>
                  </a:lnTo>
                  <a:lnTo>
                    <a:pt x="84" y="372"/>
                  </a:lnTo>
                  <a:lnTo>
                    <a:pt x="100" y="384"/>
                  </a:lnTo>
                  <a:lnTo>
                    <a:pt x="118" y="394"/>
                  </a:lnTo>
                  <a:lnTo>
                    <a:pt x="138" y="402"/>
                  </a:lnTo>
                  <a:lnTo>
                    <a:pt x="158" y="406"/>
                  </a:lnTo>
                  <a:lnTo>
                    <a:pt x="178" y="410"/>
                  </a:lnTo>
                  <a:lnTo>
                    <a:pt x="200" y="412"/>
                  </a:lnTo>
                  <a:lnTo>
                    <a:pt x="220" y="412"/>
                  </a:lnTo>
                  <a:lnTo>
                    <a:pt x="240" y="410"/>
                  </a:lnTo>
                  <a:lnTo>
                    <a:pt x="260" y="406"/>
                  </a:lnTo>
                  <a:lnTo>
                    <a:pt x="278" y="400"/>
                  </a:lnTo>
                  <a:lnTo>
                    <a:pt x="296" y="392"/>
                  </a:lnTo>
                  <a:lnTo>
                    <a:pt x="314" y="382"/>
                  </a:lnTo>
                  <a:lnTo>
                    <a:pt x="330" y="372"/>
                  </a:lnTo>
                  <a:lnTo>
                    <a:pt x="346" y="358"/>
                  </a:lnTo>
                  <a:lnTo>
                    <a:pt x="360" y="344"/>
                  </a:lnTo>
                  <a:lnTo>
                    <a:pt x="372" y="328"/>
                  </a:lnTo>
                  <a:lnTo>
                    <a:pt x="384" y="312"/>
                  </a:lnTo>
                  <a:lnTo>
                    <a:pt x="391" y="294"/>
                  </a:lnTo>
                  <a:lnTo>
                    <a:pt x="399" y="274"/>
                  </a:lnTo>
                  <a:lnTo>
                    <a:pt x="405" y="254"/>
                  </a:lnTo>
                  <a:lnTo>
                    <a:pt x="409" y="234"/>
                  </a:lnTo>
                  <a:lnTo>
                    <a:pt x="411" y="214"/>
                  </a:lnTo>
                  <a:lnTo>
                    <a:pt x="411" y="192"/>
                  </a:lnTo>
                  <a:lnTo>
                    <a:pt x="409" y="172"/>
                  </a:lnTo>
                  <a:lnTo>
                    <a:pt x="405" y="154"/>
                  </a:lnTo>
                  <a:lnTo>
                    <a:pt x="399" y="134"/>
                  </a:lnTo>
                  <a:lnTo>
                    <a:pt x="391" y="116"/>
                  </a:lnTo>
                  <a:lnTo>
                    <a:pt x="382" y="98"/>
                  </a:lnTo>
                  <a:lnTo>
                    <a:pt x="370" y="82"/>
                  </a:lnTo>
                  <a:lnTo>
                    <a:pt x="358" y="68"/>
                  </a:lnTo>
                  <a:lnTo>
                    <a:pt x="344" y="54"/>
                  </a:lnTo>
                  <a:lnTo>
                    <a:pt x="328" y="40"/>
                  </a:lnTo>
                  <a:lnTo>
                    <a:pt x="312" y="30"/>
                  </a:lnTo>
                  <a:lnTo>
                    <a:pt x="294" y="20"/>
                  </a:lnTo>
                  <a:lnTo>
                    <a:pt x="274" y="12"/>
                  </a:lnTo>
                  <a:lnTo>
                    <a:pt x="254" y="6"/>
                  </a:lnTo>
                  <a:close/>
                </a:path>
              </a:pathLst>
            </a:custGeom>
            <a:solidFill>
              <a:srgbClr val="BED73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08" name="Freeform 192"/>
            <p:cNvSpPr/>
            <p:nvPr/>
          </p:nvSpPr>
          <p:spPr>
            <a:xfrm>
              <a:off x="968" y="341"/>
              <a:ext cx="397" cy="396"/>
            </a:xfrm>
            <a:custGeom>
              <a:avLst/>
              <a:gdLst/>
              <a:ahLst/>
              <a:cxnLst>
                <a:cxn ang="0">
                  <a:pos x="244" y="4"/>
                </a:cxn>
                <a:cxn ang="0">
                  <a:pos x="204" y="0"/>
                </a:cxn>
                <a:cxn ang="0">
                  <a:pos x="166" y="2"/>
                </a:cxn>
                <a:cxn ang="0">
                  <a:pos x="128" y="12"/>
                </a:cxn>
                <a:cxn ang="0">
                  <a:pos x="94" y="28"/>
                </a:cxn>
                <a:cxn ang="0">
                  <a:pos x="64" y="52"/>
                </a:cxn>
                <a:cxn ang="0">
                  <a:pos x="38" y="80"/>
                </a:cxn>
                <a:cxn ang="0">
                  <a:pos x="18" y="114"/>
                </a:cxn>
                <a:cxn ang="0">
                  <a:pos x="4" y="152"/>
                </a:cxn>
                <a:cxn ang="0">
                  <a:pos x="2" y="172"/>
                </a:cxn>
                <a:cxn ang="0">
                  <a:pos x="0" y="212"/>
                </a:cxn>
                <a:cxn ang="0">
                  <a:pos x="6" y="250"/>
                </a:cxn>
                <a:cxn ang="0">
                  <a:pos x="20" y="286"/>
                </a:cxn>
                <a:cxn ang="0">
                  <a:pos x="40" y="318"/>
                </a:cxn>
                <a:cxn ang="0">
                  <a:pos x="66" y="346"/>
                </a:cxn>
                <a:cxn ang="0">
                  <a:pos x="96" y="368"/>
                </a:cxn>
                <a:cxn ang="0">
                  <a:pos x="132" y="386"/>
                </a:cxn>
                <a:cxn ang="0">
                  <a:pos x="152" y="392"/>
                </a:cxn>
                <a:cxn ang="0">
                  <a:pos x="192" y="396"/>
                </a:cxn>
                <a:cxn ang="0">
                  <a:pos x="230" y="394"/>
                </a:cxn>
                <a:cxn ang="0">
                  <a:pos x="268" y="384"/>
                </a:cxn>
                <a:cxn ang="0">
                  <a:pos x="302" y="368"/>
                </a:cxn>
                <a:cxn ang="0">
                  <a:pos x="332" y="344"/>
                </a:cxn>
                <a:cxn ang="0">
                  <a:pos x="358" y="316"/>
                </a:cxn>
                <a:cxn ang="0">
                  <a:pos x="378" y="282"/>
                </a:cxn>
                <a:cxn ang="0">
                  <a:pos x="391" y="244"/>
                </a:cxn>
                <a:cxn ang="0">
                  <a:pos x="395" y="224"/>
                </a:cxn>
                <a:cxn ang="0">
                  <a:pos x="395" y="186"/>
                </a:cxn>
                <a:cxn ang="0">
                  <a:pos x="389" y="146"/>
                </a:cxn>
                <a:cxn ang="0">
                  <a:pos x="376" y="112"/>
                </a:cxn>
                <a:cxn ang="0">
                  <a:pos x="356" y="78"/>
                </a:cxn>
                <a:cxn ang="0">
                  <a:pos x="332" y="50"/>
                </a:cxn>
                <a:cxn ang="0">
                  <a:pos x="300" y="28"/>
                </a:cxn>
                <a:cxn ang="0">
                  <a:pos x="264" y="10"/>
                </a:cxn>
                <a:cxn ang="0">
                  <a:pos x="244" y="4"/>
                </a:cxn>
              </a:cxnLst>
              <a:rect l="0" t="0" r="0" b="0"/>
              <a:pathLst>
                <a:path w="397" h="396">
                  <a:moveTo>
                    <a:pt x="244" y="4"/>
                  </a:moveTo>
                  <a:lnTo>
                    <a:pt x="244" y="4"/>
                  </a:lnTo>
                  <a:lnTo>
                    <a:pt x="224" y="2"/>
                  </a:lnTo>
                  <a:lnTo>
                    <a:pt x="204" y="0"/>
                  </a:lnTo>
                  <a:lnTo>
                    <a:pt x="186" y="0"/>
                  </a:lnTo>
                  <a:lnTo>
                    <a:pt x="166" y="2"/>
                  </a:lnTo>
                  <a:lnTo>
                    <a:pt x="146" y="6"/>
                  </a:lnTo>
                  <a:lnTo>
                    <a:pt x="128" y="12"/>
                  </a:lnTo>
                  <a:lnTo>
                    <a:pt x="112" y="20"/>
                  </a:lnTo>
                  <a:lnTo>
                    <a:pt x="94" y="28"/>
                  </a:lnTo>
                  <a:lnTo>
                    <a:pt x="78" y="40"/>
                  </a:lnTo>
                  <a:lnTo>
                    <a:pt x="64" y="52"/>
                  </a:lnTo>
                  <a:lnTo>
                    <a:pt x="50" y="66"/>
                  </a:lnTo>
                  <a:lnTo>
                    <a:pt x="38" y="80"/>
                  </a:lnTo>
                  <a:lnTo>
                    <a:pt x="28" y="96"/>
                  </a:lnTo>
                  <a:lnTo>
                    <a:pt x="18" y="114"/>
                  </a:lnTo>
                  <a:lnTo>
                    <a:pt x="10" y="132"/>
                  </a:lnTo>
                  <a:lnTo>
                    <a:pt x="4" y="152"/>
                  </a:lnTo>
                  <a:lnTo>
                    <a:pt x="2" y="172"/>
                  </a:lnTo>
                  <a:lnTo>
                    <a:pt x="0" y="192"/>
                  </a:lnTo>
                  <a:lnTo>
                    <a:pt x="0" y="212"/>
                  </a:lnTo>
                  <a:lnTo>
                    <a:pt x="2" y="230"/>
                  </a:lnTo>
                  <a:lnTo>
                    <a:pt x="6" y="250"/>
                  </a:lnTo>
                  <a:lnTo>
                    <a:pt x="12" y="268"/>
                  </a:lnTo>
                  <a:lnTo>
                    <a:pt x="20" y="286"/>
                  </a:lnTo>
                  <a:lnTo>
                    <a:pt x="28" y="302"/>
                  </a:lnTo>
                  <a:lnTo>
                    <a:pt x="40" y="318"/>
                  </a:lnTo>
                  <a:lnTo>
                    <a:pt x="52" y="332"/>
                  </a:lnTo>
                  <a:lnTo>
                    <a:pt x="66" y="346"/>
                  </a:lnTo>
                  <a:lnTo>
                    <a:pt x="80" y="358"/>
                  </a:lnTo>
                  <a:lnTo>
                    <a:pt x="96" y="368"/>
                  </a:lnTo>
                  <a:lnTo>
                    <a:pt x="114" y="378"/>
                  </a:lnTo>
                  <a:lnTo>
                    <a:pt x="132" y="386"/>
                  </a:lnTo>
                  <a:lnTo>
                    <a:pt x="152" y="392"/>
                  </a:lnTo>
                  <a:lnTo>
                    <a:pt x="172" y="394"/>
                  </a:lnTo>
                  <a:lnTo>
                    <a:pt x="192" y="396"/>
                  </a:lnTo>
                  <a:lnTo>
                    <a:pt x="212" y="396"/>
                  </a:lnTo>
                  <a:lnTo>
                    <a:pt x="230" y="394"/>
                  </a:lnTo>
                  <a:lnTo>
                    <a:pt x="250" y="390"/>
                  </a:lnTo>
                  <a:lnTo>
                    <a:pt x="268" y="384"/>
                  </a:lnTo>
                  <a:lnTo>
                    <a:pt x="286" y="376"/>
                  </a:lnTo>
                  <a:lnTo>
                    <a:pt x="302" y="368"/>
                  </a:lnTo>
                  <a:lnTo>
                    <a:pt x="318" y="356"/>
                  </a:lnTo>
                  <a:lnTo>
                    <a:pt x="332" y="344"/>
                  </a:lnTo>
                  <a:lnTo>
                    <a:pt x="346" y="330"/>
                  </a:lnTo>
                  <a:lnTo>
                    <a:pt x="358" y="316"/>
                  </a:lnTo>
                  <a:lnTo>
                    <a:pt x="370" y="300"/>
                  </a:lnTo>
                  <a:lnTo>
                    <a:pt x="378" y="282"/>
                  </a:lnTo>
                  <a:lnTo>
                    <a:pt x="385" y="264"/>
                  </a:lnTo>
                  <a:lnTo>
                    <a:pt x="391" y="244"/>
                  </a:lnTo>
                  <a:lnTo>
                    <a:pt x="395" y="224"/>
                  </a:lnTo>
                  <a:lnTo>
                    <a:pt x="397" y="204"/>
                  </a:lnTo>
                  <a:lnTo>
                    <a:pt x="395" y="186"/>
                  </a:lnTo>
                  <a:lnTo>
                    <a:pt x="393" y="166"/>
                  </a:lnTo>
                  <a:lnTo>
                    <a:pt x="389" y="146"/>
                  </a:lnTo>
                  <a:lnTo>
                    <a:pt x="383" y="128"/>
                  </a:lnTo>
                  <a:lnTo>
                    <a:pt x="376" y="112"/>
                  </a:lnTo>
                  <a:lnTo>
                    <a:pt x="368" y="94"/>
                  </a:lnTo>
                  <a:lnTo>
                    <a:pt x="356" y="78"/>
                  </a:lnTo>
                  <a:lnTo>
                    <a:pt x="344" y="64"/>
                  </a:lnTo>
                  <a:lnTo>
                    <a:pt x="332" y="50"/>
                  </a:lnTo>
                  <a:lnTo>
                    <a:pt x="316" y="38"/>
                  </a:lnTo>
                  <a:lnTo>
                    <a:pt x="300" y="28"/>
                  </a:lnTo>
                  <a:lnTo>
                    <a:pt x="282" y="18"/>
                  </a:lnTo>
                  <a:lnTo>
                    <a:pt x="264" y="10"/>
                  </a:lnTo>
                  <a:lnTo>
                    <a:pt x="244" y="4"/>
                  </a:lnTo>
                  <a:close/>
                </a:path>
              </a:pathLst>
            </a:custGeom>
            <a:solidFill>
              <a:srgbClr val="C0D72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09" name="Freeform 193"/>
            <p:cNvSpPr/>
            <p:nvPr/>
          </p:nvSpPr>
          <p:spPr>
            <a:xfrm>
              <a:off x="976" y="345"/>
              <a:ext cx="381" cy="382"/>
            </a:xfrm>
            <a:custGeom>
              <a:avLst/>
              <a:gdLst/>
              <a:ahLst/>
              <a:cxnLst>
                <a:cxn ang="0">
                  <a:pos x="236" y="6"/>
                </a:cxn>
                <a:cxn ang="0">
                  <a:pos x="198" y="0"/>
                </a:cxn>
                <a:cxn ang="0">
                  <a:pos x="160" y="4"/>
                </a:cxn>
                <a:cxn ang="0">
                  <a:pos x="124" y="12"/>
                </a:cxn>
                <a:cxn ang="0">
                  <a:pos x="90" y="28"/>
                </a:cxn>
                <a:cxn ang="0">
                  <a:pos x="62" y="52"/>
                </a:cxn>
                <a:cxn ang="0">
                  <a:pos x="36" y="78"/>
                </a:cxn>
                <a:cxn ang="0">
                  <a:pos x="18" y="110"/>
                </a:cxn>
                <a:cxn ang="0">
                  <a:pos x="4" y="148"/>
                </a:cxn>
                <a:cxn ang="0">
                  <a:pos x="2" y="166"/>
                </a:cxn>
                <a:cxn ang="0">
                  <a:pos x="0" y="204"/>
                </a:cxn>
                <a:cxn ang="0">
                  <a:pos x="6" y="240"/>
                </a:cxn>
                <a:cxn ang="0">
                  <a:pos x="20" y="276"/>
                </a:cxn>
                <a:cxn ang="0">
                  <a:pos x="38" y="306"/>
                </a:cxn>
                <a:cxn ang="0">
                  <a:pos x="64" y="334"/>
                </a:cxn>
                <a:cxn ang="0">
                  <a:pos x="94" y="356"/>
                </a:cxn>
                <a:cxn ang="0">
                  <a:pos x="128" y="372"/>
                </a:cxn>
                <a:cxn ang="0">
                  <a:pos x="146" y="378"/>
                </a:cxn>
                <a:cxn ang="0">
                  <a:pos x="184" y="382"/>
                </a:cxn>
                <a:cxn ang="0">
                  <a:pos x="222" y="380"/>
                </a:cxn>
                <a:cxn ang="0">
                  <a:pos x="258" y="370"/>
                </a:cxn>
                <a:cxn ang="0">
                  <a:pos x="290" y="354"/>
                </a:cxn>
                <a:cxn ang="0">
                  <a:pos x="320" y="332"/>
                </a:cxn>
                <a:cxn ang="0">
                  <a:pos x="346" y="304"/>
                </a:cxn>
                <a:cxn ang="0">
                  <a:pos x="364" y="272"/>
                </a:cxn>
                <a:cxn ang="0">
                  <a:pos x="375" y="236"/>
                </a:cxn>
                <a:cxn ang="0">
                  <a:pos x="379" y="218"/>
                </a:cxn>
                <a:cxn ang="0">
                  <a:pos x="381" y="180"/>
                </a:cxn>
                <a:cxn ang="0">
                  <a:pos x="375" y="142"/>
                </a:cxn>
                <a:cxn ang="0">
                  <a:pos x="362" y="108"/>
                </a:cxn>
                <a:cxn ang="0">
                  <a:pos x="344" y="76"/>
                </a:cxn>
                <a:cxn ang="0">
                  <a:pos x="318" y="50"/>
                </a:cxn>
                <a:cxn ang="0">
                  <a:pos x="288" y="28"/>
                </a:cxn>
                <a:cxn ang="0">
                  <a:pos x="254" y="12"/>
                </a:cxn>
                <a:cxn ang="0">
                  <a:pos x="236" y="6"/>
                </a:cxn>
              </a:cxnLst>
              <a:rect l="0" t="0" r="0" b="0"/>
              <a:pathLst>
                <a:path w="381" h="382">
                  <a:moveTo>
                    <a:pt x="236" y="6"/>
                  </a:moveTo>
                  <a:lnTo>
                    <a:pt x="236" y="6"/>
                  </a:lnTo>
                  <a:lnTo>
                    <a:pt x="216" y="2"/>
                  </a:lnTo>
                  <a:lnTo>
                    <a:pt x="198" y="0"/>
                  </a:lnTo>
                  <a:lnTo>
                    <a:pt x="178" y="2"/>
                  </a:lnTo>
                  <a:lnTo>
                    <a:pt x="160" y="4"/>
                  </a:lnTo>
                  <a:lnTo>
                    <a:pt x="142" y="8"/>
                  </a:lnTo>
                  <a:lnTo>
                    <a:pt x="124" y="12"/>
                  </a:lnTo>
                  <a:lnTo>
                    <a:pt x="106" y="20"/>
                  </a:lnTo>
                  <a:lnTo>
                    <a:pt x="90" y="28"/>
                  </a:lnTo>
                  <a:lnTo>
                    <a:pt x="76" y="40"/>
                  </a:lnTo>
                  <a:lnTo>
                    <a:pt x="62" y="52"/>
                  </a:lnTo>
                  <a:lnTo>
                    <a:pt x="48" y="64"/>
                  </a:lnTo>
                  <a:lnTo>
                    <a:pt x="36" y="78"/>
                  </a:lnTo>
                  <a:lnTo>
                    <a:pt x="26" y="94"/>
                  </a:lnTo>
                  <a:lnTo>
                    <a:pt x="18" y="110"/>
                  </a:lnTo>
                  <a:lnTo>
                    <a:pt x="10" y="128"/>
                  </a:lnTo>
                  <a:lnTo>
                    <a:pt x="4" y="148"/>
                  </a:lnTo>
                  <a:lnTo>
                    <a:pt x="2" y="166"/>
                  </a:lnTo>
                  <a:lnTo>
                    <a:pt x="0" y="186"/>
                  </a:lnTo>
                  <a:lnTo>
                    <a:pt x="0" y="204"/>
                  </a:lnTo>
                  <a:lnTo>
                    <a:pt x="2" y="222"/>
                  </a:lnTo>
                  <a:lnTo>
                    <a:pt x="6" y="240"/>
                  </a:lnTo>
                  <a:lnTo>
                    <a:pt x="12" y="258"/>
                  </a:lnTo>
                  <a:lnTo>
                    <a:pt x="20" y="276"/>
                  </a:lnTo>
                  <a:lnTo>
                    <a:pt x="28" y="292"/>
                  </a:lnTo>
                  <a:lnTo>
                    <a:pt x="38" y="306"/>
                  </a:lnTo>
                  <a:lnTo>
                    <a:pt x="50" y="320"/>
                  </a:lnTo>
                  <a:lnTo>
                    <a:pt x="64" y="334"/>
                  </a:lnTo>
                  <a:lnTo>
                    <a:pt x="78" y="346"/>
                  </a:lnTo>
                  <a:lnTo>
                    <a:pt x="94" y="356"/>
                  </a:lnTo>
                  <a:lnTo>
                    <a:pt x="110" y="364"/>
                  </a:lnTo>
                  <a:lnTo>
                    <a:pt x="128" y="372"/>
                  </a:lnTo>
                  <a:lnTo>
                    <a:pt x="146" y="378"/>
                  </a:lnTo>
                  <a:lnTo>
                    <a:pt x="166" y="382"/>
                  </a:lnTo>
                  <a:lnTo>
                    <a:pt x="184" y="382"/>
                  </a:lnTo>
                  <a:lnTo>
                    <a:pt x="204" y="382"/>
                  </a:lnTo>
                  <a:lnTo>
                    <a:pt x="222" y="380"/>
                  </a:lnTo>
                  <a:lnTo>
                    <a:pt x="240" y="376"/>
                  </a:lnTo>
                  <a:lnTo>
                    <a:pt x="258" y="370"/>
                  </a:lnTo>
                  <a:lnTo>
                    <a:pt x="274" y="364"/>
                  </a:lnTo>
                  <a:lnTo>
                    <a:pt x="290" y="354"/>
                  </a:lnTo>
                  <a:lnTo>
                    <a:pt x="306" y="344"/>
                  </a:lnTo>
                  <a:lnTo>
                    <a:pt x="320" y="332"/>
                  </a:lnTo>
                  <a:lnTo>
                    <a:pt x="334" y="320"/>
                  </a:lnTo>
                  <a:lnTo>
                    <a:pt x="346" y="304"/>
                  </a:lnTo>
                  <a:lnTo>
                    <a:pt x="356" y="290"/>
                  </a:lnTo>
                  <a:lnTo>
                    <a:pt x="364" y="272"/>
                  </a:lnTo>
                  <a:lnTo>
                    <a:pt x="372" y="254"/>
                  </a:lnTo>
                  <a:lnTo>
                    <a:pt x="375" y="236"/>
                  </a:lnTo>
                  <a:lnTo>
                    <a:pt x="379" y="218"/>
                  </a:lnTo>
                  <a:lnTo>
                    <a:pt x="381" y="198"/>
                  </a:lnTo>
                  <a:lnTo>
                    <a:pt x="381" y="180"/>
                  </a:lnTo>
                  <a:lnTo>
                    <a:pt x="379" y="160"/>
                  </a:lnTo>
                  <a:lnTo>
                    <a:pt x="375" y="142"/>
                  </a:lnTo>
                  <a:lnTo>
                    <a:pt x="370" y="124"/>
                  </a:lnTo>
                  <a:lnTo>
                    <a:pt x="362" y="108"/>
                  </a:lnTo>
                  <a:lnTo>
                    <a:pt x="354" y="92"/>
                  </a:lnTo>
                  <a:lnTo>
                    <a:pt x="344" y="76"/>
                  </a:lnTo>
                  <a:lnTo>
                    <a:pt x="332" y="62"/>
                  </a:lnTo>
                  <a:lnTo>
                    <a:pt x="318" y="50"/>
                  </a:lnTo>
                  <a:lnTo>
                    <a:pt x="304" y="38"/>
                  </a:lnTo>
                  <a:lnTo>
                    <a:pt x="288" y="28"/>
                  </a:lnTo>
                  <a:lnTo>
                    <a:pt x="272" y="18"/>
                  </a:lnTo>
                  <a:lnTo>
                    <a:pt x="254" y="12"/>
                  </a:lnTo>
                  <a:lnTo>
                    <a:pt x="236" y="6"/>
                  </a:lnTo>
                  <a:close/>
                </a:path>
              </a:pathLst>
            </a:custGeom>
            <a:solidFill>
              <a:srgbClr val="C3D82E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0" name="Freeform 194"/>
            <p:cNvSpPr/>
            <p:nvPr/>
          </p:nvSpPr>
          <p:spPr>
            <a:xfrm>
              <a:off x="984" y="351"/>
              <a:ext cx="367" cy="366"/>
            </a:xfrm>
            <a:custGeom>
              <a:avLst/>
              <a:gdLst/>
              <a:ahLst/>
              <a:cxnLst>
                <a:cxn ang="0">
                  <a:pos x="226" y="4"/>
                </a:cxn>
                <a:cxn ang="0">
                  <a:pos x="190" y="0"/>
                </a:cxn>
                <a:cxn ang="0">
                  <a:pos x="154" y="2"/>
                </a:cxn>
                <a:cxn ang="0">
                  <a:pos x="120" y="12"/>
                </a:cxn>
                <a:cxn ang="0">
                  <a:pos x="88" y="26"/>
                </a:cxn>
                <a:cxn ang="0">
                  <a:pos x="60" y="48"/>
                </a:cxn>
                <a:cxn ang="0">
                  <a:pos x="36" y="74"/>
                </a:cxn>
                <a:cxn ang="0">
                  <a:pos x="18" y="106"/>
                </a:cxn>
                <a:cxn ang="0">
                  <a:pos x="4" y="140"/>
                </a:cxn>
                <a:cxn ang="0">
                  <a:pos x="2" y="158"/>
                </a:cxn>
                <a:cxn ang="0">
                  <a:pos x="0" y="196"/>
                </a:cxn>
                <a:cxn ang="0">
                  <a:pos x="6" y="230"/>
                </a:cxn>
                <a:cxn ang="0">
                  <a:pos x="18" y="264"/>
                </a:cxn>
                <a:cxn ang="0">
                  <a:pos x="36" y="294"/>
                </a:cxn>
                <a:cxn ang="0">
                  <a:pos x="60" y="320"/>
                </a:cxn>
                <a:cxn ang="0">
                  <a:pos x="90" y="340"/>
                </a:cxn>
                <a:cxn ang="0">
                  <a:pos x="122" y="356"/>
                </a:cxn>
                <a:cxn ang="0">
                  <a:pos x="140" y="362"/>
                </a:cxn>
                <a:cxn ang="0">
                  <a:pos x="178" y="366"/>
                </a:cxn>
                <a:cxn ang="0">
                  <a:pos x="214" y="364"/>
                </a:cxn>
                <a:cxn ang="0">
                  <a:pos x="248" y="354"/>
                </a:cxn>
                <a:cxn ang="0">
                  <a:pos x="280" y="340"/>
                </a:cxn>
                <a:cxn ang="0">
                  <a:pos x="308" y="318"/>
                </a:cxn>
                <a:cxn ang="0">
                  <a:pos x="332" y="292"/>
                </a:cxn>
                <a:cxn ang="0">
                  <a:pos x="350" y="262"/>
                </a:cxn>
                <a:cxn ang="0">
                  <a:pos x="362" y="226"/>
                </a:cxn>
                <a:cxn ang="0">
                  <a:pos x="366" y="208"/>
                </a:cxn>
                <a:cxn ang="0">
                  <a:pos x="366" y="172"/>
                </a:cxn>
                <a:cxn ang="0">
                  <a:pos x="360" y="136"/>
                </a:cxn>
                <a:cxn ang="0">
                  <a:pos x="348" y="102"/>
                </a:cxn>
                <a:cxn ang="0">
                  <a:pos x="330" y="72"/>
                </a:cxn>
                <a:cxn ang="0">
                  <a:pos x="306" y="46"/>
                </a:cxn>
                <a:cxn ang="0">
                  <a:pos x="278" y="26"/>
                </a:cxn>
                <a:cxn ang="0">
                  <a:pos x="244" y="10"/>
                </a:cxn>
                <a:cxn ang="0">
                  <a:pos x="226" y="4"/>
                </a:cxn>
              </a:cxnLst>
              <a:rect l="0" t="0" r="0" b="0"/>
              <a:pathLst>
                <a:path w="367" h="366">
                  <a:moveTo>
                    <a:pt x="226" y="4"/>
                  </a:moveTo>
                  <a:lnTo>
                    <a:pt x="226" y="4"/>
                  </a:lnTo>
                  <a:lnTo>
                    <a:pt x="208" y="2"/>
                  </a:lnTo>
                  <a:lnTo>
                    <a:pt x="190" y="0"/>
                  </a:lnTo>
                  <a:lnTo>
                    <a:pt x="172" y="0"/>
                  </a:lnTo>
                  <a:lnTo>
                    <a:pt x="154" y="2"/>
                  </a:lnTo>
                  <a:lnTo>
                    <a:pt x="136" y="6"/>
                  </a:lnTo>
                  <a:lnTo>
                    <a:pt x="120" y="12"/>
                  </a:lnTo>
                  <a:lnTo>
                    <a:pt x="102" y="18"/>
                  </a:lnTo>
                  <a:lnTo>
                    <a:pt x="88" y="26"/>
                  </a:lnTo>
                  <a:lnTo>
                    <a:pt x="72" y="36"/>
                  </a:lnTo>
                  <a:lnTo>
                    <a:pt x="60" y="48"/>
                  </a:lnTo>
                  <a:lnTo>
                    <a:pt x="46" y="60"/>
                  </a:lnTo>
                  <a:lnTo>
                    <a:pt x="36" y="74"/>
                  </a:lnTo>
                  <a:lnTo>
                    <a:pt x="26" y="90"/>
                  </a:lnTo>
                  <a:lnTo>
                    <a:pt x="18" y="106"/>
                  </a:lnTo>
                  <a:lnTo>
                    <a:pt x="10" y="122"/>
                  </a:lnTo>
                  <a:lnTo>
                    <a:pt x="4" y="140"/>
                  </a:lnTo>
                  <a:lnTo>
                    <a:pt x="2" y="158"/>
                  </a:lnTo>
                  <a:lnTo>
                    <a:pt x="0" y="178"/>
                  </a:lnTo>
                  <a:lnTo>
                    <a:pt x="0" y="196"/>
                  </a:lnTo>
                  <a:lnTo>
                    <a:pt x="2" y="214"/>
                  </a:lnTo>
                  <a:lnTo>
                    <a:pt x="6" y="230"/>
                  </a:lnTo>
                  <a:lnTo>
                    <a:pt x="12" y="248"/>
                  </a:lnTo>
                  <a:lnTo>
                    <a:pt x="18" y="264"/>
                  </a:lnTo>
                  <a:lnTo>
                    <a:pt x="28" y="280"/>
                  </a:lnTo>
                  <a:lnTo>
                    <a:pt x="36" y="294"/>
                  </a:lnTo>
                  <a:lnTo>
                    <a:pt x="48" y="308"/>
                  </a:lnTo>
                  <a:lnTo>
                    <a:pt x="60" y="320"/>
                  </a:lnTo>
                  <a:lnTo>
                    <a:pt x="74" y="330"/>
                  </a:lnTo>
                  <a:lnTo>
                    <a:pt x="90" y="340"/>
                  </a:lnTo>
                  <a:lnTo>
                    <a:pt x="106" y="350"/>
                  </a:lnTo>
                  <a:lnTo>
                    <a:pt x="122" y="356"/>
                  </a:lnTo>
                  <a:lnTo>
                    <a:pt x="140" y="362"/>
                  </a:lnTo>
                  <a:lnTo>
                    <a:pt x="160" y="366"/>
                  </a:lnTo>
                  <a:lnTo>
                    <a:pt x="178" y="366"/>
                  </a:lnTo>
                  <a:lnTo>
                    <a:pt x="196" y="366"/>
                  </a:lnTo>
                  <a:lnTo>
                    <a:pt x="214" y="364"/>
                  </a:lnTo>
                  <a:lnTo>
                    <a:pt x="230" y="360"/>
                  </a:lnTo>
                  <a:lnTo>
                    <a:pt x="248" y="354"/>
                  </a:lnTo>
                  <a:lnTo>
                    <a:pt x="264" y="348"/>
                  </a:lnTo>
                  <a:lnTo>
                    <a:pt x="280" y="340"/>
                  </a:lnTo>
                  <a:lnTo>
                    <a:pt x="294" y="330"/>
                  </a:lnTo>
                  <a:lnTo>
                    <a:pt x="308" y="318"/>
                  </a:lnTo>
                  <a:lnTo>
                    <a:pt x="320" y="306"/>
                  </a:lnTo>
                  <a:lnTo>
                    <a:pt x="332" y="292"/>
                  </a:lnTo>
                  <a:lnTo>
                    <a:pt x="342" y="278"/>
                  </a:lnTo>
                  <a:lnTo>
                    <a:pt x="350" y="262"/>
                  </a:lnTo>
                  <a:lnTo>
                    <a:pt x="356" y="244"/>
                  </a:lnTo>
                  <a:lnTo>
                    <a:pt x="362" y="226"/>
                  </a:lnTo>
                  <a:lnTo>
                    <a:pt x="366" y="208"/>
                  </a:lnTo>
                  <a:lnTo>
                    <a:pt x="367" y="190"/>
                  </a:lnTo>
                  <a:lnTo>
                    <a:pt x="366" y="172"/>
                  </a:lnTo>
                  <a:lnTo>
                    <a:pt x="364" y="154"/>
                  </a:lnTo>
                  <a:lnTo>
                    <a:pt x="360" y="136"/>
                  </a:lnTo>
                  <a:lnTo>
                    <a:pt x="356" y="120"/>
                  </a:lnTo>
                  <a:lnTo>
                    <a:pt x="348" y="102"/>
                  </a:lnTo>
                  <a:lnTo>
                    <a:pt x="340" y="88"/>
                  </a:lnTo>
                  <a:lnTo>
                    <a:pt x="330" y="72"/>
                  </a:lnTo>
                  <a:lnTo>
                    <a:pt x="318" y="60"/>
                  </a:lnTo>
                  <a:lnTo>
                    <a:pt x="306" y="46"/>
                  </a:lnTo>
                  <a:lnTo>
                    <a:pt x="292" y="36"/>
                  </a:lnTo>
                  <a:lnTo>
                    <a:pt x="278" y="26"/>
                  </a:lnTo>
                  <a:lnTo>
                    <a:pt x="262" y="18"/>
                  </a:lnTo>
                  <a:lnTo>
                    <a:pt x="244" y="10"/>
                  </a:lnTo>
                  <a:lnTo>
                    <a:pt x="226" y="4"/>
                  </a:lnTo>
                  <a:close/>
                </a:path>
              </a:pathLst>
            </a:custGeom>
            <a:solidFill>
              <a:srgbClr val="C5D92D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" name="Freeform 195"/>
            <p:cNvSpPr/>
            <p:nvPr/>
          </p:nvSpPr>
          <p:spPr>
            <a:xfrm>
              <a:off x="992" y="357"/>
              <a:ext cx="352" cy="350"/>
            </a:xfrm>
            <a:custGeom>
              <a:avLst/>
              <a:gdLst/>
              <a:ahLst/>
              <a:cxnLst>
                <a:cxn ang="0">
                  <a:pos x="218" y="4"/>
                </a:cxn>
                <a:cxn ang="0">
                  <a:pos x="182" y="0"/>
                </a:cxn>
                <a:cxn ang="0">
                  <a:pos x="148" y="2"/>
                </a:cxn>
                <a:cxn ang="0">
                  <a:pos x="114" y="10"/>
                </a:cxn>
                <a:cxn ang="0">
                  <a:pos x="84" y="26"/>
                </a:cxn>
                <a:cxn ang="0">
                  <a:pos x="56" y="46"/>
                </a:cxn>
                <a:cxn ang="0">
                  <a:pos x="34" y="70"/>
                </a:cxn>
                <a:cxn ang="0">
                  <a:pos x="16" y="100"/>
                </a:cxn>
                <a:cxn ang="0">
                  <a:pos x="4" y="134"/>
                </a:cxn>
                <a:cxn ang="0">
                  <a:pos x="2" y="152"/>
                </a:cxn>
                <a:cxn ang="0">
                  <a:pos x="0" y="186"/>
                </a:cxn>
                <a:cxn ang="0">
                  <a:pos x="6" y="220"/>
                </a:cxn>
                <a:cxn ang="0">
                  <a:pos x="18" y="252"/>
                </a:cxn>
                <a:cxn ang="0">
                  <a:pos x="36" y="280"/>
                </a:cxn>
                <a:cxn ang="0">
                  <a:pos x="58" y="306"/>
                </a:cxn>
                <a:cxn ang="0">
                  <a:pos x="86" y="326"/>
                </a:cxn>
                <a:cxn ang="0">
                  <a:pos x="118" y="340"/>
                </a:cxn>
                <a:cxn ang="0">
                  <a:pos x="136" y="346"/>
                </a:cxn>
                <a:cxn ang="0">
                  <a:pos x="170" y="350"/>
                </a:cxn>
                <a:cxn ang="0">
                  <a:pos x="204" y="348"/>
                </a:cxn>
                <a:cxn ang="0">
                  <a:pos x="238" y="340"/>
                </a:cxn>
                <a:cxn ang="0">
                  <a:pos x="268" y="324"/>
                </a:cxn>
                <a:cxn ang="0">
                  <a:pos x="296" y="304"/>
                </a:cxn>
                <a:cxn ang="0">
                  <a:pos x="318" y="280"/>
                </a:cxn>
                <a:cxn ang="0">
                  <a:pos x="336" y="250"/>
                </a:cxn>
                <a:cxn ang="0">
                  <a:pos x="348" y="216"/>
                </a:cxn>
                <a:cxn ang="0">
                  <a:pos x="350" y="198"/>
                </a:cxn>
                <a:cxn ang="0">
                  <a:pos x="352" y="164"/>
                </a:cxn>
                <a:cxn ang="0">
                  <a:pos x="346" y="130"/>
                </a:cxn>
                <a:cxn ang="0">
                  <a:pos x="334" y="98"/>
                </a:cxn>
                <a:cxn ang="0">
                  <a:pos x="316" y="70"/>
                </a:cxn>
                <a:cxn ang="0">
                  <a:pos x="294" y="44"/>
                </a:cxn>
                <a:cxn ang="0">
                  <a:pos x="266" y="24"/>
                </a:cxn>
                <a:cxn ang="0">
                  <a:pos x="234" y="8"/>
                </a:cxn>
                <a:cxn ang="0">
                  <a:pos x="218" y="4"/>
                </a:cxn>
              </a:cxnLst>
              <a:rect l="0" t="0" r="0" b="0"/>
              <a:pathLst>
                <a:path w="352" h="350">
                  <a:moveTo>
                    <a:pt x="218" y="4"/>
                  </a:moveTo>
                  <a:lnTo>
                    <a:pt x="218" y="4"/>
                  </a:lnTo>
                  <a:lnTo>
                    <a:pt x="200" y="0"/>
                  </a:lnTo>
                  <a:lnTo>
                    <a:pt x="182" y="0"/>
                  </a:lnTo>
                  <a:lnTo>
                    <a:pt x="164" y="0"/>
                  </a:lnTo>
                  <a:lnTo>
                    <a:pt x="148" y="2"/>
                  </a:lnTo>
                  <a:lnTo>
                    <a:pt x="130" y="6"/>
                  </a:lnTo>
                  <a:lnTo>
                    <a:pt x="114" y="10"/>
                  </a:lnTo>
                  <a:lnTo>
                    <a:pt x="98" y="16"/>
                  </a:lnTo>
                  <a:lnTo>
                    <a:pt x="84" y="26"/>
                  </a:lnTo>
                  <a:lnTo>
                    <a:pt x="70" y="34"/>
                  </a:lnTo>
                  <a:lnTo>
                    <a:pt x="56" y="46"/>
                  </a:lnTo>
                  <a:lnTo>
                    <a:pt x="44" y="58"/>
                  </a:lnTo>
                  <a:lnTo>
                    <a:pt x="34" y="70"/>
                  </a:lnTo>
                  <a:lnTo>
                    <a:pt x="24" y="84"/>
                  </a:lnTo>
                  <a:lnTo>
                    <a:pt x="16" y="100"/>
                  </a:lnTo>
                  <a:lnTo>
                    <a:pt x="10" y="116"/>
                  </a:lnTo>
                  <a:lnTo>
                    <a:pt x="4" y="134"/>
                  </a:lnTo>
                  <a:lnTo>
                    <a:pt x="2" y="152"/>
                  </a:lnTo>
                  <a:lnTo>
                    <a:pt x="0" y="170"/>
                  </a:lnTo>
                  <a:lnTo>
                    <a:pt x="0" y="186"/>
                  </a:lnTo>
                  <a:lnTo>
                    <a:pt x="2" y="204"/>
                  </a:lnTo>
                  <a:lnTo>
                    <a:pt x="6" y="220"/>
                  </a:lnTo>
                  <a:lnTo>
                    <a:pt x="12" y="236"/>
                  </a:lnTo>
                  <a:lnTo>
                    <a:pt x="18" y="252"/>
                  </a:lnTo>
                  <a:lnTo>
                    <a:pt x="26" y="266"/>
                  </a:lnTo>
                  <a:lnTo>
                    <a:pt x="36" y="280"/>
                  </a:lnTo>
                  <a:lnTo>
                    <a:pt x="46" y="294"/>
                  </a:lnTo>
                  <a:lnTo>
                    <a:pt x="58" y="306"/>
                  </a:lnTo>
                  <a:lnTo>
                    <a:pt x="72" y="316"/>
                  </a:lnTo>
                  <a:lnTo>
                    <a:pt x="86" y="326"/>
                  </a:lnTo>
                  <a:lnTo>
                    <a:pt x="102" y="334"/>
                  </a:lnTo>
                  <a:lnTo>
                    <a:pt x="118" y="340"/>
                  </a:lnTo>
                  <a:lnTo>
                    <a:pt x="136" y="346"/>
                  </a:lnTo>
                  <a:lnTo>
                    <a:pt x="152" y="350"/>
                  </a:lnTo>
                  <a:lnTo>
                    <a:pt x="170" y="350"/>
                  </a:lnTo>
                  <a:lnTo>
                    <a:pt x="188" y="350"/>
                  </a:lnTo>
                  <a:lnTo>
                    <a:pt x="204" y="348"/>
                  </a:lnTo>
                  <a:lnTo>
                    <a:pt x="222" y="344"/>
                  </a:lnTo>
                  <a:lnTo>
                    <a:pt x="238" y="340"/>
                  </a:lnTo>
                  <a:lnTo>
                    <a:pt x="254" y="332"/>
                  </a:lnTo>
                  <a:lnTo>
                    <a:pt x="268" y="324"/>
                  </a:lnTo>
                  <a:lnTo>
                    <a:pt x="282" y="316"/>
                  </a:lnTo>
                  <a:lnTo>
                    <a:pt x="296" y="304"/>
                  </a:lnTo>
                  <a:lnTo>
                    <a:pt x="308" y="292"/>
                  </a:lnTo>
                  <a:lnTo>
                    <a:pt x="318" y="280"/>
                  </a:lnTo>
                  <a:lnTo>
                    <a:pt x="328" y="264"/>
                  </a:lnTo>
                  <a:lnTo>
                    <a:pt x="336" y="250"/>
                  </a:lnTo>
                  <a:lnTo>
                    <a:pt x="342" y="234"/>
                  </a:lnTo>
                  <a:lnTo>
                    <a:pt x="348" y="216"/>
                  </a:lnTo>
                  <a:lnTo>
                    <a:pt x="350" y="198"/>
                  </a:lnTo>
                  <a:lnTo>
                    <a:pt x="352" y="180"/>
                  </a:lnTo>
                  <a:lnTo>
                    <a:pt x="352" y="164"/>
                  </a:lnTo>
                  <a:lnTo>
                    <a:pt x="350" y="146"/>
                  </a:lnTo>
                  <a:lnTo>
                    <a:pt x="346" y="130"/>
                  </a:lnTo>
                  <a:lnTo>
                    <a:pt x="340" y="114"/>
                  </a:lnTo>
                  <a:lnTo>
                    <a:pt x="334" y="98"/>
                  </a:lnTo>
                  <a:lnTo>
                    <a:pt x="326" y="84"/>
                  </a:lnTo>
                  <a:lnTo>
                    <a:pt x="316" y="70"/>
                  </a:lnTo>
                  <a:lnTo>
                    <a:pt x="306" y="56"/>
                  </a:lnTo>
                  <a:lnTo>
                    <a:pt x="294" y="44"/>
                  </a:lnTo>
                  <a:lnTo>
                    <a:pt x="280" y="34"/>
                  </a:lnTo>
                  <a:lnTo>
                    <a:pt x="266" y="24"/>
                  </a:lnTo>
                  <a:lnTo>
                    <a:pt x="250" y="16"/>
                  </a:lnTo>
                  <a:lnTo>
                    <a:pt x="234" y="8"/>
                  </a:lnTo>
                  <a:lnTo>
                    <a:pt x="218" y="4"/>
                  </a:lnTo>
                  <a:close/>
                </a:path>
              </a:pathLst>
            </a:custGeom>
            <a:solidFill>
              <a:srgbClr val="C7DA2C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" name="Freeform 196"/>
            <p:cNvSpPr/>
            <p:nvPr/>
          </p:nvSpPr>
          <p:spPr>
            <a:xfrm>
              <a:off x="1000" y="361"/>
              <a:ext cx="338" cy="336"/>
            </a:xfrm>
            <a:custGeom>
              <a:avLst/>
              <a:gdLst/>
              <a:ahLst/>
              <a:cxnLst>
                <a:cxn ang="0">
                  <a:pos x="208" y="4"/>
                </a:cxn>
                <a:cxn ang="0">
                  <a:pos x="174" y="0"/>
                </a:cxn>
                <a:cxn ang="0">
                  <a:pos x="142" y="2"/>
                </a:cxn>
                <a:cxn ang="0">
                  <a:pos x="110" y="10"/>
                </a:cxn>
                <a:cxn ang="0">
                  <a:pos x="80" y="26"/>
                </a:cxn>
                <a:cxn ang="0">
                  <a:pos x="54" y="44"/>
                </a:cxn>
                <a:cxn ang="0">
                  <a:pos x="32" y="68"/>
                </a:cxn>
                <a:cxn ang="0">
                  <a:pos x="16" y="98"/>
                </a:cxn>
                <a:cxn ang="0">
                  <a:pos x="4" y="130"/>
                </a:cxn>
                <a:cxn ang="0">
                  <a:pos x="2" y="146"/>
                </a:cxn>
                <a:cxn ang="0">
                  <a:pos x="0" y="180"/>
                </a:cxn>
                <a:cxn ang="0">
                  <a:pos x="6" y="212"/>
                </a:cxn>
                <a:cxn ang="0">
                  <a:pos x="18" y="242"/>
                </a:cxn>
                <a:cxn ang="0">
                  <a:pos x="34" y="270"/>
                </a:cxn>
                <a:cxn ang="0">
                  <a:pos x="56" y="294"/>
                </a:cxn>
                <a:cxn ang="0">
                  <a:pos x="82" y="312"/>
                </a:cxn>
                <a:cxn ang="0">
                  <a:pos x="112" y="328"/>
                </a:cxn>
                <a:cxn ang="0">
                  <a:pos x="130" y="332"/>
                </a:cxn>
                <a:cxn ang="0">
                  <a:pos x="164" y="336"/>
                </a:cxn>
                <a:cxn ang="0">
                  <a:pos x="196" y="334"/>
                </a:cxn>
                <a:cxn ang="0">
                  <a:pos x="228" y="326"/>
                </a:cxn>
                <a:cxn ang="0">
                  <a:pos x="256" y="312"/>
                </a:cxn>
                <a:cxn ang="0">
                  <a:pos x="282" y="292"/>
                </a:cxn>
                <a:cxn ang="0">
                  <a:pos x="304" y="268"/>
                </a:cxn>
                <a:cxn ang="0">
                  <a:pos x="322" y="240"/>
                </a:cxn>
                <a:cxn ang="0">
                  <a:pos x="332" y="208"/>
                </a:cxn>
                <a:cxn ang="0">
                  <a:pos x="336" y="190"/>
                </a:cxn>
                <a:cxn ang="0">
                  <a:pos x="336" y="158"/>
                </a:cxn>
                <a:cxn ang="0">
                  <a:pos x="332" y="126"/>
                </a:cxn>
                <a:cxn ang="0">
                  <a:pos x="320" y="94"/>
                </a:cxn>
                <a:cxn ang="0">
                  <a:pos x="304" y="68"/>
                </a:cxn>
                <a:cxn ang="0">
                  <a:pos x="282" y="44"/>
                </a:cxn>
                <a:cxn ang="0">
                  <a:pos x="254" y="24"/>
                </a:cxn>
                <a:cxn ang="0">
                  <a:pos x="224" y="10"/>
                </a:cxn>
                <a:cxn ang="0">
                  <a:pos x="208" y="4"/>
                </a:cxn>
              </a:cxnLst>
              <a:rect l="0" t="0" r="0" b="0"/>
              <a:pathLst>
                <a:path w="338" h="336">
                  <a:moveTo>
                    <a:pt x="208" y="4"/>
                  </a:moveTo>
                  <a:lnTo>
                    <a:pt x="208" y="4"/>
                  </a:lnTo>
                  <a:lnTo>
                    <a:pt x="190" y="2"/>
                  </a:lnTo>
                  <a:lnTo>
                    <a:pt x="174" y="0"/>
                  </a:lnTo>
                  <a:lnTo>
                    <a:pt x="158" y="0"/>
                  </a:lnTo>
                  <a:lnTo>
                    <a:pt x="142" y="2"/>
                  </a:lnTo>
                  <a:lnTo>
                    <a:pt x="126" y="6"/>
                  </a:lnTo>
                  <a:lnTo>
                    <a:pt x="110" y="10"/>
                  </a:lnTo>
                  <a:lnTo>
                    <a:pt x="94" y="18"/>
                  </a:lnTo>
                  <a:lnTo>
                    <a:pt x="80" y="26"/>
                  </a:lnTo>
                  <a:lnTo>
                    <a:pt x="68" y="34"/>
                  </a:lnTo>
                  <a:lnTo>
                    <a:pt x="54" y="44"/>
                  </a:lnTo>
                  <a:lnTo>
                    <a:pt x="44" y="56"/>
                  </a:lnTo>
                  <a:lnTo>
                    <a:pt x="32" y="68"/>
                  </a:lnTo>
                  <a:lnTo>
                    <a:pt x="24" y="82"/>
                  </a:lnTo>
                  <a:lnTo>
                    <a:pt x="16" y="98"/>
                  </a:lnTo>
                  <a:lnTo>
                    <a:pt x="10" y="112"/>
                  </a:lnTo>
                  <a:lnTo>
                    <a:pt x="4" y="130"/>
                  </a:lnTo>
                  <a:lnTo>
                    <a:pt x="2" y="146"/>
                  </a:lnTo>
                  <a:lnTo>
                    <a:pt x="0" y="162"/>
                  </a:lnTo>
                  <a:lnTo>
                    <a:pt x="0" y="180"/>
                  </a:lnTo>
                  <a:lnTo>
                    <a:pt x="2" y="196"/>
                  </a:lnTo>
                  <a:lnTo>
                    <a:pt x="6" y="212"/>
                  </a:lnTo>
                  <a:lnTo>
                    <a:pt x="10" y="228"/>
                  </a:lnTo>
                  <a:lnTo>
                    <a:pt x="18" y="242"/>
                  </a:lnTo>
                  <a:lnTo>
                    <a:pt x="26" y="256"/>
                  </a:lnTo>
                  <a:lnTo>
                    <a:pt x="34" y="270"/>
                  </a:lnTo>
                  <a:lnTo>
                    <a:pt x="44" y="282"/>
                  </a:lnTo>
                  <a:lnTo>
                    <a:pt x="56" y="294"/>
                  </a:lnTo>
                  <a:lnTo>
                    <a:pt x="68" y="304"/>
                  </a:lnTo>
                  <a:lnTo>
                    <a:pt x="82" y="312"/>
                  </a:lnTo>
                  <a:lnTo>
                    <a:pt x="98" y="320"/>
                  </a:lnTo>
                  <a:lnTo>
                    <a:pt x="112" y="328"/>
                  </a:lnTo>
                  <a:lnTo>
                    <a:pt x="130" y="332"/>
                  </a:lnTo>
                  <a:lnTo>
                    <a:pt x="146" y="336"/>
                  </a:lnTo>
                  <a:lnTo>
                    <a:pt x="164" y="336"/>
                  </a:lnTo>
                  <a:lnTo>
                    <a:pt x="180" y="336"/>
                  </a:lnTo>
                  <a:lnTo>
                    <a:pt x="196" y="334"/>
                  </a:lnTo>
                  <a:lnTo>
                    <a:pt x="212" y="330"/>
                  </a:lnTo>
                  <a:lnTo>
                    <a:pt x="228" y="326"/>
                  </a:lnTo>
                  <a:lnTo>
                    <a:pt x="242" y="320"/>
                  </a:lnTo>
                  <a:lnTo>
                    <a:pt x="256" y="312"/>
                  </a:lnTo>
                  <a:lnTo>
                    <a:pt x="270" y="302"/>
                  </a:lnTo>
                  <a:lnTo>
                    <a:pt x="282" y="292"/>
                  </a:lnTo>
                  <a:lnTo>
                    <a:pt x="294" y="280"/>
                  </a:lnTo>
                  <a:lnTo>
                    <a:pt x="304" y="268"/>
                  </a:lnTo>
                  <a:lnTo>
                    <a:pt x="314" y="254"/>
                  </a:lnTo>
                  <a:lnTo>
                    <a:pt x="322" y="240"/>
                  </a:lnTo>
                  <a:lnTo>
                    <a:pt x="328" y="224"/>
                  </a:lnTo>
                  <a:lnTo>
                    <a:pt x="332" y="208"/>
                  </a:lnTo>
                  <a:lnTo>
                    <a:pt x="336" y="190"/>
                  </a:lnTo>
                  <a:lnTo>
                    <a:pt x="338" y="174"/>
                  </a:lnTo>
                  <a:lnTo>
                    <a:pt x="336" y="158"/>
                  </a:lnTo>
                  <a:lnTo>
                    <a:pt x="334" y="142"/>
                  </a:lnTo>
                  <a:lnTo>
                    <a:pt x="332" y="126"/>
                  </a:lnTo>
                  <a:lnTo>
                    <a:pt x="326" y="110"/>
                  </a:lnTo>
                  <a:lnTo>
                    <a:pt x="320" y="94"/>
                  </a:lnTo>
                  <a:lnTo>
                    <a:pt x="312" y="80"/>
                  </a:lnTo>
                  <a:lnTo>
                    <a:pt x="304" y="68"/>
                  </a:lnTo>
                  <a:lnTo>
                    <a:pt x="292" y="54"/>
                  </a:lnTo>
                  <a:lnTo>
                    <a:pt x="282" y="44"/>
                  </a:lnTo>
                  <a:lnTo>
                    <a:pt x="268" y="32"/>
                  </a:lnTo>
                  <a:lnTo>
                    <a:pt x="254" y="24"/>
                  </a:lnTo>
                  <a:lnTo>
                    <a:pt x="240" y="16"/>
                  </a:lnTo>
                  <a:lnTo>
                    <a:pt x="224" y="10"/>
                  </a:lnTo>
                  <a:lnTo>
                    <a:pt x="208" y="4"/>
                  </a:lnTo>
                  <a:close/>
                </a:path>
              </a:pathLst>
            </a:custGeom>
            <a:solidFill>
              <a:srgbClr val="C9DA2B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" name="Freeform 197"/>
            <p:cNvSpPr/>
            <p:nvPr/>
          </p:nvSpPr>
          <p:spPr>
            <a:xfrm>
              <a:off x="1008" y="367"/>
              <a:ext cx="322" cy="320"/>
            </a:xfrm>
            <a:custGeom>
              <a:avLst/>
              <a:gdLst/>
              <a:ahLst/>
              <a:cxnLst>
                <a:cxn ang="0">
                  <a:pos x="198" y="4"/>
                </a:cxn>
                <a:cxn ang="0">
                  <a:pos x="166" y="0"/>
                </a:cxn>
                <a:cxn ang="0">
                  <a:pos x="134" y="2"/>
                </a:cxn>
                <a:cxn ang="0">
                  <a:pos x="104" y="10"/>
                </a:cxn>
                <a:cxn ang="0">
                  <a:pos x="78" y="24"/>
                </a:cxn>
                <a:cxn ang="0">
                  <a:pos x="52" y="42"/>
                </a:cxn>
                <a:cxn ang="0">
                  <a:pos x="32" y="64"/>
                </a:cxn>
                <a:cxn ang="0">
                  <a:pos x="16" y="92"/>
                </a:cxn>
                <a:cxn ang="0">
                  <a:pos x="4" y="122"/>
                </a:cxn>
                <a:cxn ang="0">
                  <a:pos x="2" y="138"/>
                </a:cxn>
                <a:cxn ang="0">
                  <a:pos x="0" y="170"/>
                </a:cxn>
                <a:cxn ang="0">
                  <a:pos x="6" y="202"/>
                </a:cxn>
                <a:cxn ang="0">
                  <a:pos x="16" y="230"/>
                </a:cxn>
                <a:cxn ang="0">
                  <a:pos x="32" y="256"/>
                </a:cxn>
                <a:cxn ang="0">
                  <a:pos x="54" y="280"/>
                </a:cxn>
                <a:cxn ang="0">
                  <a:pos x="78" y="298"/>
                </a:cxn>
                <a:cxn ang="0">
                  <a:pos x="108" y="312"/>
                </a:cxn>
                <a:cxn ang="0">
                  <a:pos x="124" y="316"/>
                </a:cxn>
                <a:cxn ang="0">
                  <a:pos x="156" y="320"/>
                </a:cxn>
                <a:cxn ang="0">
                  <a:pos x="188" y="318"/>
                </a:cxn>
                <a:cxn ang="0">
                  <a:pos x="218" y="310"/>
                </a:cxn>
                <a:cxn ang="0">
                  <a:pos x="246" y="296"/>
                </a:cxn>
                <a:cxn ang="0">
                  <a:pos x="270" y="278"/>
                </a:cxn>
                <a:cxn ang="0">
                  <a:pos x="290" y="256"/>
                </a:cxn>
                <a:cxn ang="0">
                  <a:pos x="308" y="228"/>
                </a:cxn>
                <a:cxn ang="0">
                  <a:pos x="318" y="198"/>
                </a:cxn>
                <a:cxn ang="0">
                  <a:pos x="320" y="182"/>
                </a:cxn>
                <a:cxn ang="0">
                  <a:pos x="322" y="150"/>
                </a:cxn>
                <a:cxn ang="0">
                  <a:pos x="316" y="118"/>
                </a:cxn>
                <a:cxn ang="0">
                  <a:pos x="306" y="90"/>
                </a:cxn>
                <a:cxn ang="0">
                  <a:pos x="290" y="64"/>
                </a:cxn>
                <a:cxn ang="0">
                  <a:pos x="268" y="40"/>
                </a:cxn>
                <a:cxn ang="0">
                  <a:pos x="244" y="22"/>
                </a:cxn>
                <a:cxn ang="0">
                  <a:pos x="214" y="8"/>
                </a:cxn>
                <a:cxn ang="0">
                  <a:pos x="198" y="4"/>
                </a:cxn>
              </a:cxnLst>
              <a:rect l="0" t="0" r="0" b="0"/>
              <a:pathLst>
                <a:path w="322" h="320">
                  <a:moveTo>
                    <a:pt x="198" y="4"/>
                  </a:moveTo>
                  <a:lnTo>
                    <a:pt x="198" y="4"/>
                  </a:lnTo>
                  <a:lnTo>
                    <a:pt x="182" y="0"/>
                  </a:lnTo>
                  <a:lnTo>
                    <a:pt x="166" y="0"/>
                  </a:lnTo>
                  <a:lnTo>
                    <a:pt x="150" y="0"/>
                  </a:lnTo>
                  <a:lnTo>
                    <a:pt x="134" y="2"/>
                  </a:lnTo>
                  <a:lnTo>
                    <a:pt x="120" y="4"/>
                  </a:lnTo>
                  <a:lnTo>
                    <a:pt x="104" y="10"/>
                  </a:lnTo>
                  <a:lnTo>
                    <a:pt x="90" y="16"/>
                  </a:lnTo>
                  <a:lnTo>
                    <a:pt x="78" y="24"/>
                  </a:lnTo>
                  <a:lnTo>
                    <a:pt x="64" y="32"/>
                  </a:lnTo>
                  <a:lnTo>
                    <a:pt x="52" y="42"/>
                  </a:lnTo>
                  <a:lnTo>
                    <a:pt x="42" y="52"/>
                  </a:lnTo>
                  <a:lnTo>
                    <a:pt x="32" y="64"/>
                  </a:lnTo>
                  <a:lnTo>
                    <a:pt x="22" y="78"/>
                  </a:lnTo>
                  <a:lnTo>
                    <a:pt x="16" y="92"/>
                  </a:lnTo>
                  <a:lnTo>
                    <a:pt x="10" y="106"/>
                  </a:lnTo>
                  <a:lnTo>
                    <a:pt x="4" y="122"/>
                  </a:lnTo>
                  <a:lnTo>
                    <a:pt x="2" y="138"/>
                  </a:lnTo>
                  <a:lnTo>
                    <a:pt x="0" y="154"/>
                  </a:lnTo>
                  <a:lnTo>
                    <a:pt x="0" y="170"/>
                  </a:lnTo>
                  <a:lnTo>
                    <a:pt x="2" y="186"/>
                  </a:lnTo>
                  <a:lnTo>
                    <a:pt x="6" y="202"/>
                  </a:lnTo>
                  <a:lnTo>
                    <a:pt x="10" y="216"/>
                  </a:lnTo>
                  <a:lnTo>
                    <a:pt x="16" y="230"/>
                  </a:lnTo>
                  <a:lnTo>
                    <a:pt x="24" y="244"/>
                  </a:lnTo>
                  <a:lnTo>
                    <a:pt x="32" y="256"/>
                  </a:lnTo>
                  <a:lnTo>
                    <a:pt x="42" y="268"/>
                  </a:lnTo>
                  <a:lnTo>
                    <a:pt x="54" y="280"/>
                  </a:lnTo>
                  <a:lnTo>
                    <a:pt x="66" y="290"/>
                  </a:lnTo>
                  <a:lnTo>
                    <a:pt x="78" y="298"/>
                  </a:lnTo>
                  <a:lnTo>
                    <a:pt x="94" y="306"/>
                  </a:lnTo>
                  <a:lnTo>
                    <a:pt x="108" y="312"/>
                  </a:lnTo>
                  <a:lnTo>
                    <a:pt x="124" y="316"/>
                  </a:lnTo>
                  <a:lnTo>
                    <a:pt x="140" y="320"/>
                  </a:lnTo>
                  <a:lnTo>
                    <a:pt x="156" y="320"/>
                  </a:lnTo>
                  <a:lnTo>
                    <a:pt x="172" y="320"/>
                  </a:lnTo>
                  <a:lnTo>
                    <a:pt x="188" y="318"/>
                  </a:lnTo>
                  <a:lnTo>
                    <a:pt x="202" y="316"/>
                  </a:lnTo>
                  <a:lnTo>
                    <a:pt x="218" y="310"/>
                  </a:lnTo>
                  <a:lnTo>
                    <a:pt x="232" y="304"/>
                  </a:lnTo>
                  <a:lnTo>
                    <a:pt x="246" y="296"/>
                  </a:lnTo>
                  <a:lnTo>
                    <a:pt x="258" y="288"/>
                  </a:lnTo>
                  <a:lnTo>
                    <a:pt x="270" y="278"/>
                  </a:lnTo>
                  <a:lnTo>
                    <a:pt x="280" y="268"/>
                  </a:lnTo>
                  <a:lnTo>
                    <a:pt x="290" y="256"/>
                  </a:lnTo>
                  <a:lnTo>
                    <a:pt x="300" y="242"/>
                  </a:lnTo>
                  <a:lnTo>
                    <a:pt x="308" y="228"/>
                  </a:lnTo>
                  <a:lnTo>
                    <a:pt x="314" y="214"/>
                  </a:lnTo>
                  <a:lnTo>
                    <a:pt x="318" y="198"/>
                  </a:lnTo>
                  <a:lnTo>
                    <a:pt x="320" y="182"/>
                  </a:lnTo>
                  <a:lnTo>
                    <a:pt x="322" y="166"/>
                  </a:lnTo>
                  <a:lnTo>
                    <a:pt x="322" y="150"/>
                  </a:lnTo>
                  <a:lnTo>
                    <a:pt x="320" y="134"/>
                  </a:lnTo>
                  <a:lnTo>
                    <a:pt x="316" y="118"/>
                  </a:lnTo>
                  <a:lnTo>
                    <a:pt x="312" y="104"/>
                  </a:lnTo>
                  <a:lnTo>
                    <a:pt x="306" y="90"/>
                  </a:lnTo>
                  <a:lnTo>
                    <a:pt x="298" y="76"/>
                  </a:lnTo>
                  <a:lnTo>
                    <a:pt x="290" y="64"/>
                  </a:lnTo>
                  <a:lnTo>
                    <a:pt x="280" y="52"/>
                  </a:lnTo>
                  <a:lnTo>
                    <a:pt x="268" y="40"/>
                  </a:lnTo>
                  <a:lnTo>
                    <a:pt x="256" y="30"/>
                  </a:lnTo>
                  <a:lnTo>
                    <a:pt x="244" y="22"/>
                  </a:lnTo>
                  <a:lnTo>
                    <a:pt x="230" y="14"/>
                  </a:lnTo>
                  <a:lnTo>
                    <a:pt x="214" y="8"/>
                  </a:lnTo>
                  <a:lnTo>
                    <a:pt x="198" y="4"/>
                  </a:lnTo>
                  <a:close/>
                </a:path>
              </a:pathLst>
            </a:custGeom>
            <a:solidFill>
              <a:srgbClr val="CADB2A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" name="Freeform 198"/>
            <p:cNvSpPr/>
            <p:nvPr/>
          </p:nvSpPr>
          <p:spPr>
            <a:xfrm>
              <a:off x="916" y="309"/>
              <a:ext cx="124" cy="98"/>
            </a:xfrm>
            <a:custGeom>
              <a:avLst/>
              <a:gdLst/>
              <a:ahLst/>
              <a:cxnLst>
                <a:cxn ang="0">
                  <a:pos x="86" y="6"/>
                </a:cxn>
                <a:cxn ang="0">
                  <a:pos x="86" y="6"/>
                </a:cxn>
                <a:cxn ang="0">
                  <a:pos x="80" y="2"/>
                </a:cxn>
                <a:cxn ang="0">
                  <a:pos x="74" y="0"/>
                </a:cxn>
                <a:cxn ang="0">
                  <a:pos x="68" y="0"/>
                </a:cxn>
                <a:cxn ang="0">
                  <a:pos x="60" y="0"/>
                </a:cxn>
                <a:cxn ang="0">
                  <a:pos x="52" y="4"/>
                </a:cxn>
                <a:cxn ang="0">
                  <a:pos x="46" y="10"/>
                </a:cxn>
                <a:cxn ang="0">
                  <a:pos x="38" y="18"/>
                </a:cxn>
                <a:cxn ang="0">
                  <a:pos x="30" y="28"/>
                </a:cxn>
                <a:cxn ang="0">
                  <a:pos x="30" y="28"/>
                </a:cxn>
                <a:cxn ang="0">
                  <a:pos x="12" y="60"/>
                </a:cxn>
                <a:cxn ang="0">
                  <a:pos x="4" y="82"/>
                </a:cxn>
                <a:cxn ang="0">
                  <a:pos x="0" y="94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6" y="82"/>
                </a:cxn>
                <a:cxn ang="0">
                  <a:pos x="16" y="68"/>
                </a:cxn>
                <a:cxn ang="0">
                  <a:pos x="26" y="52"/>
                </a:cxn>
                <a:cxn ang="0">
                  <a:pos x="38" y="38"/>
                </a:cxn>
                <a:cxn ang="0">
                  <a:pos x="52" y="26"/>
                </a:cxn>
                <a:cxn ang="0">
                  <a:pos x="60" y="24"/>
                </a:cxn>
                <a:cxn ang="0">
                  <a:pos x="66" y="22"/>
                </a:cxn>
                <a:cxn ang="0">
                  <a:pos x="74" y="22"/>
                </a:cxn>
                <a:cxn ang="0">
                  <a:pos x="82" y="26"/>
                </a:cxn>
                <a:cxn ang="0">
                  <a:pos x="82" y="26"/>
                </a:cxn>
                <a:cxn ang="0">
                  <a:pos x="102" y="42"/>
                </a:cxn>
                <a:cxn ang="0">
                  <a:pos x="102" y="42"/>
                </a:cxn>
                <a:cxn ang="0">
                  <a:pos x="106" y="44"/>
                </a:cxn>
                <a:cxn ang="0">
                  <a:pos x="110" y="44"/>
                </a:cxn>
                <a:cxn ang="0">
                  <a:pos x="114" y="44"/>
                </a:cxn>
                <a:cxn ang="0">
                  <a:pos x="118" y="42"/>
                </a:cxn>
                <a:cxn ang="0">
                  <a:pos x="122" y="36"/>
                </a:cxn>
                <a:cxn ang="0">
                  <a:pos x="124" y="32"/>
                </a:cxn>
                <a:cxn ang="0">
                  <a:pos x="122" y="28"/>
                </a:cxn>
                <a:cxn ang="0">
                  <a:pos x="122" y="28"/>
                </a:cxn>
                <a:cxn ang="0">
                  <a:pos x="122" y="28"/>
                </a:cxn>
                <a:cxn ang="0">
                  <a:pos x="122" y="28"/>
                </a:cxn>
                <a:cxn ang="0">
                  <a:pos x="120" y="30"/>
                </a:cxn>
                <a:cxn ang="0">
                  <a:pos x="114" y="34"/>
                </a:cxn>
                <a:cxn ang="0">
                  <a:pos x="112" y="34"/>
                </a:cxn>
                <a:cxn ang="0">
                  <a:pos x="108" y="32"/>
                </a:cxn>
                <a:cxn ang="0">
                  <a:pos x="108" y="32"/>
                </a:cxn>
                <a:cxn ang="0">
                  <a:pos x="104" y="28"/>
                </a:cxn>
                <a:cxn ang="0">
                  <a:pos x="100" y="22"/>
                </a:cxn>
                <a:cxn ang="0">
                  <a:pos x="86" y="6"/>
                </a:cxn>
                <a:cxn ang="0">
                  <a:pos x="86" y="6"/>
                </a:cxn>
              </a:cxnLst>
              <a:rect l="0" t="0" r="0" b="0"/>
              <a:pathLst>
                <a:path w="124" h="98">
                  <a:moveTo>
                    <a:pt x="86" y="6"/>
                  </a:moveTo>
                  <a:lnTo>
                    <a:pt x="86" y="6"/>
                  </a:lnTo>
                  <a:lnTo>
                    <a:pt x="80" y="2"/>
                  </a:lnTo>
                  <a:lnTo>
                    <a:pt x="74" y="0"/>
                  </a:lnTo>
                  <a:lnTo>
                    <a:pt x="68" y="0"/>
                  </a:lnTo>
                  <a:lnTo>
                    <a:pt x="60" y="0"/>
                  </a:lnTo>
                  <a:lnTo>
                    <a:pt x="52" y="4"/>
                  </a:lnTo>
                  <a:lnTo>
                    <a:pt x="46" y="10"/>
                  </a:lnTo>
                  <a:lnTo>
                    <a:pt x="38" y="18"/>
                  </a:lnTo>
                  <a:lnTo>
                    <a:pt x="30" y="28"/>
                  </a:lnTo>
                  <a:lnTo>
                    <a:pt x="12" y="60"/>
                  </a:lnTo>
                  <a:lnTo>
                    <a:pt x="4" y="82"/>
                  </a:lnTo>
                  <a:lnTo>
                    <a:pt x="0" y="94"/>
                  </a:lnTo>
                  <a:lnTo>
                    <a:pt x="0" y="98"/>
                  </a:lnTo>
                  <a:lnTo>
                    <a:pt x="6" y="82"/>
                  </a:lnTo>
                  <a:lnTo>
                    <a:pt x="16" y="68"/>
                  </a:lnTo>
                  <a:lnTo>
                    <a:pt x="26" y="52"/>
                  </a:lnTo>
                  <a:lnTo>
                    <a:pt x="38" y="38"/>
                  </a:lnTo>
                  <a:lnTo>
                    <a:pt x="52" y="26"/>
                  </a:lnTo>
                  <a:lnTo>
                    <a:pt x="60" y="24"/>
                  </a:lnTo>
                  <a:lnTo>
                    <a:pt x="66" y="22"/>
                  </a:lnTo>
                  <a:lnTo>
                    <a:pt x="74" y="22"/>
                  </a:lnTo>
                  <a:lnTo>
                    <a:pt x="82" y="26"/>
                  </a:lnTo>
                  <a:lnTo>
                    <a:pt x="102" y="42"/>
                  </a:lnTo>
                  <a:lnTo>
                    <a:pt x="106" y="44"/>
                  </a:lnTo>
                  <a:lnTo>
                    <a:pt x="110" y="44"/>
                  </a:lnTo>
                  <a:lnTo>
                    <a:pt x="114" y="44"/>
                  </a:lnTo>
                  <a:lnTo>
                    <a:pt x="118" y="42"/>
                  </a:lnTo>
                  <a:lnTo>
                    <a:pt x="122" y="36"/>
                  </a:lnTo>
                  <a:lnTo>
                    <a:pt x="124" y="32"/>
                  </a:lnTo>
                  <a:lnTo>
                    <a:pt x="122" y="28"/>
                  </a:lnTo>
                  <a:lnTo>
                    <a:pt x="120" y="30"/>
                  </a:lnTo>
                  <a:lnTo>
                    <a:pt x="114" y="34"/>
                  </a:lnTo>
                  <a:lnTo>
                    <a:pt x="112" y="34"/>
                  </a:lnTo>
                  <a:lnTo>
                    <a:pt x="108" y="32"/>
                  </a:lnTo>
                  <a:lnTo>
                    <a:pt x="104" y="28"/>
                  </a:lnTo>
                  <a:lnTo>
                    <a:pt x="100" y="22"/>
                  </a:lnTo>
                  <a:lnTo>
                    <a:pt x="86" y="6"/>
                  </a:lnTo>
                  <a:close/>
                </a:path>
              </a:pathLst>
            </a:custGeom>
            <a:solidFill>
              <a:srgbClr val="129F4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" name="Freeform 199"/>
            <p:cNvSpPr/>
            <p:nvPr/>
          </p:nvSpPr>
          <p:spPr>
            <a:xfrm>
              <a:off x="1136" y="345"/>
              <a:ext cx="170" cy="232"/>
            </a:xfrm>
            <a:custGeom>
              <a:avLst/>
              <a:gdLst/>
              <a:ahLst/>
              <a:cxnLst>
                <a:cxn ang="0">
                  <a:pos x="22" y="222"/>
                </a:cxn>
                <a:cxn ang="0">
                  <a:pos x="22" y="222"/>
                </a:cxn>
                <a:cxn ang="0">
                  <a:pos x="16" y="210"/>
                </a:cxn>
                <a:cxn ang="0">
                  <a:pos x="10" y="196"/>
                </a:cxn>
                <a:cxn ang="0">
                  <a:pos x="4" y="180"/>
                </a:cxn>
                <a:cxn ang="0">
                  <a:pos x="2" y="162"/>
                </a:cxn>
                <a:cxn ang="0">
                  <a:pos x="0" y="142"/>
                </a:cxn>
                <a:cxn ang="0">
                  <a:pos x="0" y="124"/>
                </a:cxn>
                <a:cxn ang="0">
                  <a:pos x="2" y="104"/>
                </a:cxn>
                <a:cxn ang="0">
                  <a:pos x="4" y="86"/>
                </a:cxn>
                <a:cxn ang="0">
                  <a:pos x="4" y="86"/>
                </a:cxn>
                <a:cxn ang="0">
                  <a:pos x="14" y="64"/>
                </a:cxn>
                <a:cxn ang="0">
                  <a:pos x="24" y="44"/>
                </a:cxn>
                <a:cxn ang="0">
                  <a:pos x="38" y="26"/>
                </a:cxn>
                <a:cxn ang="0">
                  <a:pos x="52" y="14"/>
                </a:cxn>
                <a:cxn ang="0">
                  <a:pos x="70" y="6"/>
                </a:cxn>
                <a:cxn ang="0">
                  <a:pos x="86" y="0"/>
                </a:cxn>
                <a:cxn ang="0">
                  <a:pos x="102" y="0"/>
                </a:cxn>
                <a:cxn ang="0">
                  <a:pos x="118" y="2"/>
                </a:cxn>
                <a:cxn ang="0">
                  <a:pos x="118" y="2"/>
                </a:cxn>
                <a:cxn ang="0">
                  <a:pos x="126" y="6"/>
                </a:cxn>
                <a:cxn ang="0">
                  <a:pos x="134" y="10"/>
                </a:cxn>
                <a:cxn ang="0">
                  <a:pos x="146" y="24"/>
                </a:cxn>
                <a:cxn ang="0">
                  <a:pos x="156" y="40"/>
                </a:cxn>
                <a:cxn ang="0">
                  <a:pos x="164" y="60"/>
                </a:cxn>
                <a:cxn ang="0">
                  <a:pos x="168" y="82"/>
                </a:cxn>
                <a:cxn ang="0">
                  <a:pos x="170" y="106"/>
                </a:cxn>
                <a:cxn ang="0">
                  <a:pos x="168" y="132"/>
                </a:cxn>
                <a:cxn ang="0">
                  <a:pos x="164" y="156"/>
                </a:cxn>
                <a:cxn ang="0">
                  <a:pos x="164" y="156"/>
                </a:cxn>
                <a:cxn ang="0">
                  <a:pos x="156" y="180"/>
                </a:cxn>
                <a:cxn ang="0">
                  <a:pos x="144" y="200"/>
                </a:cxn>
                <a:cxn ang="0">
                  <a:pos x="132" y="218"/>
                </a:cxn>
                <a:cxn ang="0">
                  <a:pos x="118" y="232"/>
                </a:cxn>
                <a:cxn ang="0">
                  <a:pos x="118" y="232"/>
                </a:cxn>
                <a:cxn ang="0">
                  <a:pos x="106" y="226"/>
                </a:cxn>
                <a:cxn ang="0">
                  <a:pos x="94" y="220"/>
                </a:cxn>
                <a:cxn ang="0">
                  <a:pos x="80" y="216"/>
                </a:cxn>
                <a:cxn ang="0">
                  <a:pos x="64" y="216"/>
                </a:cxn>
                <a:cxn ang="0">
                  <a:pos x="64" y="216"/>
                </a:cxn>
                <a:cxn ang="0">
                  <a:pos x="42" y="218"/>
                </a:cxn>
                <a:cxn ang="0">
                  <a:pos x="30" y="220"/>
                </a:cxn>
                <a:cxn ang="0">
                  <a:pos x="24" y="222"/>
                </a:cxn>
                <a:cxn ang="0">
                  <a:pos x="24" y="222"/>
                </a:cxn>
                <a:cxn ang="0">
                  <a:pos x="22" y="222"/>
                </a:cxn>
                <a:cxn ang="0">
                  <a:pos x="22" y="222"/>
                </a:cxn>
              </a:cxnLst>
              <a:rect l="0" t="0" r="0" b="0"/>
              <a:pathLst>
                <a:path w="170" h="232">
                  <a:moveTo>
                    <a:pt x="22" y="222"/>
                  </a:moveTo>
                  <a:lnTo>
                    <a:pt x="22" y="222"/>
                  </a:lnTo>
                  <a:lnTo>
                    <a:pt x="16" y="210"/>
                  </a:lnTo>
                  <a:lnTo>
                    <a:pt x="10" y="196"/>
                  </a:lnTo>
                  <a:lnTo>
                    <a:pt x="4" y="180"/>
                  </a:lnTo>
                  <a:lnTo>
                    <a:pt x="2" y="162"/>
                  </a:lnTo>
                  <a:lnTo>
                    <a:pt x="0" y="142"/>
                  </a:lnTo>
                  <a:lnTo>
                    <a:pt x="0" y="124"/>
                  </a:lnTo>
                  <a:lnTo>
                    <a:pt x="2" y="104"/>
                  </a:lnTo>
                  <a:lnTo>
                    <a:pt x="4" y="86"/>
                  </a:lnTo>
                  <a:lnTo>
                    <a:pt x="14" y="64"/>
                  </a:lnTo>
                  <a:lnTo>
                    <a:pt x="24" y="44"/>
                  </a:lnTo>
                  <a:lnTo>
                    <a:pt x="38" y="26"/>
                  </a:lnTo>
                  <a:lnTo>
                    <a:pt x="52" y="14"/>
                  </a:lnTo>
                  <a:lnTo>
                    <a:pt x="70" y="6"/>
                  </a:lnTo>
                  <a:lnTo>
                    <a:pt x="86" y="0"/>
                  </a:lnTo>
                  <a:lnTo>
                    <a:pt x="102" y="0"/>
                  </a:lnTo>
                  <a:lnTo>
                    <a:pt x="118" y="2"/>
                  </a:lnTo>
                  <a:lnTo>
                    <a:pt x="126" y="6"/>
                  </a:lnTo>
                  <a:lnTo>
                    <a:pt x="134" y="10"/>
                  </a:lnTo>
                  <a:lnTo>
                    <a:pt x="146" y="24"/>
                  </a:lnTo>
                  <a:lnTo>
                    <a:pt x="156" y="40"/>
                  </a:lnTo>
                  <a:lnTo>
                    <a:pt x="164" y="60"/>
                  </a:lnTo>
                  <a:lnTo>
                    <a:pt x="168" y="82"/>
                  </a:lnTo>
                  <a:lnTo>
                    <a:pt x="170" y="106"/>
                  </a:lnTo>
                  <a:lnTo>
                    <a:pt x="168" y="132"/>
                  </a:lnTo>
                  <a:lnTo>
                    <a:pt x="164" y="156"/>
                  </a:lnTo>
                  <a:lnTo>
                    <a:pt x="156" y="180"/>
                  </a:lnTo>
                  <a:lnTo>
                    <a:pt x="144" y="200"/>
                  </a:lnTo>
                  <a:lnTo>
                    <a:pt x="132" y="218"/>
                  </a:lnTo>
                  <a:lnTo>
                    <a:pt x="118" y="232"/>
                  </a:lnTo>
                  <a:lnTo>
                    <a:pt x="106" y="226"/>
                  </a:lnTo>
                  <a:lnTo>
                    <a:pt x="94" y="220"/>
                  </a:lnTo>
                  <a:lnTo>
                    <a:pt x="80" y="216"/>
                  </a:lnTo>
                  <a:lnTo>
                    <a:pt x="64" y="216"/>
                  </a:lnTo>
                  <a:lnTo>
                    <a:pt x="42" y="218"/>
                  </a:lnTo>
                  <a:lnTo>
                    <a:pt x="30" y="220"/>
                  </a:lnTo>
                  <a:lnTo>
                    <a:pt x="24" y="222"/>
                  </a:lnTo>
                  <a:lnTo>
                    <a:pt x="22" y="222"/>
                  </a:lnTo>
                  <a:close/>
                </a:path>
              </a:pathLst>
            </a:custGeom>
            <a:solidFill>
              <a:srgbClr val="ACD037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" name="Freeform 200"/>
            <p:cNvSpPr/>
            <p:nvPr/>
          </p:nvSpPr>
          <p:spPr>
            <a:xfrm>
              <a:off x="1152" y="349"/>
              <a:ext cx="154" cy="230"/>
            </a:xfrm>
            <a:custGeom>
              <a:avLst/>
              <a:gdLst/>
              <a:ahLst/>
              <a:cxnLst>
                <a:cxn ang="0">
                  <a:pos x="108" y="4"/>
                </a:cxn>
                <a:cxn ang="0">
                  <a:pos x="108" y="4"/>
                </a:cxn>
                <a:cxn ang="0">
                  <a:pos x="102" y="2"/>
                </a:cxn>
                <a:cxn ang="0">
                  <a:pos x="94" y="0"/>
                </a:cxn>
                <a:cxn ang="0">
                  <a:pos x="80" y="2"/>
                </a:cxn>
                <a:cxn ang="0">
                  <a:pos x="64" y="10"/>
                </a:cxn>
                <a:cxn ang="0">
                  <a:pos x="50" y="20"/>
                </a:cxn>
                <a:cxn ang="0">
                  <a:pos x="36" y="34"/>
                </a:cxn>
                <a:cxn ang="0">
                  <a:pos x="24" y="52"/>
                </a:cxn>
                <a:cxn ang="0">
                  <a:pos x="14" y="74"/>
                </a:cxn>
                <a:cxn ang="0">
                  <a:pos x="8" y="98"/>
                </a:cxn>
                <a:cxn ang="0">
                  <a:pos x="8" y="98"/>
                </a:cxn>
                <a:cxn ang="0">
                  <a:pos x="4" y="114"/>
                </a:cxn>
                <a:cxn ang="0">
                  <a:pos x="2" y="130"/>
                </a:cxn>
                <a:cxn ang="0">
                  <a:pos x="0" y="148"/>
                </a:cxn>
                <a:cxn ang="0">
                  <a:pos x="0" y="162"/>
                </a:cxn>
                <a:cxn ang="0">
                  <a:pos x="2" y="178"/>
                </a:cxn>
                <a:cxn ang="0">
                  <a:pos x="6" y="192"/>
                </a:cxn>
                <a:cxn ang="0">
                  <a:pos x="10" y="204"/>
                </a:cxn>
                <a:cxn ang="0">
                  <a:pos x="16" y="216"/>
                </a:cxn>
                <a:cxn ang="0">
                  <a:pos x="16" y="216"/>
                </a:cxn>
                <a:cxn ang="0">
                  <a:pos x="28" y="214"/>
                </a:cxn>
                <a:cxn ang="0">
                  <a:pos x="48" y="212"/>
                </a:cxn>
                <a:cxn ang="0">
                  <a:pos x="48" y="212"/>
                </a:cxn>
                <a:cxn ang="0">
                  <a:pos x="64" y="212"/>
                </a:cxn>
                <a:cxn ang="0">
                  <a:pos x="80" y="216"/>
                </a:cxn>
                <a:cxn ang="0">
                  <a:pos x="92" y="222"/>
                </a:cxn>
                <a:cxn ang="0">
                  <a:pos x="104" y="230"/>
                </a:cxn>
                <a:cxn ang="0">
                  <a:pos x="104" y="230"/>
                </a:cxn>
                <a:cxn ang="0">
                  <a:pos x="118" y="214"/>
                </a:cxn>
                <a:cxn ang="0">
                  <a:pos x="130" y="196"/>
                </a:cxn>
                <a:cxn ang="0">
                  <a:pos x="140" y="176"/>
                </a:cxn>
                <a:cxn ang="0">
                  <a:pos x="148" y="152"/>
                </a:cxn>
                <a:cxn ang="0">
                  <a:pos x="148" y="152"/>
                </a:cxn>
                <a:cxn ang="0">
                  <a:pos x="152" y="126"/>
                </a:cxn>
                <a:cxn ang="0">
                  <a:pos x="154" y="102"/>
                </a:cxn>
                <a:cxn ang="0">
                  <a:pos x="152" y="80"/>
                </a:cxn>
                <a:cxn ang="0">
                  <a:pos x="150" y="58"/>
                </a:cxn>
                <a:cxn ang="0">
                  <a:pos x="142" y="40"/>
                </a:cxn>
                <a:cxn ang="0">
                  <a:pos x="134" y="24"/>
                </a:cxn>
                <a:cxn ang="0">
                  <a:pos x="122" y="12"/>
                </a:cxn>
                <a:cxn ang="0">
                  <a:pos x="116" y="8"/>
                </a:cxn>
                <a:cxn ang="0">
                  <a:pos x="108" y="4"/>
                </a:cxn>
                <a:cxn ang="0">
                  <a:pos x="108" y="4"/>
                </a:cxn>
              </a:cxnLst>
              <a:rect l="0" t="0" r="0" b="0"/>
              <a:pathLst>
                <a:path w="154" h="230">
                  <a:moveTo>
                    <a:pt x="108" y="4"/>
                  </a:moveTo>
                  <a:lnTo>
                    <a:pt x="108" y="4"/>
                  </a:lnTo>
                  <a:lnTo>
                    <a:pt x="102" y="2"/>
                  </a:lnTo>
                  <a:lnTo>
                    <a:pt x="94" y="0"/>
                  </a:lnTo>
                  <a:lnTo>
                    <a:pt x="80" y="2"/>
                  </a:lnTo>
                  <a:lnTo>
                    <a:pt x="64" y="10"/>
                  </a:lnTo>
                  <a:lnTo>
                    <a:pt x="50" y="20"/>
                  </a:lnTo>
                  <a:lnTo>
                    <a:pt x="36" y="34"/>
                  </a:lnTo>
                  <a:lnTo>
                    <a:pt x="24" y="52"/>
                  </a:lnTo>
                  <a:lnTo>
                    <a:pt x="14" y="74"/>
                  </a:lnTo>
                  <a:lnTo>
                    <a:pt x="8" y="98"/>
                  </a:lnTo>
                  <a:lnTo>
                    <a:pt x="4" y="114"/>
                  </a:lnTo>
                  <a:lnTo>
                    <a:pt x="2" y="130"/>
                  </a:lnTo>
                  <a:lnTo>
                    <a:pt x="0" y="148"/>
                  </a:lnTo>
                  <a:lnTo>
                    <a:pt x="0" y="162"/>
                  </a:lnTo>
                  <a:lnTo>
                    <a:pt x="2" y="178"/>
                  </a:lnTo>
                  <a:lnTo>
                    <a:pt x="6" y="192"/>
                  </a:lnTo>
                  <a:lnTo>
                    <a:pt x="10" y="204"/>
                  </a:lnTo>
                  <a:lnTo>
                    <a:pt x="16" y="216"/>
                  </a:lnTo>
                  <a:lnTo>
                    <a:pt x="28" y="214"/>
                  </a:lnTo>
                  <a:lnTo>
                    <a:pt x="48" y="212"/>
                  </a:lnTo>
                  <a:lnTo>
                    <a:pt x="64" y="212"/>
                  </a:lnTo>
                  <a:lnTo>
                    <a:pt x="80" y="216"/>
                  </a:lnTo>
                  <a:lnTo>
                    <a:pt x="92" y="222"/>
                  </a:lnTo>
                  <a:lnTo>
                    <a:pt x="104" y="230"/>
                  </a:lnTo>
                  <a:lnTo>
                    <a:pt x="118" y="214"/>
                  </a:lnTo>
                  <a:lnTo>
                    <a:pt x="130" y="196"/>
                  </a:lnTo>
                  <a:lnTo>
                    <a:pt x="140" y="176"/>
                  </a:lnTo>
                  <a:lnTo>
                    <a:pt x="148" y="152"/>
                  </a:lnTo>
                  <a:lnTo>
                    <a:pt x="152" y="126"/>
                  </a:lnTo>
                  <a:lnTo>
                    <a:pt x="154" y="102"/>
                  </a:lnTo>
                  <a:lnTo>
                    <a:pt x="152" y="80"/>
                  </a:lnTo>
                  <a:lnTo>
                    <a:pt x="150" y="58"/>
                  </a:lnTo>
                  <a:lnTo>
                    <a:pt x="142" y="40"/>
                  </a:lnTo>
                  <a:lnTo>
                    <a:pt x="134" y="24"/>
                  </a:lnTo>
                  <a:lnTo>
                    <a:pt x="122" y="12"/>
                  </a:lnTo>
                  <a:lnTo>
                    <a:pt x="116" y="8"/>
                  </a:lnTo>
                  <a:lnTo>
                    <a:pt x="108" y="4"/>
                  </a:lnTo>
                  <a:close/>
                </a:path>
              </a:pathLst>
            </a:custGeom>
            <a:solidFill>
              <a:srgbClr val="129F4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" name="Freeform 201"/>
            <p:cNvSpPr/>
            <p:nvPr/>
          </p:nvSpPr>
          <p:spPr>
            <a:xfrm>
              <a:off x="1162" y="363"/>
              <a:ext cx="136" cy="210"/>
            </a:xfrm>
            <a:custGeom>
              <a:avLst/>
              <a:gdLst/>
              <a:ahLst/>
              <a:cxnLst>
                <a:cxn ang="0">
                  <a:pos x="92" y="2"/>
                </a:cxn>
                <a:cxn ang="0">
                  <a:pos x="92" y="2"/>
                </a:cxn>
                <a:cxn ang="0">
                  <a:pos x="80" y="0"/>
                </a:cxn>
                <a:cxn ang="0">
                  <a:pos x="66" y="4"/>
                </a:cxn>
                <a:cxn ang="0">
                  <a:pos x="52" y="12"/>
                </a:cxn>
                <a:cxn ang="0">
                  <a:pos x="40" y="22"/>
                </a:cxn>
                <a:cxn ang="0">
                  <a:pos x="28" y="36"/>
                </a:cxn>
                <a:cxn ang="0">
                  <a:pos x="18" y="54"/>
                </a:cxn>
                <a:cxn ang="0">
                  <a:pos x="10" y="74"/>
                </a:cxn>
                <a:cxn ang="0">
                  <a:pos x="4" y="96"/>
                </a:cxn>
                <a:cxn ang="0">
                  <a:pos x="4" y="96"/>
                </a:cxn>
                <a:cxn ang="0">
                  <a:pos x="2" y="112"/>
                </a:cxn>
                <a:cxn ang="0">
                  <a:pos x="0" y="126"/>
                </a:cxn>
                <a:cxn ang="0">
                  <a:pos x="0" y="140"/>
                </a:cxn>
                <a:cxn ang="0">
                  <a:pos x="0" y="154"/>
                </a:cxn>
                <a:cxn ang="0">
                  <a:pos x="2" y="168"/>
                </a:cxn>
                <a:cxn ang="0">
                  <a:pos x="6" y="180"/>
                </a:cxn>
                <a:cxn ang="0">
                  <a:pos x="10" y="190"/>
                </a:cxn>
                <a:cxn ang="0">
                  <a:pos x="16" y="200"/>
                </a:cxn>
                <a:cxn ang="0">
                  <a:pos x="16" y="200"/>
                </a:cxn>
                <a:cxn ang="0">
                  <a:pos x="38" y="198"/>
                </a:cxn>
                <a:cxn ang="0">
                  <a:pos x="38" y="198"/>
                </a:cxn>
                <a:cxn ang="0">
                  <a:pos x="50" y="198"/>
                </a:cxn>
                <a:cxn ang="0">
                  <a:pos x="62" y="200"/>
                </a:cxn>
                <a:cxn ang="0">
                  <a:pos x="74" y="204"/>
                </a:cxn>
                <a:cxn ang="0">
                  <a:pos x="84" y="210"/>
                </a:cxn>
                <a:cxn ang="0">
                  <a:pos x="84" y="210"/>
                </a:cxn>
                <a:cxn ang="0">
                  <a:pos x="98" y="196"/>
                </a:cxn>
                <a:cxn ang="0">
                  <a:pos x="112" y="176"/>
                </a:cxn>
                <a:cxn ang="0">
                  <a:pos x="122" y="154"/>
                </a:cxn>
                <a:cxn ang="0">
                  <a:pos x="130" y="128"/>
                </a:cxn>
                <a:cxn ang="0">
                  <a:pos x="130" y="128"/>
                </a:cxn>
                <a:cxn ang="0">
                  <a:pos x="134" y="104"/>
                </a:cxn>
                <a:cxn ang="0">
                  <a:pos x="136" y="84"/>
                </a:cxn>
                <a:cxn ang="0">
                  <a:pos x="134" y="64"/>
                </a:cxn>
                <a:cxn ang="0">
                  <a:pos x="130" y="44"/>
                </a:cxn>
                <a:cxn ang="0">
                  <a:pos x="124" y="30"/>
                </a:cxn>
                <a:cxn ang="0">
                  <a:pos x="116" y="16"/>
                </a:cxn>
                <a:cxn ang="0">
                  <a:pos x="104" y="6"/>
                </a:cxn>
                <a:cxn ang="0">
                  <a:pos x="92" y="2"/>
                </a:cxn>
                <a:cxn ang="0">
                  <a:pos x="92" y="2"/>
                </a:cxn>
              </a:cxnLst>
              <a:rect l="0" t="0" r="0" b="0"/>
              <a:pathLst>
                <a:path w="136" h="210">
                  <a:moveTo>
                    <a:pt x="92" y="2"/>
                  </a:moveTo>
                  <a:lnTo>
                    <a:pt x="92" y="2"/>
                  </a:lnTo>
                  <a:lnTo>
                    <a:pt x="80" y="0"/>
                  </a:lnTo>
                  <a:lnTo>
                    <a:pt x="66" y="4"/>
                  </a:lnTo>
                  <a:lnTo>
                    <a:pt x="52" y="12"/>
                  </a:lnTo>
                  <a:lnTo>
                    <a:pt x="40" y="22"/>
                  </a:lnTo>
                  <a:lnTo>
                    <a:pt x="28" y="36"/>
                  </a:lnTo>
                  <a:lnTo>
                    <a:pt x="18" y="54"/>
                  </a:lnTo>
                  <a:lnTo>
                    <a:pt x="10" y="74"/>
                  </a:lnTo>
                  <a:lnTo>
                    <a:pt x="4" y="96"/>
                  </a:lnTo>
                  <a:lnTo>
                    <a:pt x="2" y="112"/>
                  </a:lnTo>
                  <a:lnTo>
                    <a:pt x="0" y="126"/>
                  </a:lnTo>
                  <a:lnTo>
                    <a:pt x="0" y="140"/>
                  </a:lnTo>
                  <a:lnTo>
                    <a:pt x="0" y="154"/>
                  </a:lnTo>
                  <a:lnTo>
                    <a:pt x="2" y="168"/>
                  </a:lnTo>
                  <a:lnTo>
                    <a:pt x="6" y="180"/>
                  </a:lnTo>
                  <a:lnTo>
                    <a:pt x="10" y="190"/>
                  </a:lnTo>
                  <a:lnTo>
                    <a:pt x="16" y="200"/>
                  </a:lnTo>
                  <a:lnTo>
                    <a:pt x="38" y="198"/>
                  </a:lnTo>
                  <a:lnTo>
                    <a:pt x="50" y="198"/>
                  </a:lnTo>
                  <a:lnTo>
                    <a:pt x="62" y="200"/>
                  </a:lnTo>
                  <a:lnTo>
                    <a:pt x="74" y="204"/>
                  </a:lnTo>
                  <a:lnTo>
                    <a:pt x="84" y="210"/>
                  </a:lnTo>
                  <a:lnTo>
                    <a:pt x="98" y="196"/>
                  </a:lnTo>
                  <a:lnTo>
                    <a:pt x="112" y="176"/>
                  </a:lnTo>
                  <a:lnTo>
                    <a:pt x="122" y="154"/>
                  </a:lnTo>
                  <a:lnTo>
                    <a:pt x="130" y="128"/>
                  </a:lnTo>
                  <a:lnTo>
                    <a:pt x="134" y="104"/>
                  </a:lnTo>
                  <a:lnTo>
                    <a:pt x="136" y="84"/>
                  </a:lnTo>
                  <a:lnTo>
                    <a:pt x="134" y="64"/>
                  </a:lnTo>
                  <a:lnTo>
                    <a:pt x="130" y="44"/>
                  </a:lnTo>
                  <a:lnTo>
                    <a:pt x="124" y="30"/>
                  </a:lnTo>
                  <a:lnTo>
                    <a:pt x="116" y="16"/>
                  </a:lnTo>
                  <a:lnTo>
                    <a:pt x="104" y="6"/>
                  </a:lnTo>
                  <a:lnTo>
                    <a:pt x="92" y="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" name="Freeform 202"/>
            <p:cNvSpPr/>
            <p:nvPr/>
          </p:nvSpPr>
          <p:spPr>
            <a:xfrm>
              <a:off x="1166" y="363"/>
              <a:ext cx="132" cy="140"/>
            </a:xfrm>
            <a:custGeom>
              <a:avLst/>
              <a:gdLst/>
              <a:ahLst/>
              <a:cxnLst>
                <a:cxn ang="0">
                  <a:pos x="84" y="20"/>
                </a:cxn>
                <a:cxn ang="0">
                  <a:pos x="84" y="20"/>
                </a:cxn>
                <a:cxn ang="0">
                  <a:pos x="96" y="26"/>
                </a:cxn>
                <a:cxn ang="0">
                  <a:pos x="106" y="34"/>
                </a:cxn>
                <a:cxn ang="0">
                  <a:pos x="114" y="46"/>
                </a:cxn>
                <a:cxn ang="0">
                  <a:pos x="120" y="62"/>
                </a:cxn>
                <a:cxn ang="0">
                  <a:pos x="124" y="80"/>
                </a:cxn>
                <a:cxn ang="0">
                  <a:pos x="126" y="98"/>
                </a:cxn>
                <a:cxn ang="0">
                  <a:pos x="126" y="120"/>
                </a:cxn>
                <a:cxn ang="0">
                  <a:pos x="124" y="140"/>
                </a:cxn>
                <a:cxn ang="0">
                  <a:pos x="124" y="140"/>
                </a:cxn>
                <a:cxn ang="0">
                  <a:pos x="126" y="128"/>
                </a:cxn>
                <a:cxn ang="0">
                  <a:pos x="126" y="128"/>
                </a:cxn>
                <a:cxn ang="0">
                  <a:pos x="130" y="104"/>
                </a:cxn>
                <a:cxn ang="0">
                  <a:pos x="132" y="84"/>
                </a:cxn>
                <a:cxn ang="0">
                  <a:pos x="130" y="64"/>
                </a:cxn>
                <a:cxn ang="0">
                  <a:pos x="126" y="44"/>
                </a:cxn>
                <a:cxn ang="0">
                  <a:pos x="120" y="30"/>
                </a:cxn>
                <a:cxn ang="0">
                  <a:pos x="112" y="16"/>
                </a:cxn>
                <a:cxn ang="0">
                  <a:pos x="100" y="6"/>
                </a:cxn>
                <a:cxn ang="0">
                  <a:pos x="88" y="2"/>
                </a:cxn>
                <a:cxn ang="0">
                  <a:pos x="88" y="2"/>
                </a:cxn>
                <a:cxn ang="0">
                  <a:pos x="76" y="0"/>
                </a:cxn>
                <a:cxn ang="0">
                  <a:pos x="62" y="4"/>
                </a:cxn>
                <a:cxn ang="0">
                  <a:pos x="48" y="12"/>
                </a:cxn>
                <a:cxn ang="0">
                  <a:pos x="36" y="22"/>
                </a:cxn>
                <a:cxn ang="0">
                  <a:pos x="24" y="36"/>
                </a:cxn>
                <a:cxn ang="0">
                  <a:pos x="14" y="54"/>
                </a:cxn>
                <a:cxn ang="0">
                  <a:pos x="6" y="74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6" y="82"/>
                </a:cxn>
                <a:cxn ang="0">
                  <a:pos x="14" y="66"/>
                </a:cxn>
                <a:cxn ang="0">
                  <a:pos x="24" y="50"/>
                </a:cxn>
                <a:cxn ang="0">
                  <a:pos x="36" y="38"/>
                </a:cxn>
                <a:cxn ang="0">
                  <a:pos x="48" y="28"/>
                </a:cxn>
                <a:cxn ang="0">
                  <a:pos x="60" y="22"/>
                </a:cxn>
                <a:cxn ang="0">
                  <a:pos x="72" y="20"/>
                </a:cxn>
                <a:cxn ang="0">
                  <a:pos x="84" y="20"/>
                </a:cxn>
                <a:cxn ang="0">
                  <a:pos x="84" y="20"/>
                </a:cxn>
              </a:cxnLst>
              <a:rect l="0" t="0" r="0" b="0"/>
              <a:pathLst>
                <a:path w="132" h="140">
                  <a:moveTo>
                    <a:pt x="84" y="20"/>
                  </a:moveTo>
                  <a:lnTo>
                    <a:pt x="84" y="20"/>
                  </a:lnTo>
                  <a:lnTo>
                    <a:pt x="96" y="26"/>
                  </a:lnTo>
                  <a:lnTo>
                    <a:pt x="106" y="34"/>
                  </a:lnTo>
                  <a:lnTo>
                    <a:pt x="114" y="46"/>
                  </a:lnTo>
                  <a:lnTo>
                    <a:pt x="120" y="62"/>
                  </a:lnTo>
                  <a:lnTo>
                    <a:pt x="124" y="80"/>
                  </a:lnTo>
                  <a:lnTo>
                    <a:pt x="126" y="98"/>
                  </a:lnTo>
                  <a:lnTo>
                    <a:pt x="126" y="120"/>
                  </a:lnTo>
                  <a:lnTo>
                    <a:pt x="124" y="140"/>
                  </a:lnTo>
                  <a:lnTo>
                    <a:pt x="126" y="128"/>
                  </a:lnTo>
                  <a:lnTo>
                    <a:pt x="130" y="104"/>
                  </a:lnTo>
                  <a:lnTo>
                    <a:pt x="132" y="84"/>
                  </a:lnTo>
                  <a:lnTo>
                    <a:pt x="130" y="64"/>
                  </a:lnTo>
                  <a:lnTo>
                    <a:pt x="126" y="44"/>
                  </a:lnTo>
                  <a:lnTo>
                    <a:pt x="120" y="30"/>
                  </a:lnTo>
                  <a:lnTo>
                    <a:pt x="112" y="16"/>
                  </a:lnTo>
                  <a:lnTo>
                    <a:pt x="100" y="6"/>
                  </a:lnTo>
                  <a:lnTo>
                    <a:pt x="88" y="2"/>
                  </a:lnTo>
                  <a:lnTo>
                    <a:pt x="76" y="0"/>
                  </a:lnTo>
                  <a:lnTo>
                    <a:pt x="62" y="4"/>
                  </a:lnTo>
                  <a:lnTo>
                    <a:pt x="48" y="12"/>
                  </a:lnTo>
                  <a:lnTo>
                    <a:pt x="36" y="22"/>
                  </a:lnTo>
                  <a:lnTo>
                    <a:pt x="24" y="36"/>
                  </a:lnTo>
                  <a:lnTo>
                    <a:pt x="14" y="54"/>
                  </a:lnTo>
                  <a:lnTo>
                    <a:pt x="6" y="74"/>
                  </a:lnTo>
                  <a:lnTo>
                    <a:pt x="0" y="96"/>
                  </a:lnTo>
                  <a:lnTo>
                    <a:pt x="0" y="102"/>
                  </a:lnTo>
                  <a:lnTo>
                    <a:pt x="6" y="82"/>
                  </a:lnTo>
                  <a:lnTo>
                    <a:pt x="14" y="66"/>
                  </a:lnTo>
                  <a:lnTo>
                    <a:pt x="24" y="50"/>
                  </a:lnTo>
                  <a:lnTo>
                    <a:pt x="36" y="38"/>
                  </a:lnTo>
                  <a:lnTo>
                    <a:pt x="48" y="28"/>
                  </a:lnTo>
                  <a:lnTo>
                    <a:pt x="60" y="22"/>
                  </a:lnTo>
                  <a:lnTo>
                    <a:pt x="72" y="20"/>
                  </a:lnTo>
                  <a:lnTo>
                    <a:pt x="84" y="20"/>
                  </a:lnTo>
                  <a:close/>
                </a:path>
              </a:pathLst>
            </a:custGeom>
            <a:solidFill>
              <a:srgbClr val="E7E8E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" name="Freeform 203"/>
            <p:cNvSpPr/>
            <p:nvPr/>
          </p:nvSpPr>
          <p:spPr>
            <a:xfrm>
              <a:off x="1190" y="291"/>
              <a:ext cx="142" cy="116"/>
            </a:xfrm>
            <a:custGeom>
              <a:avLst/>
              <a:gdLst/>
              <a:ahLst/>
              <a:cxnLst>
                <a:cxn ang="0">
                  <a:pos x="142" y="116"/>
                </a:cxn>
                <a:cxn ang="0">
                  <a:pos x="142" y="116"/>
                </a:cxn>
                <a:cxn ang="0">
                  <a:pos x="140" y="108"/>
                </a:cxn>
                <a:cxn ang="0">
                  <a:pos x="132" y="86"/>
                </a:cxn>
                <a:cxn ang="0">
                  <a:pos x="128" y="72"/>
                </a:cxn>
                <a:cxn ang="0">
                  <a:pos x="122" y="56"/>
                </a:cxn>
                <a:cxn ang="0">
                  <a:pos x="112" y="42"/>
                </a:cxn>
                <a:cxn ang="0">
                  <a:pos x="104" y="28"/>
                </a:cxn>
                <a:cxn ang="0">
                  <a:pos x="104" y="28"/>
                </a:cxn>
                <a:cxn ang="0">
                  <a:pos x="92" y="18"/>
                </a:cxn>
                <a:cxn ang="0">
                  <a:pos x="82" y="10"/>
                </a:cxn>
                <a:cxn ang="0">
                  <a:pos x="70" y="4"/>
                </a:cxn>
                <a:cxn ang="0">
                  <a:pos x="60" y="2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8" y="2"/>
                </a:cxn>
                <a:cxn ang="0">
                  <a:pos x="20" y="6"/>
                </a:cxn>
                <a:cxn ang="0">
                  <a:pos x="12" y="10"/>
                </a:cxn>
                <a:cxn ang="0">
                  <a:pos x="6" y="14"/>
                </a:cxn>
                <a:cxn ang="0">
                  <a:pos x="2" y="20"/>
                </a:cxn>
                <a:cxn ang="0">
                  <a:pos x="0" y="24"/>
                </a:cxn>
                <a:cxn ang="0">
                  <a:pos x="0" y="30"/>
                </a:cxn>
                <a:cxn ang="0">
                  <a:pos x="2" y="34"/>
                </a:cxn>
                <a:cxn ang="0">
                  <a:pos x="8" y="38"/>
                </a:cxn>
                <a:cxn ang="0">
                  <a:pos x="18" y="40"/>
                </a:cxn>
                <a:cxn ang="0">
                  <a:pos x="18" y="40"/>
                </a:cxn>
                <a:cxn ang="0">
                  <a:pos x="30" y="40"/>
                </a:cxn>
                <a:cxn ang="0">
                  <a:pos x="42" y="38"/>
                </a:cxn>
                <a:cxn ang="0">
                  <a:pos x="60" y="32"/>
                </a:cxn>
                <a:cxn ang="0">
                  <a:pos x="68" y="30"/>
                </a:cxn>
                <a:cxn ang="0">
                  <a:pos x="76" y="30"/>
                </a:cxn>
                <a:cxn ang="0">
                  <a:pos x="86" y="36"/>
                </a:cxn>
                <a:cxn ang="0">
                  <a:pos x="96" y="46"/>
                </a:cxn>
                <a:cxn ang="0">
                  <a:pos x="96" y="46"/>
                </a:cxn>
                <a:cxn ang="0">
                  <a:pos x="108" y="58"/>
                </a:cxn>
                <a:cxn ang="0">
                  <a:pos x="118" y="70"/>
                </a:cxn>
                <a:cxn ang="0">
                  <a:pos x="132" y="92"/>
                </a:cxn>
                <a:cxn ang="0">
                  <a:pos x="138" y="110"/>
                </a:cxn>
                <a:cxn ang="0">
                  <a:pos x="142" y="116"/>
                </a:cxn>
                <a:cxn ang="0">
                  <a:pos x="142" y="116"/>
                </a:cxn>
              </a:cxnLst>
              <a:rect l="0" t="0" r="0" b="0"/>
              <a:pathLst>
                <a:path w="142" h="116">
                  <a:moveTo>
                    <a:pt x="142" y="116"/>
                  </a:moveTo>
                  <a:lnTo>
                    <a:pt x="142" y="116"/>
                  </a:lnTo>
                  <a:lnTo>
                    <a:pt x="140" y="108"/>
                  </a:lnTo>
                  <a:lnTo>
                    <a:pt x="132" y="86"/>
                  </a:lnTo>
                  <a:lnTo>
                    <a:pt x="128" y="72"/>
                  </a:lnTo>
                  <a:lnTo>
                    <a:pt x="122" y="56"/>
                  </a:lnTo>
                  <a:lnTo>
                    <a:pt x="112" y="42"/>
                  </a:lnTo>
                  <a:lnTo>
                    <a:pt x="104" y="28"/>
                  </a:lnTo>
                  <a:lnTo>
                    <a:pt x="92" y="18"/>
                  </a:lnTo>
                  <a:lnTo>
                    <a:pt x="82" y="10"/>
                  </a:lnTo>
                  <a:lnTo>
                    <a:pt x="70" y="4"/>
                  </a:lnTo>
                  <a:lnTo>
                    <a:pt x="60" y="2"/>
                  </a:lnTo>
                  <a:lnTo>
                    <a:pt x="48" y="0"/>
                  </a:lnTo>
                  <a:lnTo>
                    <a:pt x="38" y="0"/>
                  </a:lnTo>
                  <a:lnTo>
                    <a:pt x="28" y="2"/>
                  </a:lnTo>
                  <a:lnTo>
                    <a:pt x="20" y="6"/>
                  </a:lnTo>
                  <a:lnTo>
                    <a:pt x="12" y="10"/>
                  </a:lnTo>
                  <a:lnTo>
                    <a:pt x="6" y="14"/>
                  </a:lnTo>
                  <a:lnTo>
                    <a:pt x="2" y="20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2" y="34"/>
                  </a:lnTo>
                  <a:lnTo>
                    <a:pt x="8" y="38"/>
                  </a:lnTo>
                  <a:lnTo>
                    <a:pt x="18" y="40"/>
                  </a:lnTo>
                  <a:lnTo>
                    <a:pt x="30" y="40"/>
                  </a:lnTo>
                  <a:lnTo>
                    <a:pt x="42" y="38"/>
                  </a:lnTo>
                  <a:lnTo>
                    <a:pt x="60" y="32"/>
                  </a:lnTo>
                  <a:lnTo>
                    <a:pt x="68" y="30"/>
                  </a:lnTo>
                  <a:lnTo>
                    <a:pt x="76" y="30"/>
                  </a:lnTo>
                  <a:lnTo>
                    <a:pt x="86" y="36"/>
                  </a:lnTo>
                  <a:lnTo>
                    <a:pt x="96" y="46"/>
                  </a:lnTo>
                  <a:lnTo>
                    <a:pt x="108" y="58"/>
                  </a:lnTo>
                  <a:lnTo>
                    <a:pt x="118" y="70"/>
                  </a:lnTo>
                  <a:lnTo>
                    <a:pt x="132" y="92"/>
                  </a:lnTo>
                  <a:lnTo>
                    <a:pt x="138" y="110"/>
                  </a:lnTo>
                  <a:lnTo>
                    <a:pt x="142" y="116"/>
                  </a:lnTo>
                  <a:close/>
                </a:path>
              </a:pathLst>
            </a:custGeom>
            <a:solidFill>
              <a:srgbClr val="129F4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" name="Freeform 204"/>
            <p:cNvSpPr/>
            <p:nvPr/>
          </p:nvSpPr>
          <p:spPr>
            <a:xfrm>
              <a:off x="1046" y="851"/>
              <a:ext cx="80" cy="24"/>
            </a:xfrm>
            <a:custGeom>
              <a:avLst/>
              <a:gdLst/>
              <a:ahLst/>
              <a:cxnLst>
                <a:cxn ang="0">
                  <a:pos x="80" y="4"/>
                </a:cxn>
                <a:cxn ang="0">
                  <a:pos x="80" y="4"/>
                </a:cxn>
                <a:cxn ang="0">
                  <a:pos x="76" y="8"/>
                </a:cxn>
                <a:cxn ang="0">
                  <a:pos x="68" y="16"/>
                </a:cxn>
                <a:cxn ang="0">
                  <a:pos x="54" y="22"/>
                </a:cxn>
                <a:cxn ang="0">
                  <a:pos x="46" y="24"/>
                </a:cxn>
                <a:cxn ang="0">
                  <a:pos x="38" y="24"/>
                </a:cxn>
                <a:cxn ang="0">
                  <a:pos x="38" y="24"/>
                </a:cxn>
                <a:cxn ang="0">
                  <a:pos x="34" y="24"/>
                </a:cxn>
                <a:cxn ang="0">
                  <a:pos x="28" y="20"/>
                </a:cxn>
                <a:cxn ang="0">
                  <a:pos x="16" y="1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2" y="4"/>
                </a:cxn>
                <a:cxn ang="0">
                  <a:pos x="26" y="8"/>
                </a:cxn>
                <a:cxn ang="0">
                  <a:pos x="42" y="10"/>
                </a:cxn>
                <a:cxn ang="0">
                  <a:pos x="42" y="10"/>
                </a:cxn>
                <a:cxn ang="0">
                  <a:pos x="56" y="10"/>
                </a:cxn>
                <a:cxn ang="0">
                  <a:pos x="68" y="8"/>
                </a:cxn>
                <a:cxn ang="0">
                  <a:pos x="80" y="4"/>
                </a:cxn>
                <a:cxn ang="0">
                  <a:pos x="80" y="4"/>
                </a:cxn>
              </a:cxnLst>
              <a:rect l="0" t="0" r="0" b="0"/>
              <a:pathLst>
                <a:path w="80" h="24">
                  <a:moveTo>
                    <a:pt x="80" y="4"/>
                  </a:moveTo>
                  <a:lnTo>
                    <a:pt x="80" y="4"/>
                  </a:lnTo>
                  <a:lnTo>
                    <a:pt x="76" y="8"/>
                  </a:lnTo>
                  <a:lnTo>
                    <a:pt x="68" y="16"/>
                  </a:lnTo>
                  <a:lnTo>
                    <a:pt x="54" y="22"/>
                  </a:lnTo>
                  <a:lnTo>
                    <a:pt x="46" y="24"/>
                  </a:lnTo>
                  <a:lnTo>
                    <a:pt x="38" y="24"/>
                  </a:lnTo>
                  <a:lnTo>
                    <a:pt x="34" y="24"/>
                  </a:lnTo>
                  <a:lnTo>
                    <a:pt x="28" y="20"/>
                  </a:lnTo>
                  <a:lnTo>
                    <a:pt x="16" y="14"/>
                  </a:lnTo>
                  <a:lnTo>
                    <a:pt x="0" y="0"/>
                  </a:lnTo>
                  <a:lnTo>
                    <a:pt x="12" y="4"/>
                  </a:lnTo>
                  <a:lnTo>
                    <a:pt x="26" y="8"/>
                  </a:lnTo>
                  <a:lnTo>
                    <a:pt x="42" y="10"/>
                  </a:lnTo>
                  <a:lnTo>
                    <a:pt x="56" y="10"/>
                  </a:lnTo>
                  <a:lnTo>
                    <a:pt x="68" y="8"/>
                  </a:lnTo>
                  <a:lnTo>
                    <a:pt x="80" y="4"/>
                  </a:lnTo>
                  <a:close/>
                </a:path>
              </a:pathLst>
            </a:custGeom>
            <a:solidFill>
              <a:srgbClr val="7BC14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" name="Freeform 205"/>
            <p:cNvSpPr/>
            <p:nvPr/>
          </p:nvSpPr>
          <p:spPr>
            <a:xfrm>
              <a:off x="976" y="615"/>
              <a:ext cx="280" cy="230"/>
            </a:xfrm>
            <a:custGeom>
              <a:avLst/>
              <a:gdLst/>
              <a:ahLst/>
              <a:cxnLst>
                <a:cxn ang="0">
                  <a:pos x="280" y="4"/>
                </a:cxn>
                <a:cxn ang="0">
                  <a:pos x="280" y="4"/>
                </a:cxn>
                <a:cxn ang="0">
                  <a:pos x="270" y="12"/>
                </a:cxn>
                <a:cxn ang="0">
                  <a:pos x="256" y="20"/>
                </a:cxn>
                <a:cxn ang="0">
                  <a:pos x="224" y="32"/>
                </a:cxn>
                <a:cxn ang="0">
                  <a:pos x="186" y="42"/>
                </a:cxn>
                <a:cxn ang="0">
                  <a:pos x="166" y="46"/>
                </a:cxn>
                <a:cxn ang="0">
                  <a:pos x="146" y="48"/>
                </a:cxn>
                <a:cxn ang="0">
                  <a:pos x="124" y="50"/>
                </a:cxn>
                <a:cxn ang="0">
                  <a:pos x="104" y="48"/>
                </a:cxn>
                <a:cxn ang="0">
                  <a:pos x="84" y="46"/>
                </a:cxn>
                <a:cxn ang="0">
                  <a:pos x="64" y="42"/>
                </a:cxn>
                <a:cxn ang="0">
                  <a:pos x="46" y="36"/>
                </a:cxn>
                <a:cxn ang="0">
                  <a:pos x="28" y="26"/>
                </a:cxn>
                <a:cxn ang="0">
                  <a:pos x="12" y="1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" y="18"/>
                </a:cxn>
                <a:cxn ang="0">
                  <a:pos x="30" y="58"/>
                </a:cxn>
                <a:cxn ang="0">
                  <a:pos x="40" y="82"/>
                </a:cxn>
                <a:cxn ang="0">
                  <a:pos x="48" y="106"/>
                </a:cxn>
                <a:cxn ang="0">
                  <a:pos x="54" y="130"/>
                </a:cxn>
                <a:cxn ang="0">
                  <a:pos x="56" y="142"/>
                </a:cxn>
                <a:cxn ang="0">
                  <a:pos x="56" y="150"/>
                </a:cxn>
                <a:cxn ang="0">
                  <a:pos x="56" y="150"/>
                </a:cxn>
                <a:cxn ang="0">
                  <a:pos x="56" y="168"/>
                </a:cxn>
                <a:cxn ang="0">
                  <a:pos x="56" y="178"/>
                </a:cxn>
                <a:cxn ang="0">
                  <a:pos x="58" y="186"/>
                </a:cxn>
                <a:cxn ang="0">
                  <a:pos x="62" y="196"/>
                </a:cxn>
                <a:cxn ang="0">
                  <a:pos x="68" y="204"/>
                </a:cxn>
                <a:cxn ang="0">
                  <a:pos x="78" y="214"/>
                </a:cxn>
                <a:cxn ang="0">
                  <a:pos x="94" y="222"/>
                </a:cxn>
                <a:cxn ang="0">
                  <a:pos x="94" y="222"/>
                </a:cxn>
                <a:cxn ang="0">
                  <a:pos x="106" y="228"/>
                </a:cxn>
                <a:cxn ang="0">
                  <a:pos x="120" y="230"/>
                </a:cxn>
                <a:cxn ang="0">
                  <a:pos x="136" y="228"/>
                </a:cxn>
                <a:cxn ang="0">
                  <a:pos x="152" y="224"/>
                </a:cxn>
                <a:cxn ang="0">
                  <a:pos x="168" y="214"/>
                </a:cxn>
                <a:cxn ang="0">
                  <a:pos x="186" y="198"/>
                </a:cxn>
                <a:cxn ang="0">
                  <a:pos x="204" y="174"/>
                </a:cxn>
                <a:cxn ang="0">
                  <a:pos x="224" y="146"/>
                </a:cxn>
                <a:cxn ang="0">
                  <a:pos x="224" y="146"/>
                </a:cxn>
                <a:cxn ang="0">
                  <a:pos x="242" y="114"/>
                </a:cxn>
                <a:cxn ang="0">
                  <a:pos x="254" y="86"/>
                </a:cxn>
                <a:cxn ang="0">
                  <a:pos x="264" y="62"/>
                </a:cxn>
                <a:cxn ang="0">
                  <a:pos x="272" y="42"/>
                </a:cxn>
                <a:cxn ang="0">
                  <a:pos x="278" y="14"/>
                </a:cxn>
                <a:cxn ang="0">
                  <a:pos x="280" y="4"/>
                </a:cxn>
                <a:cxn ang="0">
                  <a:pos x="280" y="4"/>
                </a:cxn>
              </a:cxnLst>
              <a:rect l="0" t="0" r="0" b="0"/>
              <a:pathLst>
                <a:path w="280" h="230">
                  <a:moveTo>
                    <a:pt x="280" y="4"/>
                  </a:moveTo>
                  <a:lnTo>
                    <a:pt x="280" y="4"/>
                  </a:lnTo>
                  <a:lnTo>
                    <a:pt x="270" y="12"/>
                  </a:lnTo>
                  <a:lnTo>
                    <a:pt x="256" y="20"/>
                  </a:lnTo>
                  <a:lnTo>
                    <a:pt x="224" y="32"/>
                  </a:lnTo>
                  <a:lnTo>
                    <a:pt x="186" y="42"/>
                  </a:lnTo>
                  <a:lnTo>
                    <a:pt x="166" y="46"/>
                  </a:lnTo>
                  <a:lnTo>
                    <a:pt x="146" y="48"/>
                  </a:lnTo>
                  <a:lnTo>
                    <a:pt x="124" y="50"/>
                  </a:lnTo>
                  <a:lnTo>
                    <a:pt x="104" y="48"/>
                  </a:lnTo>
                  <a:lnTo>
                    <a:pt x="84" y="46"/>
                  </a:lnTo>
                  <a:lnTo>
                    <a:pt x="64" y="42"/>
                  </a:lnTo>
                  <a:lnTo>
                    <a:pt x="46" y="36"/>
                  </a:lnTo>
                  <a:lnTo>
                    <a:pt x="28" y="26"/>
                  </a:lnTo>
                  <a:lnTo>
                    <a:pt x="12" y="14"/>
                  </a:lnTo>
                  <a:lnTo>
                    <a:pt x="0" y="0"/>
                  </a:lnTo>
                  <a:lnTo>
                    <a:pt x="8" y="18"/>
                  </a:lnTo>
                  <a:lnTo>
                    <a:pt x="30" y="58"/>
                  </a:lnTo>
                  <a:lnTo>
                    <a:pt x="40" y="82"/>
                  </a:lnTo>
                  <a:lnTo>
                    <a:pt x="48" y="106"/>
                  </a:lnTo>
                  <a:lnTo>
                    <a:pt x="54" y="130"/>
                  </a:lnTo>
                  <a:lnTo>
                    <a:pt x="56" y="142"/>
                  </a:lnTo>
                  <a:lnTo>
                    <a:pt x="56" y="150"/>
                  </a:lnTo>
                  <a:lnTo>
                    <a:pt x="56" y="168"/>
                  </a:lnTo>
                  <a:lnTo>
                    <a:pt x="56" y="178"/>
                  </a:lnTo>
                  <a:lnTo>
                    <a:pt x="58" y="186"/>
                  </a:lnTo>
                  <a:lnTo>
                    <a:pt x="62" y="196"/>
                  </a:lnTo>
                  <a:lnTo>
                    <a:pt x="68" y="204"/>
                  </a:lnTo>
                  <a:lnTo>
                    <a:pt x="78" y="214"/>
                  </a:lnTo>
                  <a:lnTo>
                    <a:pt x="94" y="222"/>
                  </a:lnTo>
                  <a:lnTo>
                    <a:pt x="106" y="228"/>
                  </a:lnTo>
                  <a:lnTo>
                    <a:pt x="120" y="230"/>
                  </a:lnTo>
                  <a:lnTo>
                    <a:pt x="136" y="228"/>
                  </a:lnTo>
                  <a:lnTo>
                    <a:pt x="152" y="224"/>
                  </a:lnTo>
                  <a:lnTo>
                    <a:pt x="168" y="214"/>
                  </a:lnTo>
                  <a:lnTo>
                    <a:pt x="186" y="198"/>
                  </a:lnTo>
                  <a:lnTo>
                    <a:pt x="204" y="174"/>
                  </a:lnTo>
                  <a:lnTo>
                    <a:pt x="224" y="146"/>
                  </a:lnTo>
                  <a:lnTo>
                    <a:pt x="242" y="114"/>
                  </a:lnTo>
                  <a:lnTo>
                    <a:pt x="254" y="86"/>
                  </a:lnTo>
                  <a:lnTo>
                    <a:pt x="264" y="62"/>
                  </a:lnTo>
                  <a:lnTo>
                    <a:pt x="272" y="42"/>
                  </a:lnTo>
                  <a:lnTo>
                    <a:pt x="278" y="14"/>
                  </a:lnTo>
                  <a:lnTo>
                    <a:pt x="280" y="4"/>
                  </a:lnTo>
                  <a:close/>
                </a:path>
              </a:pathLst>
            </a:custGeom>
            <a:solidFill>
              <a:srgbClr val="4BAD48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7522" name="Picture 20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0" y="631"/>
              <a:ext cx="264" cy="19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523" name="Freeform 207"/>
            <p:cNvSpPr/>
            <p:nvPr/>
          </p:nvSpPr>
          <p:spPr>
            <a:xfrm>
              <a:off x="924" y="365"/>
              <a:ext cx="154" cy="210"/>
            </a:xfrm>
            <a:custGeom>
              <a:avLst/>
              <a:gdLst/>
              <a:ahLst/>
              <a:cxnLst>
                <a:cxn ang="0">
                  <a:pos x="122" y="210"/>
                </a:cxn>
                <a:cxn ang="0">
                  <a:pos x="122" y="210"/>
                </a:cxn>
                <a:cxn ang="0">
                  <a:pos x="130" y="200"/>
                </a:cxn>
                <a:cxn ang="0">
                  <a:pos x="136" y="188"/>
                </a:cxn>
                <a:cxn ang="0">
                  <a:pos x="142" y="172"/>
                </a:cxn>
                <a:cxn ang="0">
                  <a:pos x="148" y="156"/>
                </a:cxn>
                <a:cxn ang="0">
                  <a:pos x="152" y="140"/>
                </a:cxn>
                <a:cxn ang="0">
                  <a:pos x="154" y="122"/>
                </a:cxn>
                <a:cxn ang="0">
                  <a:pos x="154" y="106"/>
                </a:cxn>
                <a:cxn ang="0">
                  <a:pos x="152" y="88"/>
                </a:cxn>
                <a:cxn ang="0">
                  <a:pos x="152" y="88"/>
                </a:cxn>
                <a:cxn ang="0">
                  <a:pos x="146" y="66"/>
                </a:cxn>
                <a:cxn ang="0">
                  <a:pos x="138" y="48"/>
                </a:cxn>
                <a:cxn ang="0">
                  <a:pos x="128" y="32"/>
                </a:cxn>
                <a:cxn ang="0">
                  <a:pos x="116" y="18"/>
                </a:cxn>
                <a:cxn ang="0">
                  <a:pos x="102" y="8"/>
                </a:cxn>
                <a:cxn ang="0">
                  <a:pos x="88" y="2"/>
                </a:cxn>
                <a:cxn ang="0">
                  <a:pos x="72" y="0"/>
                </a:cxn>
                <a:cxn ang="0">
                  <a:pos x="56" y="2"/>
                </a:cxn>
                <a:cxn ang="0">
                  <a:pos x="56" y="2"/>
                </a:cxn>
                <a:cxn ang="0">
                  <a:pos x="50" y="4"/>
                </a:cxn>
                <a:cxn ang="0">
                  <a:pos x="42" y="8"/>
                </a:cxn>
                <a:cxn ang="0">
                  <a:pos x="30" y="18"/>
                </a:cxn>
                <a:cxn ang="0">
                  <a:pos x="20" y="32"/>
                </a:cxn>
                <a:cxn ang="0">
                  <a:pos x="10" y="50"/>
                </a:cxn>
                <a:cxn ang="0">
                  <a:pos x="4" y="70"/>
                </a:cxn>
                <a:cxn ang="0">
                  <a:pos x="0" y="90"/>
                </a:cxn>
                <a:cxn ang="0">
                  <a:pos x="0" y="114"/>
                </a:cxn>
                <a:cxn ang="0">
                  <a:pos x="2" y="136"/>
                </a:cxn>
                <a:cxn ang="0">
                  <a:pos x="2" y="136"/>
                </a:cxn>
                <a:cxn ang="0">
                  <a:pos x="6" y="158"/>
                </a:cxn>
                <a:cxn ang="0">
                  <a:pos x="14" y="178"/>
                </a:cxn>
                <a:cxn ang="0">
                  <a:pos x="24" y="196"/>
                </a:cxn>
                <a:cxn ang="0">
                  <a:pos x="36" y="210"/>
                </a:cxn>
                <a:cxn ang="0">
                  <a:pos x="36" y="210"/>
                </a:cxn>
                <a:cxn ang="0">
                  <a:pos x="46" y="206"/>
                </a:cxn>
                <a:cxn ang="0">
                  <a:pos x="58" y="200"/>
                </a:cxn>
                <a:cxn ang="0">
                  <a:pos x="72" y="198"/>
                </a:cxn>
                <a:cxn ang="0">
                  <a:pos x="86" y="200"/>
                </a:cxn>
                <a:cxn ang="0">
                  <a:pos x="86" y="200"/>
                </a:cxn>
                <a:cxn ang="0">
                  <a:pos x="104" y="204"/>
                </a:cxn>
                <a:cxn ang="0">
                  <a:pos x="116" y="208"/>
                </a:cxn>
                <a:cxn ang="0">
                  <a:pos x="122" y="210"/>
                </a:cxn>
                <a:cxn ang="0">
                  <a:pos x="122" y="210"/>
                </a:cxn>
                <a:cxn ang="0">
                  <a:pos x="122" y="210"/>
                </a:cxn>
                <a:cxn ang="0">
                  <a:pos x="122" y="210"/>
                </a:cxn>
              </a:cxnLst>
              <a:rect l="0" t="0" r="0" b="0"/>
              <a:pathLst>
                <a:path w="154" h="210">
                  <a:moveTo>
                    <a:pt x="122" y="210"/>
                  </a:moveTo>
                  <a:lnTo>
                    <a:pt x="122" y="210"/>
                  </a:lnTo>
                  <a:lnTo>
                    <a:pt x="130" y="200"/>
                  </a:lnTo>
                  <a:lnTo>
                    <a:pt x="136" y="188"/>
                  </a:lnTo>
                  <a:lnTo>
                    <a:pt x="142" y="172"/>
                  </a:lnTo>
                  <a:lnTo>
                    <a:pt x="148" y="156"/>
                  </a:lnTo>
                  <a:lnTo>
                    <a:pt x="152" y="140"/>
                  </a:lnTo>
                  <a:lnTo>
                    <a:pt x="154" y="122"/>
                  </a:lnTo>
                  <a:lnTo>
                    <a:pt x="154" y="106"/>
                  </a:lnTo>
                  <a:lnTo>
                    <a:pt x="152" y="88"/>
                  </a:lnTo>
                  <a:lnTo>
                    <a:pt x="146" y="66"/>
                  </a:lnTo>
                  <a:lnTo>
                    <a:pt x="138" y="48"/>
                  </a:lnTo>
                  <a:lnTo>
                    <a:pt x="128" y="32"/>
                  </a:lnTo>
                  <a:lnTo>
                    <a:pt x="116" y="18"/>
                  </a:lnTo>
                  <a:lnTo>
                    <a:pt x="102" y="8"/>
                  </a:lnTo>
                  <a:lnTo>
                    <a:pt x="88" y="2"/>
                  </a:lnTo>
                  <a:lnTo>
                    <a:pt x="72" y="0"/>
                  </a:lnTo>
                  <a:lnTo>
                    <a:pt x="56" y="2"/>
                  </a:lnTo>
                  <a:lnTo>
                    <a:pt x="50" y="4"/>
                  </a:lnTo>
                  <a:lnTo>
                    <a:pt x="42" y="8"/>
                  </a:lnTo>
                  <a:lnTo>
                    <a:pt x="30" y="18"/>
                  </a:lnTo>
                  <a:lnTo>
                    <a:pt x="20" y="32"/>
                  </a:lnTo>
                  <a:lnTo>
                    <a:pt x="10" y="50"/>
                  </a:lnTo>
                  <a:lnTo>
                    <a:pt x="4" y="70"/>
                  </a:lnTo>
                  <a:lnTo>
                    <a:pt x="0" y="90"/>
                  </a:lnTo>
                  <a:lnTo>
                    <a:pt x="0" y="114"/>
                  </a:lnTo>
                  <a:lnTo>
                    <a:pt x="2" y="136"/>
                  </a:lnTo>
                  <a:lnTo>
                    <a:pt x="6" y="158"/>
                  </a:lnTo>
                  <a:lnTo>
                    <a:pt x="14" y="178"/>
                  </a:lnTo>
                  <a:lnTo>
                    <a:pt x="24" y="196"/>
                  </a:lnTo>
                  <a:lnTo>
                    <a:pt x="36" y="210"/>
                  </a:lnTo>
                  <a:lnTo>
                    <a:pt x="46" y="206"/>
                  </a:lnTo>
                  <a:lnTo>
                    <a:pt x="58" y="200"/>
                  </a:lnTo>
                  <a:lnTo>
                    <a:pt x="72" y="198"/>
                  </a:lnTo>
                  <a:lnTo>
                    <a:pt x="86" y="200"/>
                  </a:lnTo>
                  <a:lnTo>
                    <a:pt x="104" y="204"/>
                  </a:lnTo>
                  <a:lnTo>
                    <a:pt x="116" y="208"/>
                  </a:lnTo>
                  <a:lnTo>
                    <a:pt x="122" y="210"/>
                  </a:lnTo>
                  <a:close/>
                </a:path>
              </a:pathLst>
            </a:custGeom>
            <a:solidFill>
              <a:srgbClr val="ACD037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" name="Freeform 208"/>
            <p:cNvSpPr/>
            <p:nvPr/>
          </p:nvSpPr>
          <p:spPr>
            <a:xfrm>
              <a:off x="924" y="369"/>
              <a:ext cx="136" cy="206"/>
            </a:xfrm>
            <a:custGeom>
              <a:avLst/>
              <a:gdLst/>
              <a:ahLst/>
              <a:cxnLst>
                <a:cxn ang="0">
                  <a:pos x="52" y="2"/>
                </a:cxn>
                <a:cxn ang="0">
                  <a:pos x="52" y="2"/>
                </a:cxn>
                <a:cxn ang="0">
                  <a:pos x="64" y="0"/>
                </a:cxn>
                <a:cxn ang="0">
                  <a:pos x="78" y="4"/>
                </a:cxn>
                <a:cxn ang="0">
                  <a:pos x="90" y="12"/>
                </a:cxn>
                <a:cxn ang="0">
                  <a:pos x="102" y="22"/>
                </a:cxn>
                <a:cxn ang="0">
                  <a:pos x="114" y="36"/>
                </a:cxn>
                <a:cxn ang="0">
                  <a:pos x="122" y="54"/>
                </a:cxn>
                <a:cxn ang="0">
                  <a:pos x="130" y="74"/>
                </a:cxn>
                <a:cxn ang="0">
                  <a:pos x="134" y="96"/>
                </a:cxn>
                <a:cxn ang="0">
                  <a:pos x="134" y="96"/>
                </a:cxn>
                <a:cxn ang="0">
                  <a:pos x="136" y="112"/>
                </a:cxn>
                <a:cxn ang="0">
                  <a:pos x="136" y="128"/>
                </a:cxn>
                <a:cxn ang="0">
                  <a:pos x="136" y="142"/>
                </a:cxn>
                <a:cxn ang="0">
                  <a:pos x="134" y="156"/>
                </a:cxn>
                <a:cxn ang="0">
                  <a:pos x="130" y="170"/>
                </a:cxn>
                <a:cxn ang="0">
                  <a:pos x="126" y="182"/>
                </a:cxn>
                <a:cxn ang="0">
                  <a:pos x="122" y="194"/>
                </a:cxn>
                <a:cxn ang="0">
                  <a:pos x="116" y="204"/>
                </a:cxn>
                <a:cxn ang="0">
                  <a:pos x="116" y="204"/>
                </a:cxn>
                <a:cxn ang="0">
                  <a:pos x="104" y="200"/>
                </a:cxn>
                <a:cxn ang="0">
                  <a:pos x="86" y="196"/>
                </a:cxn>
                <a:cxn ang="0">
                  <a:pos x="86" y="196"/>
                </a:cxn>
                <a:cxn ang="0">
                  <a:pos x="72" y="194"/>
                </a:cxn>
                <a:cxn ang="0">
                  <a:pos x="58" y="198"/>
                </a:cxn>
                <a:cxn ang="0">
                  <a:pos x="44" y="202"/>
                </a:cxn>
                <a:cxn ang="0">
                  <a:pos x="34" y="206"/>
                </a:cxn>
                <a:cxn ang="0">
                  <a:pos x="34" y="206"/>
                </a:cxn>
                <a:cxn ang="0">
                  <a:pos x="22" y="192"/>
                </a:cxn>
                <a:cxn ang="0">
                  <a:pos x="14" y="174"/>
                </a:cxn>
                <a:cxn ang="0">
                  <a:pos x="6" y="154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08"/>
                </a:cxn>
                <a:cxn ang="0">
                  <a:pos x="0" y="86"/>
                </a:cxn>
                <a:cxn ang="0">
                  <a:pos x="4" y="66"/>
                </a:cxn>
                <a:cxn ang="0">
                  <a:pos x="10" y="46"/>
                </a:cxn>
                <a:cxn ang="0">
                  <a:pos x="18" y="30"/>
                </a:cxn>
                <a:cxn ang="0">
                  <a:pos x="26" y="18"/>
                </a:cxn>
                <a:cxn ang="0">
                  <a:pos x="38" y="8"/>
                </a:cxn>
                <a:cxn ang="0">
                  <a:pos x="52" y="2"/>
                </a:cxn>
                <a:cxn ang="0">
                  <a:pos x="52" y="2"/>
                </a:cxn>
              </a:cxnLst>
              <a:rect l="0" t="0" r="0" b="0"/>
              <a:pathLst>
                <a:path w="136" h="206">
                  <a:moveTo>
                    <a:pt x="52" y="2"/>
                  </a:moveTo>
                  <a:lnTo>
                    <a:pt x="52" y="2"/>
                  </a:lnTo>
                  <a:lnTo>
                    <a:pt x="64" y="0"/>
                  </a:lnTo>
                  <a:lnTo>
                    <a:pt x="78" y="4"/>
                  </a:lnTo>
                  <a:lnTo>
                    <a:pt x="90" y="12"/>
                  </a:lnTo>
                  <a:lnTo>
                    <a:pt x="102" y="22"/>
                  </a:lnTo>
                  <a:lnTo>
                    <a:pt x="114" y="36"/>
                  </a:lnTo>
                  <a:lnTo>
                    <a:pt x="122" y="54"/>
                  </a:lnTo>
                  <a:lnTo>
                    <a:pt x="130" y="74"/>
                  </a:lnTo>
                  <a:lnTo>
                    <a:pt x="134" y="96"/>
                  </a:lnTo>
                  <a:lnTo>
                    <a:pt x="136" y="112"/>
                  </a:lnTo>
                  <a:lnTo>
                    <a:pt x="136" y="128"/>
                  </a:lnTo>
                  <a:lnTo>
                    <a:pt x="136" y="142"/>
                  </a:lnTo>
                  <a:lnTo>
                    <a:pt x="134" y="156"/>
                  </a:lnTo>
                  <a:lnTo>
                    <a:pt x="130" y="170"/>
                  </a:lnTo>
                  <a:lnTo>
                    <a:pt x="126" y="182"/>
                  </a:lnTo>
                  <a:lnTo>
                    <a:pt x="122" y="194"/>
                  </a:lnTo>
                  <a:lnTo>
                    <a:pt x="116" y="204"/>
                  </a:lnTo>
                  <a:lnTo>
                    <a:pt x="104" y="200"/>
                  </a:lnTo>
                  <a:lnTo>
                    <a:pt x="86" y="196"/>
                  </a:lnTo>
                  <a:lnTo>
                    <a:pt x="72" y="194"/>
                  </a:lnTo>
                  <a:lnTo>
                    <a:pt x="58" y="198"/>
                  </a:lnTo>
                  <a:lnTo>
                    <a:pt x="44" y="202"/>
                  </a:lnTo>
                  <a:lnTo>
                    <a:pt x="34" y="206"/>
                  </a:lnTo>
                  <a:lnTo>
                    <a:pt x="22" y="192"/>
                  </a:lnTo>
                  <a:lnTo>
                    <a:pt x="14" y="174"/>
                  </a:lnTo>
                  <a:lnTo>
                    <a:pt x="6" y="154"/>
                  </a:lnTo>
                  <a:lnTo>
                    <a:pt x="2" y="132"/>
                  </a:lnTo>
                  <a:lnTo>
                    <a:pt x="0" y="108"/>
                  </a:lnTo>
                  <a:lnTo>
                    <a:pt x="0" y="86"/>
                  </a:lnTo>
                  <a:lnTo>
                    <a:pt x="4" y="66"/>
                  </a:lnTo>
                  <a:lnTo>
                    <a:pt x="10" y="46"/>
                  </a:lnTo>
                  <a:lnTo>
                    <a:pt x="18" y="30"/>
                  </a:lnTo>
                  <a:lnTo>
                    <a:pt x="26" y="18"/>
                  </a:lnTo>
                  <a:lnTo>
                    <a:pt x="38" y="8"/>
                  </a:lnTo>
                  <a:lnTo>
                    <a:pt x="52" y="2"/>
                  </a:lnTo>
                  <a:close/>
                </a:path>
              </a:pathLst>
            </a:custGeom>
            <a:solidFill>
              <a:srgbClr val="129F4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" name="Freeform 209"/>
            <p:cNvSpPr/>
            <p:nvPr/>
          </p:nvSpPr>
          <p:spPr>
            <a:xfrm>
              <a:off x="932" y="381"/>
              <a:ext cx="120" cy="190"/>
            </a:xfrm>
            <a:custGeom>
              <a:avLst/>
              <a:gdLst/>
              <a:ahLst/>
              <a:cxnLst>
                <a:cxn ang="0">
                  <a:pos x="48" y="0"/>
                </a:cxn>
                <a:cxn ang="0">
                  <a:pos x="48" y="0"/>
                </a:cxn>
                <a:cxn ang="0">
                  <a:pos x="60" y="2"/>
                </a:cxn>
                <a:cxn ang="0">
                  <a:pos x="72" y="6"/>
                </a:cxn>
                <a:cxn ang="0">
                  <a:pos x="82" y="14"/>
                </a:cxn>
                <a:cxn ang="0">
                  <a:pos x="92" y="26"/>
                </a:cxn>
                <a:cxn ang="0">
                  <a:pos x="102" y="40"/>
                </a:cxn>
                <a:cxn ang="0">
                  <a:pos x="110" y="56"/>
                </a:cxn>
                <a:cxn ang="0">
                  <a:pos x="114" y="74"/>
                </a:cxn>
                <a:cxn ang="0">
                  <a:pos x="118" y="94"/>
                </a:cxn>
                <a:cxn ang="0">
                  <a:pos x="118" y="94"/>
                </a:cxn>
                <a:cxn ang="0">
                  <a:pos x="120" y="122"/>
                </a:cxn>
                <a:cxn ang="0">
                  <a:pos x="116" y="148"/>
                </a:cxn>
                <a:cxn ang="0">
                  <a:pos x="108" y="170"/>
                </a:cxn>
                <a:cxn ang="0">
                  <a:pos x="104" y="180"/>
                </a:cxn>
                <a:cxn ang="0">
                  <a:pos x="98" y="188"/>
                </a:cxn>
                <a:cxn ang="0">
                  <a:pos x="98" y="188"/>
                </a:cxn>
                <a:cxn ang="0">
                  <a:pos x="78" y="184"/>
                </a:cxn>
                <a:cxn ang="0">
                  <a:pos x="78" y="184"/>
                </a:cxn>
                <a:cxn ang="0">
                  <a:pos x="66" y="182"/>
                </a:cxn>
                <a:cxn ang="0">
                  <a:pos x="56" y="184"/>
                </a:cxn>
                <a:cxn ang="0">
                  <a:pos x="44" y="186"/>
                </a:cxn>
                <a:cxn ang="0">
                  <a:pos x="34" y="190"/>
                </a:cxn>
                <a:cxn ang="0">
                  <a:pos x="34" y="190"/>
                </a:cxn>
                <a:cxn ang="0">
                  <a:pos x="22" y="176"/>
                </a:cxn>
                <a:cxn ang="0">
                  <a:pos x="12" y="158"/>
                </a:cxn>
                <a:cxn ang="0">
                  <a:pos x="6" y="136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90"/>
                </a:cxn>
                <a:cxn ang="0">
                  <a:pos x="0" y="70"/>
                </a:cxn>
                <a:cxn ang="0">
                  <a:pos x="4" y="52"/>
                </a:cxn>
                <a:cxn ang="0">
                  <a:pos x="10" y="36"/>
                </a:cxn>
                <a:cxn ang="0">
                  <a:pos x="16" y="22"/>
                </a:cxn>
                <a:cxn ang="0">
                  <a:pos x="26" y="12"/>
                </a:cxn>
                <a:cxn ang="0">
                  <a:pos x="36" y="4"/>
                </a:cxn>
                <a:cxn ang="0">
                  <a:pos x="48" y="0"/>
                </a:cxn>
                <a:cxn ang="0">
                  <a:pos x="48" y="0"/>
                </a:cxn>
              </a:cxnLst>
              <a:rect l="0" t="0" r="0" b="0"/>
              <a:pathLst>
                <a:path w="120" h="190">
                  <a:moveTo>
                    <a:pt x="48" y="0"/>
                  </a:moveTo>
                  <a:lnTo>
                    <a:pt x="48" y="0"/>
                  </a:lnTo>
                  <a:lnTo>
                    <a:pt x="60" y="2"/>
                  </a:lnTo>
                  <a:lnTo>
                    <a:pt x="72" y="6"/>
                  </a:lnTo>
                  <a:lnTo>
                    <a:pt x="82" y="14"/>
                  </a:lnTo>
                  <a:lnTo>
                    <a:pt x="92" y="26"/>
                  </a:lnTo>
                  <a:lnTo>
                    <a:pt x="102" y="40"/>
                  </a:lnTo>
                  <a:lnTo>
                    <a:pt x="110" y="56"/>
                  </a:lnTo>
                  <a:lnTo>
                    <a:pt x="114" y="74"/>
                  </a:lnTo>
                  <a:lnTo>
                    <a:pt x="118" y="94"/>
                  </a:lnTo>
                  <a:lnTo>
                    <a:pt x="120" y="122"/>
                  </a:lnTo>
                  <a:lnTo>
                    <a:pt x="116" y="148"/>
                  </a:lnTo>
                  <a:lnTo>
                    <a:pt x="108" y="170"/>
                  </a:lnTo>
                  <a:lnTo>
                    <a:pt x="104" y="180"/>
                  </a:lnTo>
                  <a:lnTo>
                    <a:pt x="98" y="188"/>
                  </a:lnTo>
                  <a:lnTo>
                    <a:pt x="78" y="184"/>
                  </a:lnTo>
                  <a:lnTo>
                    <a:pt x="66" y="182"/>
                  </a:lnTo>
                  <a:lnTo>
                    <a:pt x="56" y="184"/>
                  </a:lnTo>
                  <a:lnTo>
                    <a:pt x="44" y="186"/>
                  </a:lnTo>
                  <a:lnTo>
                    <a:pt x="34" y="190"/>
                  </a:lnTo>
                  <a:lnTo>
                    <a:pt x="22" y="176"/>
                  </a:lnTo>
                  <a:lnTo>
                    <a:pt x="12" y="158"/>
                  </a:lnTo>
                  <a:lnTo>
                    <a:pt x="6" y="136"/>
                  </a:lnTo>
                  <a:lnTo>
                    <a:pt x="0" y="110"/>
                  </a:lnTo>
                  <a:lnTo>
                    <a:pt x="0" y="90"/>
                  </a:lnTo>
                  <a:lnTo>
                    <a:pt x="0" y="70"/>
                  </a:lnTo>
                  <a:lnTo>
                    <a:pt x="4" y="52"/>
                  </a:lnTo>
                  <a:lnTo>
                    <a:pt x="10" y="36"/>
                  </a:lnTo>
                  <a:lnTo>
                    <a:pt x="16" y="22"/>
                  </a:lnTo>
                  <a:lnTo>
                    <a:pt x="26" y="12"/>
                  </a:lnTo>
                  <a:lnTo>
                    <a:pt x="36" y="4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" name="Freeform 210"/>
            <p:cNvSpPr/>
            <p:nvPr/>
          </p:nvSpPr>
          <p:spPr>
            <a:xfrm>
              <a:off x="932" y="381"/>
              <a:ext cx="118" cy="124"/>
            </a:xfrm>
            <a:custGeom>
              <a:avLst/>
              <a:gdLst/>
              <a:ahLst/>
              <a:cxnLst>
                <a:cxn ang="0">
                  <a:pos x="50" y="18"/>
                </a:cxn>
                <a:cxn ang="0">
                  <a:pos x="50" y="18"/>
                </a:cxn>
                <a:cxn ang="0">
                  <a:pos x="38" y="22"/>
                </a:cxn>
                <a:cxn ang="0">
                  <a:pos x="28" y="30"/>
                </a:cxn>
                <a:cxn ang="0">
                  <a:pos x="20" y="40"/>
                </a:cxn>
                <a:cxn ang="0">
                  <a:pos x="12" y="52"/>
                </a:cxn>
                <a:cxn ang="0">
                  <a:pos x="8" y="68"/>
                </a:cxn>
                <a:cxn ang="0">
                  <a:pos x="4" y="86"/>
                </a:cxn>
                <a:cxn ang="0">
                  <a:pos x="2" y="104"/>
                </a:cxn>
                <a:cxn ang="0">
                  <a:pos x="2" y="124"/>
                </a:cxn>
                <a:cxn ang="0">
                  <a:pos x="2" y="124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90"/>
                </a:cxn>
                <a:cxn ang="0">
                  <a:pos x="0" y="70"/>
                </a:cxn>
                <a:cxn ang="0">
                  <a:pos x="4" y="52"/>
                </a:cxn>
                <a:cxn ang="0">
                  <a:pos x="10" y="36"/>
                </a:cxn>
                <a:cxn ang="0">
                  <a:pos x="16" y="22"/>
                </a:cxn>
                <a:cxn ang="0">
                  <a:pos x="26" y="12"/>
                </a:cxn>
                <a:cxn ang="0">
                  <a:pos x="36" y="4"/>
                </a:cxn>
                <a:cxn ang="0">
                  <a:pos x="48" y="0"/>
                </a:cxn>
                <a:cxn ang="0">
                  <a:pos x="48" y="0"/>
                </a:cxn>
                <a:cxn ang="0">
                  <a:pos x="60" y="2"/>
                </a:cxn>
                <a:cxn ang="0">
                  <a:pos x="72" y="6"/>
                </a:cxn>
                <a:cxn ang="0">
                  <a:pos x="82" y="14"/>
                </a:cxn>
                <a:cxn ang="0">
                  <a:pos x="92" y="26"/>
                </a:cxn>
                <a:cxn ang="0">
                  <a:pos x="102" y="40"/>
                </a:cxn>
                <a:cxn ang="0">
                  <a:pos x="110" y="56"/>
                </a:cxn>
                <a:cxn ang="0">
                  <a:pos x="114" y="74"/>
                </a:cxn>
                <a:cxn ang="0">
                  <a:pos x="118" y="94"/>
                </a:cxn>
                <a:cxn ang="0">
                  <a:pos x="118" y="94"/>
                </a:cxn>
                <a:cxn ang="0">
                  <a:pos x="118" y="100"/>
                </a:cxn>
                <a:cxn ang="0">
                  <a:pos x="118" y="100"/>
                </a:cxn>
                <a:cxn ang="0">
                  <a:pos x="114" y="82"/>
                </a:cxn>
                <a:cxn ang="0">
                  <a:pos x="108" y="66"/>
                </a:cxn>
                <a:cxn ang="0">
                  <a:pos x="100" y="52"/>
                </a:cxn>
                <a:cxn ang="0">
                  <a:pos x="92" y="40"/>
                </a:cxn>
                <a:cxn ang="0">
                  <a:pos x="82" y="30"/>
                </a:cxn>
                <a:cxn ang="0">
                  <a:pos x="72" y="22"/>
                </a:cxn>
                <a:cxn ang="0">
                  <a:pos x="62" y="20"/>
                </a:cxn>
                <a:cxn ang="0">
                  <a:pos x="50" y="18"/>
                </a:cxn>
                <a:cxn ang="0">
                  <a:pos x="50" y="18"/>
                </a:cxn>
              </a:cxnLst>
              <a:rect l="0" t="0" r="0" b="0"/>
              <a:pathLst>
                <a:path w="118" h="124">
                  <a:moveTo>
                    <a:pt x="50" y="18"/>
                  </a:moveTo>
                  <a:lnTo>
                    <a:pt x="50" y="18"/>
                  </a:lnTo>
                  <a:lnTo>
                    <a:pt x="38" y="22"/>
                  </a:lnTo>
                  <a:lnTo>
                    <a:pt x="28" y="30"/>
                  </a:lnTo>
                  <a:lnTo>
                    <a:pt x="20" y="40"/>
                  </a:lnTo>
                  <a:lnTo>
                    <a:pt x="12" y="52"/>
                  </a:lnTo>
                  <a:lnTo>
                    <a:pt x="8" y="68"/>
                  </a:lnTo>
                  <a:lnTo>
                    <a:pt x="4" y="86"/>
                  </a:lnTo>
                  <a:lnTo>
                    <a:pt x="2" y="104"/>
                  </a:lnTo>
                  <a:lnTo>
                    <a:pt x="2" y="124"/>
                  </a:lnTo>
                  <a:lnTo>
                    <a:pt x="0" y="110"/>
                  </a:lnTo>
                  <a:lnTo>
                    <a:pt x="0" y="90"/>
                  </a:lnTo>
                  <a:lnTo>
                    <a:pt x="0" y="70"/>
                  </a:lnTo>
                  <a:lnTo>
                    <a:pt x="4" y="52"/>
                  </a:lnTo>
                  <a:lnTo>
                    <a:pt x="10" y="36"/>
                  </a:lnTo>
                  <a:lnTo>
                    <a:pt x="16" y="22"/>
                  </a:lnTo>
                  <a:lnTo>
                    <a:pt x="26" y="12"/>
                  </a:lnTo>
                  <a:lnTo>
                    <a:pt x="36" y="4"/>
                  </a:lnTo>
                  <a:lnTo>
                    <a:pt x="48" y="0"/>
                  </a:lnTo>
                  <a:lnTo>
                    <a:pt x="60" y="2"/>
                  </a:lnTo>
                  <a:lnTo>
                    <a:pt x="72" y="6"/>
                  </a:lnTo>
                  <a:lnTo>
                    <a:pt x="82" y="14"/>
                  </a:lnTo>
                  <a:lnTo>
                    <a:pt x="92" y="26"/>
                  </a:lnTo>
                  <a:lnTo>
                    <a:pt x="102" y="40"/>
                  </a:lnTo>
                  <a:lnTo>
                    <a:pt x="110" y="56"/>
                  </a:lnTo>
                  <a:lnTo>
                    <a:pt x="114" y="74"/>
                  </a:lnTo>
                  <a:lnTo>
                    <a:pt x="118" y="94"/>
                  </a:lnTo>
                  <a:lnTo>
                    <a:pt x="118" y="100"/>
                  </a:lnTo>
                  <a:lnTo>
                    <a:pt x="114" y="82"/>
                  </a:lnTo>
                  <a:lnTo>
                    <a:pt x="108" y="66"/>
                  </a:lnTo>
                  <a:lnTo>
                    <a:pt x="100" y="52"/>
                  </a:lnTo>
                  <a:lnTo>
                    <a:pt x="92" y="40"/>
                  </a:lnTo>
                  <a:lnTo>
                    <a:pt x="82" y="30"/>
                  </a:lnTo>
                  <a:lnTo>
                    <a:pt x="72" y="22"/>
                  </a:lnTo>
                  <a:lnTo>
                    <a:pt x="62" y="20"/>
                  </a:lnTo>
                  <a:lnTo>
                    <a:pt x="50" y="18"/>
                  </a:lnTo>
                  <a:close/>
                </a:path>
              </a:pathLst>
            </a:custGeom>
            <a:solidFill>
              <a:srgbClr val="E7E8E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" name="Freeform 211"/>
            <p:cNvSpPr/>
            <p:nvPr/>
          </p:nvSpPr>
          <p:spPr>
            <a:xfrm>
              <a:off x="938" y="439"/>
              <a:ext cx="96" cy="126"/>
            </a:xfrm>
            <a:custGeom>
              <a:avLst/>
              <a:gdLst/>
              <a:ahLst/>
              <a:cxnLst>
                <a:cxn ang="0">
                  <a:pos x="0" y="64"/>
                </a:cxn>
                <a:cxn ang="0">
                  <a:pos x="0" y="64"/>
                </a:cxn>
                <a:cxn ang="0">
                  <a:pos x="2" y="78"/>
                </a:cxn>
                <a:cxn ang="0">
                  <a:pos x="6" y="90"/>
                </a:cxn>
                <a:cxn ang="0">
                  <a:pos x="10" y="100"/>
                </a:cxn>
                <a:cxn ang="0">
                  <a:pos x="16" y="110"/>
                </a:cxn>
                <a:cxn ang="0">
                  <a:pos x="24" y="116"/>
                </a:cxn>
                <a:cxn ang="0">
                  <a:pos x="32" y="122"/>
                </a:cxn>
                <a:cxn ang="0">
                  <a:pos x="40" y="126"/>
                </a:cxn>
                <a:cxn ang="0">
                  <a:pos x="50" y="126"/>
                </a:cxn>
                <a:cxn ang="0">
                  <a:pos x="50" y="126"/>
                </a:cxn>
                <a:cxn ang="0">
                  <a:pos x="60" y="126"/>
                </a:cxn>
                <a:cxn ang="0">
                  <a:pos x="68" y="122"/>
                </a:cxn>
                <a:cxn ang="0">
                  <a:pos x="76" y="116"/>
                </a:cxn>
                <a:cxn ang="0">
                  <a:pos x="82" y="108"/>
                </a:cxn>
                <a:cxn ang="0">
                  <a:pos x="88" y="98"/>
                </a:cxn>
                <a:cxn ang="0">
                  <a:pos x="92" y="86"/>
                </a:cxn>
                <a:cxn ang="0">
                  <a:pos x="94" y="74"/>
                </a:cxn>
                <a:cxn ang="0">
                  <a:pos x="96" y="62"/>
                </a:cxn>
                <a:cxn ang="0">
                  <a:pos x="96" y="62"/>
                </a:cxn>
                <a:cxn ang="0">
                  <a:pos x="94" y="50"/>
                </a:cxn>
                <a:cxn ang="0">
                  <a:pos x="90" y="38"/>
                </a:cxn>
                <a:cxn ang="0">
                  <a:pos x="86" y="26"/>
                </a:cxn>
                <a:cxn ang="0">
                  <a:pos x="80" y="18"/>
                </a:cxn>
                <a:cxn ang="0">
                  <a:pos x="72" y="10"/>
                </a:cxn>
                <a:cxn ang="0">
                  <a:pos x="64" y="4"/>
                </a:cxn>
                <a:cxn ang="0">
                  <a:pos x="56" y="0"/>
                </a:cxn>
                <a:cxn ang="0">
                  <a:pos x="46" y="0"/>
                </a:cxn>
                <a:cxn ang="0">
                  <a:pos x="46" y="0"/>
                </a:cxn>
                <a:cxn ang="0">
                  <a:pos x="36" y="2"/>
                </a:cxn>
                <a:cxn ang="0">
                  <a:pos x="28" y="6"/>
                </a:cxn>
                <a:cxn ang="0">
                  <a:pos x="20" y="12"/>
                </a:cxn>
                <a:cxn ang="0">
                  <a:pos x="14" y="20"/>
                </a:cxn>
                <a:cxn ang="0">
                  <a:pos x="8" y="28"/>
                </a:cxn>
                <a:cxn ang="0">
                  <a:pos x="4" y="40"/>
                </a:cxn>
                <a:cxn ang="0">
                  <a:pos x="2" y="52"/>
                </a:cxn>
                <a:cxn ang="0">
                  <a:pos x="0" y="64"/>
                </a:cxn>
                <a:cxn ang="0">
                  <a:pos x="0" y="64"/>
                </a:cxn>
              </a:cxnLst>
              <a:rect l="0" t="0" r="0" b="0"/>
              <a:pathLst>
                <a:path w="96" h="126">
                  <a:moveTo>
                    <a:pt x="0" y="64"/>
                  </a:moveTo>
                  <a:lnTo>
                    <a:pt x="0" y="64"/>
                  </a:lnTo>
                  <a:lnTo>
                    <a:pt x="2" y="78"/>
                  </a:lnTo>
                  <a:lnTo>
                    <a:pt x="6" y="90"/>
                  </a:lnTo>
                  <a:lnTo>
                    <a:pt x="10" y="100"/>
                  </a:lnTo>
                  <a:lnTo>
                    <a:pt x="16" y="110"/>
                  </a:lnTo>
                  <a:lnTo>
                    <a:pt x="24" y="116"/>
                  </a:lnTo>
                  <a:lnTo>
                    <a:pt x="32" y="122"/>
                  </a:lnTo>
                  <a:lnTo>
                    <a:pt x="40" y="126"/>
                  </a:lnTo>
                  <a:lnTo>
                    <a:pt x="50" y="126"/>
                  </a:lnTo>
                  <a:lnTo>
                    <a:pt x="60" y="126"/>
                  </a:lnTo>
                  <a:lnTo>
                    <a:pt x="68" y="122"/>
                  </a:lnTo>
                  <a:lnTo>
                    <a:pt x="76" y="116"/>
                  </a:lnTo>
                  <a:lnTo>
                    <a:pt x="82" y="108"/>
                  </a:lnTo>
                  <a:lnTo>
                    <a:pt x="88" y="98"/>
                  </a:lnTo>
                  <a:lnTo>
                    <a:pt x="92" y="86"/>
                  </a:lnTo>
                  <a:lnTo>
                    <a:pt x="94" y="74"/>
                  </a:lnTo>
                  <a:lnTo>
                    <a:pt x="96" y="62"/>
                  </a:lnTo>
                  <a:lnTo>
                    <a:pt x="94" y="50"/>
                  </a:lnTo>
                  <a:lnTo>
                    <a:pt x="90" y="38"/>
                  </a:lnTo>
                  <a:lnTo>
                    <a:pt x="86" y="26"/>
                  </a:lnTo>
                  <a:lnTo>
                    <a:pt x="80" y="18"/>
                  </a:lnTo>
                  <a:lnTo>
                    <a:pt x="72" y="10"/>
                  </a:lnTo>
                  <a:lnTo>
                    <a:pt x="64" y="4"/>
                  </a:lnTo>
                  <a:lnTo>
                    <a:pt x="56" y="0"/>
                  </a:lnTo>
                  <a:lnTo>
                    <a:pt x="46" y="0"/>
                  </a:lnTo>
                  <a:lnTo>
                    <a:pt x="36" y="2"/>
                  </a:lnTo>
                  <a:lnTo>
                    <a:pt x="28" y="6"/>
                  </a:lnTo>
                  <a:lnTo>
                    <a:pt x="20" y="12"/>
                  </a:lnTo>
                  <a:lnTo>
                    <a:pt x="14" y="20"/>
                  </a:lnTo>
                  <a:lnTo>
                    <a:pt x="8" y="28"/>
                  </a:lnTo>
                  <a:lnTo>
                    <a:pt x="4" y="40"/>
                  </a:lnTo>
                  <a:lnTo>
                    <a:pt x="2" y="52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0079C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" name="Freeform 212"/>
            <p:cNvSpPr/>
            <p:nvPr/>
          </p:nvSpPr>
          <p:spPr>
            <a:xfrm>
              <a:off x="944" y="451"/>
              <a:ext cx="76" cy="106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0" y="54"/>
                </a:cxn>
                <a:cxn ang="0">
                  <a:pos x="2" y="66"/>
                </a:cxn>
                <a:cxn ang="0">
                  <a:pos x="4" y="76"/>
                </a:cxn>
                <a:cxn ang="0">
                  <a:pos x="8" y="84"/>
                </a:cxn>
                <a:cxn ang="0">
                  <a:pos x="12" y="92"/>
                </a:cxn>
                <a:cxn ang="0">
                  <a:pos x="18" y="98"/>
                </a:cxn>
                <a:cxn ang="0">
                  <a:pos x="26" y="102"/>
                </a:cxn>
                <a:cxn ang="0">
                  <a:pos x="32" y="106"/>
                </a:cxn>
                <a:cxn ang="0">
                  <a:pos x="40" y="106"/>
                </a:cxn>
                <a:cxn ang="0">
                  <a:pos x="40" y="106"/>
                </a:cxn>
                <a:cxn ang="0">
                  <a:pos x="48" y="106"/>
                </a:cxn>
                <a:cxn ang="0">
                  <a:pos x="54" y="102"/>
                </a:cxn>
                <a:cxn ang="0">
                  <a:pos x="62" y="96"/>
                </a:cxn>
                <a:cxn ang="0">
                  <a:pos x="66" y="90"/>
                </a:cxn>
                <a:cxn ang="0">
                  <a:pos x="72" y="82"/>
                </a:cxn>
                <a:cxn ang="0">
                  <a:pos x="74" y="72"/>
                </a:cxn>
                <a:cxn ang="0">
                  <a:pos x="76" y="62"/>
                </a:cxn>
                <a:cxn ang="0">
                  <a:pos x="76" y="52"/>
                </a:cxn>
                <a:cxn ang="0">
                  <a:pos x="76" y="52"/>
                </a:cxn>
                <a:cxn ang="0">
                  <a:pos x="76" y="42"/>
                </a:cxn>
                <a:cxn ang="0">
                  <a:pos x="74" y="32"/>
                </a:cxn>
                <a:cxn ang="0">
                  <a:pos x="70" y="22"/>
                </a:cxn>
                <a:cxn ang="0">
                  <a:pos x="64" y="14"/>
                </a:cxn>
                <a:cxn ang="0">
                  <a:pos x="58" y="8"/>
                </a:cxn>
                <a:cxn ang="0">
                  <a:pos x="52" y="4"/>
                </a:cxn>
                <a:cxn ang="0">
                  <a:pos x="44" y="0"/>
                </a:cxn>
                <a:cxn ang="0">
                  <a:pos x="38" y="0"/>
                </a:cxn>
                <a:cxn ang="0">
                  <a:pos x="38" y="0"/>
                </a:cxn>
                <a:cxn ang="0">
                  <a:pos x="30" y="2"/>
                </a:cxn>
                <a:cxn ang="0">
                  <a:pos x="22" y="4"/>
                </a:cxn>
                <a:cxn ang="0">
                  <a:pos x="16" y="10"/>
                </a:cxn>
                <a:cxn ang="0">
                  <a:pos x="10" y="16"/>
                </a:cxn>
                <a:cxn ang="0">
                  <a:pos x="6" y="24"/>
                </a:cxn>
                <a:cxn ang="0">
                  <a:pos x="2" y="34"/>
                </a:cxn>
                <a:cxn ang="0">
                  <a:pos x="0" y="44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0" b="0"/>
              <a:pathLst>
                <a:path w="76" h="106">
                  <a:moveTo>
                    <a:pt x="0" y="54"/>
                  </a:moveTo>
                  <a:lnTo>
                    <a:pt x="0" y="54"/>
                  </a:lnTo>
                  <a:lnTo>
                    <a:pt x="2" y="66"/>
                  </a:lnTo>
                  <a:lnTo>
                    <a:pt x="4" y="76"/>
                  </a:lnTo>
                  <a:lnTo>
                    <a:pt x="8" y="84"/>
                  </a:lnTo>
                  <a:lnTo>
                    <a:pt x="12" y="92"/>
                  </a:lnTo>
                  <a:lnTo>
                    <a:pt x="18" y="98"/>
                  </a:lnTo>
                  <a:lnTo>
                    <a:pt x="26" y="102"/>
                  </a:lnTo>
                  <a:lnTo>
                    <a:pt x="32" y="106"/>
                  </a:lnTo>
                  <a:lnTo>
                    <a:pt x="40" y="106"/>
                  </a:lnTo>
                  <a:lnTo>
                    <a:pt x="48" y="106"/>
                  </a:lnTo>
                  <a:lnTo>
                    <a:pt x="54" y="102"/>
                  </a:lnTo>
                  <a:lnTo>
                    <a:pt x="62" y="96"/>
                  </a:lnTo>
                  <a:lnTo>
                    <a:pt x="66" y="90"/>
                  </a:lnTo>
                  <a:lnTo>
                    <a:pt x="72" y="82"/>
                  </a:lnTo>
                  <a:lnTo>
                    <a:pt x="74" y="72"/>
                  </a:lnTo>
                  <a:lnTo>
                    <a:pt x="76" y="62"/>
                  </a:lnTo>
                  <a:lnTo>
                    <a:pt x="76" y="52"/>
                  </a:lnTo>
                  <a:lnTo>
                    <a:pt x="76" y="42"/>
                  </a:lnTo>
                  <a:lnTo>
                    <a:pt x="74" y="32"/>
                  </a:lnTo>
                  <a:lnTo>
                    <a:pt x="70" y="22"/>
                  </a:lnTo>
                  <a:lnTo>
                    <a:pt x="64" y="14"/>
                  </a:lnTo>
                  <a:lnTo>
                    <a:pt x="58" y="8"/>
                  </a:lnTo>
                  <a:lnTo>
                    <a:pt x="52" y="4"/>
                  </a:lnTo>
                  <a:lnTo>
                    <a:pt x="44" y="0"/>
                  </a:lnTo>
                  <a:lnTo>
                    <a:pt x="38" y="0"/>
                  </a:lnTo>
                  <a:lnTo>
                    <a:pt x="30" y="2"/>
                  </a:lnTo>
                  <a:lnTo>
                    <a:pt x="22" y="4"/>
                  </a:lnTo>
                  <a:lnTo>
                    <a:pt x="16" y="10"/>
                  </a:lnTo>
                  <a:lnTo>
                    <a:pt x="10" y="16"/>
                  </a:lnTo>
                  <a:lnTo>
                    <a:pt x="6" y="24"/>
                  </a:lnTo>
                  <a:lnTo>
                    <a:pt x="2" y="34"/>
                  </a:lnTo>
                  <a:lnTo>
                    <a:pt x="0" y="44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5DB1E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" name="Freeform 213"/>
            <p:cNvSpPr/>
            <p:nvPr/>
          </p:nvSpPr>
          <p:spPr>
            <a:xfrm>
              <a:off x="950" y="479"/>
              <a:ext cx="48" cy="62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32"/>
                </a:cxn>
                <a:cxn ang="0">
                  <a:pos x="2" y="44"/>
                </a:cxn>
                <a:cxn ang="0">
                  <a:pos x="8" y="54"/>
                </a:cxn>
                <a:cxn ang="0">
                  <a:pos x="16" y="60"/>
                </a:cxn>
                <a:cxn ang="0">
                  <a:pos x="20" y="62"/>
                </a:cxn>
                <a:cxn ang="0">
                  <a:pos x="26" y="62"/>
                </a:cxn>
                <a:cxn ang="0">
                  <a:pos x="26" y="62"/>
                </a:cxn>
                <a:cxn ang="0">
                  <a:pos x="30" y="62"/>
                </a:cxn>
                <a:cxn ang="0">
                  <a:pos x="34" y="60"/>
                </a:cxn>
                <a:cxn ang="0">
                  <a:pos x="42" y="52"/>
                </a:cxn>
                <a:cxn ang="0">
                  <a:pos x="48" y="42"/>
                </a:cxn>
                <a:cxn ang="0">
                  <a:pos x="48" y="30"/>
                </a:cxn>
                <a:cxn ang="0">
                  <a:pos x="48" y="30"/>
                </a:cxn>
                <a:cxn ang="0">
                  <a:pos x="46" y="18"/>
                </a:cxn>
                <a:cxn ang="0">
                  <a:pos x="40" y="8"/>
                </a:cxn>
                <a:cxn ang="0">
                  <a:pos x="32" y="2"/>
                </a:cxn>
                <a:cxn ang="0">
                  <a:pos x="28" y="0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18" y="0"/>
                </a:cxn>
                <a:cxn ang="0">
                  <a:pos x="14" y="2"/>
                </a:cxn>
                <a:cxn ang="0">
                  <a:pos x="6" y="10"/>
                </a:cxn>
                <a:cxn ang="0">
                  <a:pos x="0" y="20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0" b="0"/>
              <a:pathLst>
                <a:path w="48" h="62">
                  <a:moveTo>
                    <a:pt x="0" y="32"/>
                  </a:moveTo>
                  <a:lnTo>
                    <a:pt x="0" y="32"/>
                  </a:lnTo>
                  <a:lnTo>
                    <a:pt x="2" y="44"/>
                  </a:lnTo>
                  <a:lnTo>
                    <a:pt x="8" y="54"/>
                  </a:lnTo>
                  <a:lnTo>
                    <a:pt x="16" y="60"/>
                  </a:lnTo>
                  <a:lnTo>
                    <a:pt x="20" y="62"/>
                  </a:lnTo>
                  <a:lnTo>
                    <a:pt x="26" y="62"/>
                  </a:lnTo>
                  <a:lnTo>
                    <a:pt x="30" y="62"/>
                  </a:lnTo>
                  <a:lnTo>
                    <a:pt x="34" y="60"/>
                  </a:lnTo>
                  <a:lnTo>
                    <a:pt x="42" y="52"/>
                  </a:lnTo>
                  <a:lnTo>
                    <a:pt x="48" y="42"/>
                  </a:lnTo>
                  <a:lnTo>
                    <a:pt x="48" y="30"/>
                  </a:lnTo>
                  <a:lnTo>
                    <a:pt x="46" y="18"/>
                  </a:lnTo>
                  <a:lnTo>
                    <a:pt x="40" y="8"/>
                  </a:lnTo>
                  <a:lnTo>
                    <a:pt x="32" y="2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4" y="2"/>
                  </a:lnTo>
                  <a:lnTo>
                    <a:pt x="6" y="10"/>
                  </a:lnTo>
                  <a:lnTo>
                    <a:pt x="0" y="20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" name="Freeform 214"/>
            <p:cNvSpPr/>
            <p:nvPr/>
          </p:nvSpPr>
          <p:spPr>
            <a:xfrm>
              <a:off x="976" y="475"/>
              <a:ext cx="20" cy="26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0" y="12"/>
                </a:cxn>
                <a:cxn ang="0">
                  <a:pos x="0" y="18"/>
                </a:cxn>
                <a:cxn ang="0">
                  <a:pos x="2" y="22"/>
                </a:cxn>
                <a:cxn ang="0">
                  <a:pos x="4" y="24"/>
                </a:cxn>
                <a:cxn ang="0">
                  <a:pos x="8" y="26"/>
                </a:cxn>
                <a:cxn ang="0">
                  <a:pos x="8" y="26"/>
                </a:cxn>
                <a:cxn ang="0">
                  <a:pos x="12" y="24"/>
                </a:cxn>
                <a:cxn ang="0">
                  <a:pos x="16" y="22"/>
                </a:cxn>
                <a:cxn ang="0">
                  <a:pos x="18" y="18"/>
                </a:cxn>
                <a:cxn ang="0">
                  <a:pos x="20" y="14"/>
                </a:cxn>
                <a:cxn ang="0">
                  <a:pos x="20" y="14"/>
                </a:cxn>
                <a:cxn ang="0">
                  <a:pos x="18" y="10"/>
                </a:cxn>
                <a:cxn ang="0">
                  <a:pos x="18" y="6"/>
                </a:cxn>
                <a:cxn ang="0">
                  <a:pos x="14" y="2"/>
                </a:cxn>
                <a:cxn ang="0">
                  <a:pos x="10" y="0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4" y="4"/>
                </a:cxn>
                <a:cxn ang="0">
                  <a:pos x="2" y="8"/>
                </a:cxn>
                <a:cxn ang="0">
                  <a:pos x="0" y="12"/>
                </a:cxn>
                <a:cxn ang="0">
                  <a:pos x="0" y="12"/>
                </a:cxn>
              </a:cxnLst>
              <a:rect l="0" t="0" r="0" b="0"/>
              <a:pathLst>
                <a:path w="20" h="26">
                  <a:moveTo>
                    <a:pt x="0" y="12"/>
                  </a:moveTo>
                  <a:lnTo>
                    <a:pt x="0" y="12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4" y="24"/>
                  </a:lnTo>
                  <a:lnTo>
                    <a:pt x="8" y="26"/>
                  </a:lnTo>
                  <a:lnTo>
                    <a:pt x="12" y="24"/>
                  </a:lnTo>
                  <a:lnTo>
                    <a:pt x="16" y="22"/>
                  </a:lnTo>
                  <a:lnTo>
                    <a:pt x="18" y="18"/>
                  </a:lnTo>
                  <a:lnTo>
                    <a:pt x="20" y="14"/>
                  </a:lnTo>
                  <a:lnTo>
                    <a:pt x="18" y="10"/>
                  </a:lnTo>
                  <a:lnTo>
                    <a:pt x="18" y="6"/>
                  </a:lnTo>
                  <a:lnTo>
                    <a:pt x="14" y="2"/>
                  </a:lnTo>
                  <a:lnTo>
                    <a:pt x="10" y="0"/>
                  </a:lnTo>
                  <a:lnTo>
                    <a:pt x="6" y="2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" name="Freeform 215"/>
            <p:cNvSpPr/>
            <p:nvPr/>
          </p:nvSpPr>
          <p:spPr>
            <a:xfrm>
              <a:off x="1166" y="439"/>
              <a:ext cx="96" cy="126"/>
            </a:xfrm>
            <a:custGeom>
              <a:avLst/>
              <a:gdLst/>
              <a:ahLst/>
              <a:cxnLst>
                <a:cxn ang="0">
                  <a:pos x="0" y="56"/>
                </a:cxn>
                <a:cxn ang="0">
                  <a:pos x="0" y="56"/>
                </a:cxn>
                <a:cxn ang="0">
                  <a:pos x="0" y="68"/>
                </a:cxn>
                <a:cxn ang="0">
                  <a:pos x="0" y="80"/>
                </a:cxn>
                <a:cxn ang="0">
                  <a:pos x="2" y="92"/>
                </a:cxn>
                <a:cxn ang="0">
                  <a:pos x="8" y="102"/>
                </a:cxn>
                <a:cxn ang="0">
                  <a:pos x="12" y="112"/>
                </a:cxn>
                <a:cxn ang="0">
                  <a:pos x="20" y="118"/>
                </a:cxn>
                <a:cxn ang="0">
                  <a:pos x="28" y="124"/>
                </a:cxn>
                <a:cxn ang="0">
                  <a:pos x="38" y="126"/>
                </a:cxn>
                <a:cxn ang="0">
                  <a:pos x="38" y="126"/>
                </a:cxn>
                <a:cxn ang="0">
                  <a:pos x="46" y="126"/>
                </a:cxn>
                <a:cxn ang="0">
                  <a:pos x="56" y="124"/>
                </a:cxn>
                <a:cxn ang="0">
                  <a:pos x="66" y="120"/>
                </a:cxn>
                <a:cxn ang="0">
                  <a:pos x="74" y="114"/>
                </a:cxn>
                <a:cxn ang="0">
                  <a:pos x="80" y="106"/>
                </a:cxn>
                <a:cxn ang="0">
                  <a:pos x="86" y="96"/>
                </a:cxn>
                <a:cxn ang="0">
                  <a:pos x="92" y="84"/>
                </a:cxn>
                <a:cxn ang="0">
                  <a:pos x="94" y="72"/>
                </a:cxn>
                <a:cxn ang="0">
                  <a:pos x="94" y="72"/>
                </a:cxn>
                <a:cxn ang="0">
                  <a:pos x="96" y="58"/>
                </a:cxn>
                <a:cxn ang="0">
                  <a:pos x="94" y="46"/>
                </a:cxn>
                <a:cxn ang="0">
                  <a:pos x="92" y="34"/>
                </a:cxn>
                <a:cxn ang="0">
                  <a:pos x="88" y="24"/>
                </a:cxn>
                <a:cxn ang="0">
                  <a:pos x="82" y="16"/>
                </a:cxn>
                <a:cxn ang="0">
                  <a:pos x="76" y="8"/>
                </a:cxn>
                <a:cxn ang="0">
                  <a:pos x="68" y="4"/>
                </a:cxn>
                <a:cxn ang="0">
                  <a:pos x="58" y="0"/>
                </a:cxn>
                <a:cxn ang="0">
                  <a:pos x="58" y="0"/>
                </a:cxn>
                <a:cxn ang="0">
                  <a:pos x="48" y="0"/>
                </a:cxn>
                <a:cxn ang="0">
                  <a:pos x="38" y="2"/>
                </a:cxn>
                <a:cxn ang="0">
                  <a:pos x="30" y="8"/>
                </a:cxn>
                <a:cxn ang="0">
                  <a:pos x="22" y="14"/>
                </a:cxn>
                <a:cxn ang="0">
                  <a:pos x="14" y="22"/>
                </a:cxn>
                <a:cxn ang="0">
                  <a:pos x="8" y="32"/>
                </a:cxn>
                <a:cxn ang="0">
                  <a:pos x="4" y="44"/>
                </a:cxn>
                <a:cxn ang="0">
                  <a:pos x="0" y="56"/>
                </a:cxn>
                <a:cxn ang="0">
                  <a:pos x="0" y="56"/>
                </a:cxn>
              </a:cxnLst>
              <a:rect l="0" t="0" r="0" b="0"/>
              <a:pathLst>
                <a:path w="96" h="126">
                  <a:moveTo>
                    <a:pt x="0" y="56"/>
                  </a:moveTo>
                  <a:lnTo>
                    <a:pt x="0" y="56"/>
                  </a:lnTo>
                  <a:lnTo>
                    <a:pt x="0" y="68"/>
                  </a:lnTo>
                  <a:lnTo>
                    <a:pt x="0" y="80"/>
                  </a:lnTo>
                  <a:lnTo>
                    <a:pt x="2" y="92"/>
                  </a:lnTo>
                  <a:lnTo>
                    <a:pt x="8" y="102"/>
                  </a:lnTo>
                  <a:lnTo>
                    <a:pt x="12" y="112"/>
                  </a:lnTo>
                  <a:lnTo>
                    <a:pt x="20" y="118"/>
                  </a:lnTo>
                  <a:lnTo>
                    <a:pt x="28" y="124"/>
                  </a:lnTo>
                  <a:lnTo>
                    <a:pt x="38" y="126"/>
                  </a:lnTo>
                  <a:lnTo>
                    <a:pt x="46" y="126"/>
                  </a:lnTo>
                  <a:lnTo>
                    <a:pt x="56" y="124"/>
                  </a:lnTo>
                  <a:lnTo>
                    <a:pt x="66" y="120"/>
                  </a:lnTo>
                  <a:lnTo>
                    <a:pt x="74" y="114"/>
                  </a:lnTo>
                  <a:lnTo>
                    <a:pt x="80" y="106"/>
                  </a:lnTo>
                  <a:lnTo>
                    <a:pt x="86" y="96"/>
                  </a:lnTo>
                  <a:lnTo>
                    <a:pt x="92" y="84"/>
                  </a:lnTo>
                  <a:lnTo>
                    <a:pt x="94" y="72"/>
                  </a:lnTo>
                  <a:lnTo>
                    <a:pt x="96" y="58"/>
                  </a:lnTo>
                  <a:lnTo>
                    <a:pt x="94" y="46"/>
                  </a:lnTo>
                  <a:lnTo>
                    <a:pt x="92" y="34"/>
                  </a:lnTo>
                  <a:lnTo>
                    <a:pt x="88" y="24"/>
                  </a:lnTo>
                  <a:lnTo>
                    <a:pt x="82" y="16"/>
                  </a:lnTo>
                  <a:lnTo>
                    <a:pt x="76" y="8"/>
                  </a:lnTo>
                  <a:lnTo>
                    <a:pt x="68" y="4"/>
                  </a:lnTo>
                  <a:lnTo>
                    <a:pt x="58" y="0"/>
                  </a:lnTo>
                  <a:lnTo>
                    <a:pt x="48" y="0"/>
                  </a:lnTo>
                  <a:lnTo>
                    <a:pt x="38" y="2"/>
                  </a:lnTo>
                  <a:lnTo>
                    <a:pt x="30" y="8"/>
                  </a:lnTo>
                  <a:lnTo>
                    <a:pt x="22" y="14"/>
                  </a:lnTo>
                  <a:lnTo>
                    <a:pt x="14" y="22"/>
                  </a:lnTo>
                  <a:lnTo>
                    <a:pt x="8" y="32"/>
                  </a:lnTo>
                  <a:lnTo>
                    <a:pt x="4" y="44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0079C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" name="Freeform 216"/>
            <p:cNvSpPr/>
            <p:nvPr/>
          </p:nvSpPr>
          <p:spPr>
            <a:xfrm>
              <a:off x="1172" y="451"/>
              <a:ext cx="78" cy="106"/>
            </a:xfrm>
            <a:custGeom>
              <a:avLst/>
              <a:gdLst/>
              <a:ahLst/>
              <a:cxnLst>
                <a:cxn ang="0">
                  <a:pos x="2" y="46"/>
                </a:cxn>
                <a:cxn ang="0">
                  <a:pos x="2" y="46"/>
                </a:cxn>
                <a:cxn ang="0">
                  <a:pos x="0" y="58"/>
                </a:cxn>
                <a:cxn ang="0">
                  <a:pos x="2" y="68"/>
                </a:cxn>
                <a:cxn ang="0">
                  <a:pos x="4" y="78"/>
                </a:cxn>
                <a:cxn ang="0">
                  <a:pos x="6" y="86"/>
                </a:cxn>
                <a:cxn ang="0">
                  <a:pos x="12" y="94"/>
                </a:cxn>
                <a:cxn ang="0">
                  <a:pos x="18" y="100"/>
                </a:cxn>
                <a:cxn ang="0">
                  <a:pos x="24" y="104"/>
                </a:cxn>
                <a:cxn ang="0">
                  <a:pos x="32" y="106"/>
                </a:cxn>
                <a:cxn ang="0">
                  <a:pos x="32" y="106"/>
                </a:cxn>
                <a:cxn ang="0">
                  <a:pos x="38" y="106"/>
                </a:cxn>
                <a:cxn ang="0">
                  <a:pos x="46" y="104"/>
                </a:cxn>
                <a:cxn ang="0">
                  <a:pos x="54" y="100"/>
                </a:cxn>
                <a:cxn ang="0">
                  <a:pos x="60" y="94"/>
                </a:cxn>
                <a:cxn ang="0">
                  <a:pos x="66" y="88"/>
                </a:cxn>
                <a:cxn ang="0">
                  <a:pos x="72" y="80"/>
                </a:cxn>
                <a:cxn ang="0">
                  <a:pos x="74" y="70"/>
                </a:cxn>
                <a:cxn ang="0">
                  <a:pos x="78" y="60"/>
                </a:cxn>
                <a:cxn ang="0">
                  <a:pos x="78" y="60"/>
                </a:cxn>
                <a:cxn ang="0">
                  <a:pos x="78" y="48"/>
                </a:cxn>
                <a:cxn ang="0">
                  <a:pos x="78" y="38"/>
                </a:cxn>
                <a:cxn ang="0">
                  <a:pos x="76" y="28"/>
                </a:cxn>
                <a:cxn ang="0">
                  <a:pos x="72" y="20"/>
                </a:cxn>
                <a:cxn ang="0">
                  <a:pos x="68" y="12"/>
                </a:cxn>
                <a:cxn ang="0">
                  <a:pos x="62" y="6"/>
                </a:cxn>
                <a:cxn ang="0">
                  <a:pos x="56" y="2"/>
                </a:cxn>
                <a:cxn ang="0">
                  <a:pos x="48" y="0"/>
                </a:cxn>
                <a:cxn ang="0">
                  <a:pos x="48" y="0"/>
                </a:cxn>
                <a:cxn ang="0">
                  <a:pos x="40" y="0"/>
                </a:cxn>
                <a:cxn ang="0">
                  <a:pos x="32" y="2"/>
                </a:cxn>
                <a:cxn ang="0">
                  <a:pos x="26" y="6"/>
                </a:cxn>
                <a:cxn ang="0">
                  <a:pos x="18" y="12"/>
                </a:cxn>
                <a:cxn ang="0">
                  <a:pos x="12" y="18"/>
                </a:cxn>
                <a:cxn ang="0">
                  <a:pos x="8" y="26"/>
                </a:cxn>
                <a:cxn ang="0">
                  <a:pos x="4" y="36"/>
                </a:cxn>
                <a:cxn ang="0">
                  <a:pos x="2" y="46"/>
                </a:cxn>
                <a:cxn ang="0">
                  <a:pos x="2" y="46"/>
                </a:cxn>
              </a:cxnLst>
              <a:rect l="0" t="0" r="0" b="0"/>
              <a:pathLst>
                <a:path w="78" h="106">
                  <a:moveTo>
                    <a:pt x="2" y="46"/>
                  </a:moveTo>
                  <a:lnTo>
                    <a:pt x="2" y="46"/>
                  </a:lnTo>
                  <a:lnTo>
                    <a:pt x="0" y="58"/>
                  </a:lnTo>
                  <a:lnTo>
                    <a:pt x="2" y="68"/>
                  </a:lnTo>
                  <a:lnTo>
                    <a:pt x="4" y="78"/>
                  </a:lnTo>
                  <a:lnTo>
                    <a:pt x="6" y="86"/>
                  </a:lnTo>
                  <a:lnTo>
                    <a:pt x="12" y="94"/>
                  </a:lnTo>
                  <a:lnTo>
                    <a:pt x="18" y="100"/>
                  </a:lnTo>
                  <a:lnTo>
                    <a:pt x="24" y="104"/>
                  </a:lnTo>
                  <a:lnTo>
                    <a:pt x="32" y="106"/>
                  </a:lnTo>
                  <a:lnTo>
                    <a:pt x="38" y="106"/>
                  </a:lnTo>
                  <a:lnTo>
                    <a:pt x="46" y="104"/>
                  </a:lnTo>
                  <a:lnTo>
                    <a:pt x="54" y="100"/>
                  </a:lnTo>
                  <a:lnTo>
                    <a:pt x="60" y="94"/>
                  </a:lnTo>
                  <a:lnTo>
                    <a:pt x="66" y="88"/>
                  </a:lnTo>
                  <a:lnTo>
                    <a:pt x="72" y="80"/>
                  </a:lnTo>
                  <a:lnTo>
                    <a:pt x="74" y="70"/>
                  </a:lnTo>
                  <a:lnTo>
                    <a:pt x="78" y="60"/>
                  </a:lnTo>
                  <a:lnTo>
                    <a:pt x="78" y="48"/>
                  </a:lnTo>
                  <a:lnTo>
                    <a:pt x="78" y="38"/>
                  </a:lnTo>
                  <a:lnTo>
                    <a:pt x="76" y="28"/>
                  </a:lnTo>
                  <a:lnTo>
                    <a:pt x="72" y="20"/>
                  </a:lnTo>
                  <a:lnTo>
                    <a:pt x="68" y="12"/>
                  </a:lnTo>
                  <a:lnTo>
                    <a:pt x="62" y="6"/>
                  </a:lnTo>
                  <a:lnTo>
                    <a:pt x="56" y="2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32" y="2"/>
                  </a:lnTo>
                  <a:lnTo>
                    <a:pt x="26" y="6"/>
                  </a:lnTo>
                  <a:lnTo>
                    <a:pt x="18" y="12"/>
                  </a:lnTo>
                  <a:lnTo>
                    <a:pt x="12" y="18"/>
                  </a:lnTo>
                  <a:lnTo>
                    <a:pt x="8" y="26"/>
                  </a:lnTo>
                  <a:lnTo>
                    <a:pt x="4" y="36"/>
                  </a:lnTo>
                  <a:lnTo>
                    <a:pt x="2" y="46"/>
                  </a:lnTo>
                  <a:close/>
                </a:path>
              </a:pathLst>
            </a:custGeom>
            <a:solidFill>
              <a:srgbClr val="5DB1E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" name="Freeform 217"/>
            <p:cNvSpPr/>
            <p:nvPr/>
          </p:nvSpPr>
          <p:spPr>
            <a:xfrm>
              <a:off x="1176" y="477"/>
              <a:ext cx="50" cy="62"/>
            </a:xfrm>
            <a:custGeom>
              <a:avLst/>
              <a:gdLst/>
              <a:ahLst/>
              <a:cxnLst>
                <a:cxn ang="0">
                  <a:pos x="0" y="26"/>
                </a:cxn>
                <a:cxn ang="0">
                  <a:pos x="0" y="26"/>
                </a:cxn>
                <a:cxn ang="0">
                  <a:pos x="0" y="40"/>
                </a:cxn>
                <a:cxn ang="0">
                  <a:pos x="4" y="50"/>
                </a:cxn>
                <a:cxn ang="0">
                  <a:pos x="10" y="58"/>
                </a:cxn>
                <a:cxn ang="0">
                  <a:pos x="14" y="60"/>
                </a:cxn>
                <a:cxn ang="0">
                  <a:pos x="20" y="62"/>
                </a:cxn>
                <a:cxn ang="0">
                  <a:pos x="20" y="62"/>
                </a:cxn>
                <a:cxn ang="0">
                  <a:pos x="24" y="62"/>
                </a:cxn>
                <a:cxn ang="0">
                  <a:pos x="30" y="60"/>
                </a:cxn>
                <a:cxn ang="0">
                  <a:pos x="38" y="56"/>
                </a:cxn>
                <a:cxn ang="0">
                  <a:pos x="46" y="46"/>
                </a:cxn>
                <a:cxn ang="0">
                  <a:pos x="48" y="34"/>
                </a:cxn>
                <a:cxn ang="0">
                  <a:pos x="48" y="34"/>
                </a:cxn>
                <a:cxn ang="0">
                  <a:pos x="50" y="22"/>
                </a:cxn>
                <a:cxn ang="0">
                  <a:pos x="46" y="12"/>
                </a:cxn>
                <a:cxn ang="0">
                  <a:pos x="38" y="4"/>
                </a:cxn>
                <a:cxn ang="0">
                  <a:pos x="34" y="2"/>
                </a:cxn>
                <a:cxn ang="0">
                  <a:pos x="30" y="0"/>
                </a:cxn>
                <a:cxn ang="0">
                  <a:pos x="30" y="0"/>
                </a:cxn>
                <a:cxn ang="0">
                  <a:pos x="24" y="0"/>
                </a:cxn>
                <a:cxn ang="0">
                  <a:pos x="20" y="0"/>
                </a:cxn>
                <a:cxn ang="0">
                  <a:pos x="10" y="6"/>
                </a:cxn>
                <a:cxn ang="0">
                  <a:pos x="4" y="14"/>
                </a:cxn>
                <a:cxn ang="0">
                  <a:pos x="0" y="26"/>
                </a:cxn>
                <a:cxn ang="0">
                  <a:pos x="0" y="26"/>
                </a:cxn>
              </a:cxnLst>
              <a:rect l="0" t="0" r="0" b="0"/>
              <a:pathLst>
                <a:path w="50" h="62">
                  <a:moveTo>
                    <a:pt x="0" y="26"/>
                  </a:moveTo>
                  <a:lnTo>
                    <a:pt x="0" y="26"/>
                  </a:lnTo>
                  <a:lnTo>
                    <a:pt x="0" y="40"/>
                  </a:lnTo>
                  <a:lnTo>
                    <a:pt x="4" y="50"/>
                  </a:lnTo>
                  <a:lnTo>
                    <a:pt x="10" y="58"/>
                  </a:lnTo>
                  <a:lnTo>
                    <a:pt x="14" y="60"/>
                  </a:lnTo>
                  <a:lnTo>
                    <a:pt x="20" y="62"/>
                  </a:lnTo>
                  <a:lnTo>
                    <a:pt x="24" y="62"/>
                  </a:lnTo>
                  <a:lnTo>
                    <a:pt x="30" y="60"/>
                  </a:lnTo>
                  <a:lnTo>
                    <a:pt x="38" y="56"/>
                  </a:lnTo>
                  <a:lnTo>
                    <a:pt x="46" y="46"/>
                  </a:lnTo>
                  <a:lnTo>
                    <a:pt x="48" y="34"/>
                  </a:lnTo>
                  <a:lnTo>
                    <a:pt x="50" y="22"/>
                  </a:lnTo>
                  <a:lnTo>
                    <a:pt x="46" y="12"/>
                  </a:lnTo>
                  <a:lnTo>
                    <a:pt x="38" y="4"/>
                  </a:lnTo>
                  <a:lnTo>
                    <a:pt x="34" y="2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20" y="0"/>
                  </a:lnTo>
                  <a:lnTo>
                    <a:pt x="10" y="6"/>
                  </a:lnTo>
                  <a:lnTo>
                    <a:pt x="4" y="14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4" name="Freeform 218"/>
            <p:cNvSpPr/>
            <p:nvPr/>
          </p:nvSpPr>
          <p:spPr>
            <a:xfrm>
              <a:off x="1206" y="477"/>
              <a:ext cx="20" cy="24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0" y="8"/>
                </a:cxn>
                <a:cxn ang="0">
                  <a:pos x="0" y="14"/>
                </a:cxn>
                <a:cxn ang="0">
                  <a:pos x="0" y="18"/>
                </a:cxn>
                <a:cxn ang="0">
                  <a:pos x="2" y="22"/>
                </a:cxn>
                <a:cxn ang="0">
                  <a:pos x="6" y="24"/>
                </a:cxn>
                <a:cxn ang="0">
                  <a:pos x="6" y="24"/>
                </a:cxn>
                <a:cxn ang="0">
                  <a:pos x="10" y="24"/>
                </a:cxn>
                <a:cxn ang="0">
                  <a:pos x="14" y="22"/>
                </a:cxn>
                <a:cxn ang="0">
                  <a:pos x="16" y="18"/>
                </a:cxn>
                <a:cxn ang="0">
                  <a:pos x="20" y="14"/>
                </a:cxn>
                <a:cxn ang="0">
                  <a:pos x="20" y="14"/>
                </a:cxn>
                <a:cxn ang="0">
                  <a:pos x="20" y="10"/>
                </a:cxn>
                <a:cxn ang="0">
                  <a:pos x="18" y="6"/>
                </a:cxn>
                <a:cxn ang="0">
                  <a:pos x="16" y="2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2" y="4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0" b="0"/>
              <a:pathLst>
                <a:path w="20" h="24">
                  <a:moveTo>
                    <a:pt x="0" y="8"/>
                  </a:moveTo>
                  <a:lnTo>
                    <a:pt x="0" y="8"/>
                  </a:lnTo>
                  <a:lnTo>
                    <a:pt x="0" y="14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6" y="24"/>
                  </a:lnTo>
                  <a:lnTo>
                    <a:pt x="10" y="24"/>
                  </a:lnTo>
                  <a:lnTo>
                    <a:pt x="14" y="22"/>
                  </a:lnTo>
                  <a:lnTo>
                    <a:pt x="16" y="18"/>
                  </a:lnTo>
                  <a:lnTo>
                    <a:pt x="20" y="14"/>
                  </a:lnTo>
                  <a:lnTo>
                    <a:pt x="20" y="10"/>
                  </a:lnTo>
                  <a:lnTo>
                    <a:pt x="18" y="6"/>
                  </a:lnTo>
                  <a:lnTo>
                    <a:pt x="16" y="2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2"/>
                  </a:lnTo>
                  <a:lnTo>
                    <a:pt x="2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5" name="Freeform 219"/>
            <p:cNvSpPr/>
            <p:nvPr/>
          </p:nvSpPr>
          <p:spPr>
            <a:xfrm>
              <a:off x="934" y="591"/>
              <a:ext cx="56" cy="46"/>
            </a:xfrm>
            <a:custGeom>
              <a:avLst/>
              <a:gdLst/>
              <a:ahLst/>
              <a:cxnLst>
                <a:cxn ang="0">
                  <a:pos x="0" y="40"/>
                </a:cxn>
                <a:cxn ang="0">
                  <a:pos x="0" y="40"/>
                </a:cxn>
                <a:cxn ang="0">
                  <a:pos x="6" y="42"/>
                </a:cxn>
                <a:cxn ang="0">
                  <a:pos x="12" y="46"/>
                </a:cxn>
                <a:cxn ang="0">
                  <a:pos x="20" y="46"/>
                </a:cxn>
                <a:cxn ang="0">
                  <a:pos x="28" y="44"/>
                </a:cxn>
                <a:cxn ang="0">
                  <a:pos x="38" y="36"/>
                </a:cxn>
                <a:cxn ang="0">
                  <a:pos x="46" y="22"/>
                </a:cxn>
                <a:cxn ang="0">
                  <a:pos x="56" y="0"/>
                </a:cxn>
                <a:cxn ang="0">
                  <a:pos x="56" y="0"/>
                </a:cxn>
                <a:cxn ang="0">
                  <a:pos x="50" y="6"/>
                </a:cxn>
                <a:cxn ang="0">
                  <a:pos x="38" y="20"/>
                </a:cxn>
                <a:cxn ang="0">
                  <a:pos x="30" y="28"/>
                </a:cxn>
                <a:cxn ang="0">
                  <a:pos x="20" y="34"/>
                </a:cxn>
                <a:cxn ang="0">
                  <a:pos x="10" y="38"/>
                </a:cxn>
                <a:cxn ang="0">
                  <a:pos x="0" y="40"/>
                </a:cxn>
                <a:cxn ang="0">
                  <a:pos x="0" y="40"/>
                </a:cxn>
              </a:cxnLst>
              <a:rect l="0" t="0" r="0" b="0"/>
              <a:pathLst>
                <a:path w="56" h="46">
                  <a:moveTo>
                    <a:pt x="0" y="40"/>
                  </a:moveTo>
                  <a:lnTo>
                    <a:pt x="0" y="40"/>
                  </a:lnTo>
                  <a:lnTo>
                    <a:pt x="6" y="42"/>
                  </a:lnTo>
                  <a:lnTo>
                    <a:pt x="12" y="46"/>
                  </a:lnTo>
                  <a:lnTo>
                    <a:pt x="20" y="46"/>
                  </a:lnTo>
                  <a:lnTo>
                    <a:pt x="28" y="44"/>
                  </a:lnTo>
                  <a:lnTo>
                    <a:pt x="38" y="36"/>
                  </a:lnTo>
                  <a:lnTo>
                    <a:pt x="46" y="22"/>
                  </a:lnTo>
                  <a:lnTo>
                    <a:pt x="56" y="0"/>
                  </a:lnTo>
                  <a:lnTo>
                    <a:pt x="50" y="6"/>
                  </a:lnTo>
                  <a:lnTo>
                    <a:pt x="38" y="20"/>
                  </a:lnTo>
                  <a:lnTo>
                    <a:pt x="30" y="28"/>
                  </a:lnTo>
                  <a:lnTo>
                    <a:pt x="20" y="34"/>
                  </a:lnTo>
                  <a:lnTo>
                    <a:pt x="10" y="38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7DC24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6" name="Freeform 220"/>
            <p:cNvSpPr/>
            <p:nvPr/>
          </p:nvSpPr>
          <p:spPr>
            <a:xfrm>
              <a:off x="1238" y="593"/>
              <a:ext cx="50" cy="5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0" y="8"/>
                </a:cxn>
                <a:cxn ang="0">
                  <a:pos x="0" y="16"/>
                </a:cxn>
                <a:cxn ang="0">
                  <a:pos x="0" y="24"/>
                </a:cxn>
                <a:cxn ang="0">
                  <a:pos x="6" y="34"/>
                </a:cxn>
                <a:cxn ang="0">
                  <a:pos x="14" y="42"/>
                </a:cxn>
                <a:cxn ang="0">
                  <a:pos x="22" y="44"/>
                </a:cxn>
                <a:cxn ang="0">
                  <a:pos x="30" y="46"/>
                </a:cxn>
                <a:cxn ang="0">
                  <a:pos x="50" y="50"/>
                </a:cxn>
                <a:cxn ang="0">
                  <a:pos x="50" y="50"/>
                </a:cxn>
                <a:cxn ang="0">
                  <a:pos x="44" y="46"/>
                </a:cxn>
                <a:cxn ang="0">
                  <a:pos x="28" y="38"/>
                </a:cxn>
                <a:cxn ang="0">
                  <a:pos x="20" y="30"/>
                </a:cxn>
                <a:cxn ang="0">
                  <a:pos x="12" y="22"/>
                </a:cxn>
                <a:cxn ang="0">
                  <a:pos x="4" y="1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0" b="0"/>
              <a:pathLst>
                <a:path w="50" h="50">
                  <a:moveTo>
                    <a:pt x="2" y="0"/>
                  </a:moveTo>
                  <a:lnTo>
                    <a:pt x="2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6" y="34"/>
                  </a:lnTo>
                  <a:lnTo>
                    <a:pt x="14" y="42"/>
                  </a:lnTo>
                  <a:lnTo>
                    <a:pt x="22" y="44"/>
                  </a:lnTo>
                  <a:lnTo>
                    <a:pt x="30" y="46"/>
                  </a:lnTo>
                  <a:lnTo>
                    <a:pt x="50" y="50"/>
                  </a:lnTo>
                  <a:lnTo>
                    <a:pt x="44" y="46"/>
                  </a:lnTo>
                  <a:lnTo>
                    <a:pt x="28" y="38"/>
                  </a:lnTo>
                  <a:lnTo>
                    <a:pt x="20" y="30"/>
                  </a:lnTo>
                  <a:lnTo>
                    <a:pt x="12" y="22"/>
                  </a:lnTo>
                  <a:lnTo>
                    <a:pt x="4" y="1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DC24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7" name="Freeform 221"/>
            <p:cNvSpPr/>
            <p:nvPr/>
          </p:nvSpPr>
          <p:spPr>
            <a:xfrm>
              <a:off x="563" y="229"/>
              <a:ext cx="169" cy="228"/>
            </a:xfrm>
            <a:custGeom>
              <a:avLst/>
              <a:gdLst/>
              <a:ahLst/>
              <a:cxnLst>
                <a:cxn ang="0">
                  <a:pos x="0" y="40"/>
                </a:cxn>
                <a:cxn ang="0">
                  <a:pos x="0" y="40"/>
                </a:cxn>
                <a:cxn ang="0">
                  <a:pos x="14" y="44"/>
                </a:cxn>
                <a:cxn ang="0">
                  <a:pos x="28" y="50"/>
                </a:cxn>
                <a:cxn ang="0">
                  <a:pos x="44" y="60"/>
                </a:cxn>
                <a:cxn ang="0">
                  <a:pos x="62" y="76"/>
                </a:cxn>
                <a:cxn ang="0">
                  <a:pos x="70" y="86"/>
                </a:cxn>
                <a:cxn ang="0">
                  <a:pos x="78" y="98"/>
                </a:cxn>
                <a:cxn ang="0">
                  <a:pos x="84" y="112"/>
                </a:cxn>
                <a:cxn ang="0">
                  <a:pos x="90" y="128"/>
                </a:cxn>
                <a:cxn ang="0">
                  <a:pos x="95" y="144"/>
                </a:cxn>
                <a:cxn ang="0">
                  <a:pos x="97" y="164"/>
                </a:cxn>
                <a:cxn ang="0">
                  <a:pos x="62" y="174"/>
                </a:cxn>
                <a:cxn ang="0">
                  <a:pos x="125" y="228"/>
                </a:cxn>
                <a:cxn ang="0">
                  <a:pos x="169" y="150"/>
                </a:cxn>
                <a:cxn ang="0">
                  <a:pos x="135" y="156"/>
                </a:cxn>
                <a:cxn ang="0">
                  <a:pos x="135" y="156"/>
                </a:cxn>
                <a:cxn ang="0">
                  <a:pos x="133" y="136"/>
                </a:cxn>
                <a:cxn ang="0">
                  <a:pos x="127" y="116"/>
                </a:cxn>
                <a:cxn ang="0">
                  <a:pos x="121" y="92"/>
                </a:cxn>
                <a:cxn ang="0">
                  <a:pos x="109" y="66"/>
                </a:cxn>
                <a:cxn ang="0">
                  <a:pos x="95" y="40"/>
                </a:cxn>
                <a:cxn ang="0">
                  <a:pos x="88" y="28"/>
                </a:cxn>
                <a:cxn ang="0">
                  <a:pos x="80" y="16"/>
                </a:cxn>
                <a:cxn ang="0">
                  <a:pos x="68" y="8"/>
                </a:cxn>
                <a:cxn ang="0">
                  <a:pos x="56" y="0"/>
                </a:cxn>
                <a:cxn ang="0">
                  <a:pos x="0" y="40"/>
                </a:cxn>
              </a:cxnLst>
              <a:rect l="0" t="0" r="0" b="0"/>
              <a:pathLst>
                <a:path w="169" h="228">
                  <a:moveTo>
                    <a:pt x="0" y="40"/>
                  </a:moveTo>
                  <a:lnTo>
                    <a:pt x="0" y="40"/>
                  </a:lnTo>
                  <a:lnTo>
                    <a:pt x="14" y="44"/>
                  </a:lnTo>
                  <a:lnTo>
                    <a:pt x="28" y="50"/>
                  </a:lnTo>
                  <a:lnTo>
                    <a:pt x="44" y="60"/>
                  </a:lnTo>
                  <a:lnTo>
                    <a:pt x="62" y="76"/>
                  </a:lnTo>
                  <a:lnTo>
                    <a:pt x="70" y="86"/>
                  </a:lnTo>
                  <a:lnTo>
                    <a:pt x="78" y="98"/>
                  </a:lnTo>
                  <a:lnTo>
                    <a:pt x="84" y="112"/>
                  </a:lnTo>
                  <a:lnTo>
                    <a:pt x="90" y="128"/>
                  </a:lnTo>
                  <a:lnTo>
                    <a:pt x="95" y="144"/>
                  </a:lnTo>
                  <a:lnTo>
                    <a:pt x="97" y="164"/>
                  </a:lnTo>
                  <a:lnTo>
                    <a:pt x="62" y="174"/>
                  </a:lnTo>
                  <a:lnTo>
                    <a:pt x="125" y="228"/>
                  </a:lnTo>
                  <a:lnTo>
                    <a:pt x="169" y="150"/>
                  </a:lnTo>
                  <a:lnTo>
                    <a:pt x="135" y="156"/>
                  </a:lnTo>
                  <a:lnTo>
                    <a:pt x="133" y="136"/>
                  </a:lnTo>
                  <a:lnTo>
                    <a:pt x="127" y="116"/>
                  </a:lnTo>
                  <a:lnTo>
                    <a:pt x="121" y="92"/>
                  </a:lnTo>
                  <a:lnTo>
                    <a:pt x="109" y="66"/>
                  </a:lnTo>
                  <a:lnTo>
                    <a:pt x="95" y="40"/>
                  </a:lnTo>
                  <a:lnTo>
                    <a:pt x="88" y="28"/>
                  </a:lnTo>
                  <a:lnTo>
                    <a:pt x="80" y="16"/>
                  </a:lnTo>
                  <a:lnTo>
                    <a:pt x="68" y="8"/>
                  </a:lnTo>
                  <a:lnTo>
                    <a:pt x="56" y="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7AD1ED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8" name="Freeform 222"/>
            <p:cNvSpPr/>
            <p:nvPr/>
          </p:nvSpPr>
          <p:spPr>
            <a:xfrm>
              <a:off x="1156" y="559"/>
              <a:ext cx="128" cy="52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0" y="8"/>
                </a:cxn>
                <a:cxn ang="0">
                  <a:pos x="14" y="4"/>
                </a:cxn>
                <a:cxn ang="0">
                  <a:pos x="30" y="0"/>
                </a:cxn>
                <a:cxn ang="0">
                  <a:pos x="48" y="0"/>
                </a:cxn>
                <a:cxn ang="0">
                  <a:pos x="58" y="0"/>
                </a:cxn>
                <a:cxn ang="0">
                  <a:pos x="68" y="2"/>
                </a:cxn>
                <a:cxn ang="0">
                  <a:pos x="80" y="4"/>
                </a:cxn>
                <a:cxn ang="0">
                  <a:pos x="90" y="10"/>
                </a:cxn>
                <a:cxn ang="0">
                  <a:pos x="100" y="16"/>
                </a:cxn>
                <a:cxn ang="0">
                  <a:pos x="110" y="26"/>
                </a:cxn>
                <a:cxn ang="0">
                  <a:pos x="120" y="38"/>
                </a:cxn>
                <a:cxn ang="0">
                  <a:pos x="128" y="52"/>
                </a:cxn>
                <a:cxn ang="0">
                  <a:pos x="128" y="52"/>
                </a:cxn>
                <a:cxn ang="0">
                  <a:pos x="122" y="42"/>
                </a:cxn>
                <a:cxn ang="0">
                  <a:pos x="114" y="34"/>
                </a:cxn>
                <a:cxn ang="0">
                  <a:pos x="100" y="24"/>
                </a:cxn>
                <a:cxn ang="0">
                  <a:pos x="84" y="16"/>
                </a:cxn>
                <a:cxn ang="0">
                  <a:pos x="60" y="8"/>
                </a:cxn>
                <a:cxn ang="0">
                  <a:pos x="48" y="6"/>
                </a:cxn>
                <a:cxn ang="0">
                  <a:pos x="34" y="6"/>
                </a:cxn>
                <a:cxn ang="0">
                  <a:pos x="18" y="6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0" b="0"/>
              <a:pathLst>
                <a:path w="128" h="52">
                  <a:moveTo>
                    <a:pt x="0" y="8"/>
                  </a:moveTo>
                  <a:lnTo>
                    <a:pt x="0" y="8"/>
                  </a:lnTo>
                  <a:lnTo>
                    <a:pt x="14" y="4"/>
                  </a:lnTo>
                  <a:lnTo>
                    <a:pt x="30" y="0"/>
                  </a:lnTo>
                  <a:lnTo>
                    <a:pt x="48" y="0"/>
                  </a:lnTo>
                  <a:lnTo>
                    <a:pt x="58" y="0"/>
                  </a:lnTo>
                  <a:lnTo>
                    <a:pt x="68" y="2"/>
                  </a:lnTo>
                  <a:lnTo>
                    <a:pt x="80" y="4"/>
                  </a:lnTo>
                  <a:lnTo>
                    <a:pt x="90" y="10"/>
                  </a:lnTo>
                  <a:lnTo>
                    <a:pt x="100" y="16"/>
                  </a:lnTo>
                  <a:lnTo>
                    <a:pt x="110" y="26"/>
                  </a:lnTo>
                  <a:lnTo>
                    <a:pt x="120" y="38"/>
                  </a:lnTo>
                  <a:lnTo>
                    <a:pt x="128" y="52"/>
                  </a:lnTo>
                  <a:lnTo>
                    <a:pt x="122" y="42"/>
                  </a:lnTo>
                  <a:lnTo>
                    <a:pt x="114" y="34"/>
                  </a:lnTo>
                  <a:lnTo>
                    <a:pt x="100" y="24"/>
                  </a:lnTo>
                  <a:lnTo>
                    <a:pt x="84" y="16"/>
                  </a:lnTo>
                  <a:lnTo>
                    <a:pt x="60" y="8"/>
                  </a:lnTo>
                  <a:lnTo>
                    <a:pt x="48" y="6"/>
                  </a:lnTo>
                  <a:lnTo>
                    <a:pt x="34" y="6"/>
                  </a:lnTo>
                  <a:lnTo>
                    <a:pt x="18" y="6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5BBA47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9" name="Freeform 223"/>
            <p:cNvSpPr/>
            <p:nvPr/>
          </p:nvSpPr>
          <p:spPr>
            <a:xfrm>
              <a:off x="928" y="563"/>
              <a:ext cx="122" cy="38"/>
            </a:xfrm>
            <a:custGeom>
              <a:avLst/>
              <a:gdLst/>
              <a:ahLst/>
              <a:cxnLst>
                <a:cxn ang="0">
                  <a:pos x="122" y="12"/>
                </a:cxn>
                <a:cxn ang="0">
                  <a:pos x="122" y="12"/>
                </a:cxn>
                <a:cxn ang="0">
                  <a:pos x="110" y="6"/>
                </a:cxn>
                <a:cxn ang="0">
                  <a:pos x="96" y="2"/>
                </a:cxn>
                <a:cxn ang="0">
                  <a:pos x="78" y="0"/>
                </a:cxn>
                <a:cxn ang="0">
                  <a:pos x="60" y="0"/>
                </a:cxn>
                <a:cxn ang="0">
                  <a:pos x="50" y="2"/>
                </a:cxn>
                <a:cxn ang="0">
                  <a:pos x="40" y="4"/>
                </a:cxn>
                <a:cxn ang="0">
                  <a:pos x="28" y="10"/>
                </a:cxn>
                <a:cxn ang="0">
                  <a:pos x="18" y="18"/>
                </a:cxn>
                <a:cxn ang="0">
                  <a:pos x="10" y="26"/>
                </a:cxn>
                <a:cxn ang="0">
                  <a:pos x="0" y="38"/>
                </a:cxn>
                <a:cxn ang="0">
                  <a:pos x="0" y="38"/>
                </a:cxn>
                <a:cxn ang="0">
                  <a:pos x="6" y="32"/>
                </a:cxn>
                <a:cxn ang="0">
                  <a:pos x="16" y="24"/>
                </a:cxn>
                <a:cxn ang="0">
                  <a:pos x="28" y="16"/>
                </a:cxn>
                <a:cxn ang="0">
                  <a:pos x="44" y="10"/>
                </a:cxn>
                <a:cxn ang="0">
                  <a:pos x="66" y="6"/>
                </a:cxn>
                <a:cxn ang="0">
                  <a:pos x="78" y="6"/>
                </a:cxn>
                <a:cxn ang="0">
                  <a:pos x="92" y="8"/>
                </a:cxn>
                <a:cxn ang="0">
                  <a:pos x="106" y="10"/>
                </a:cxn>
                <a:cxn ang="0">
                  <a:pos x="122" y="12"/>
                </a:cxn>
                <a:cxn ang="0">
                  <a:pos x="122" y="12"/>
                </a:cxn>
              </a:cxnLst>
              <a:rect l="0" t="0" r="0" b="0"/>
              <a:pathLst>
                <a:path w="122" h="38">
                  <a:moveTo>
                    <a:pt x="122" y="12"/>
                  </a:moveTo>
                  <a:lnTo>
                    <a:pt x="122" y="12"/>
                  </a:lnTo>
                  <a:lnTo>
                    <a:pt x="110" y="6"/>
                  </a:lnTo>
                  <a:lnTo>
                    <a:pt x="96" y="2"/>
                  </a:lnTo>
                  <a:lnTo>
                    <a:pt x="78" y="0"/>
                  </a:lnTo>
                  <a:lnTo>
                    <a:pt x="60" y="0"/>
                  </a:lnTo>
                  <a:lnTo>
                    <a:pt x="50" y="2"/>
                  </a:lnTo>
                  <a:lnTo>
                    <a:pt x="40" y="4"/>
                  </a:lnTo>
                  <a:lnTo>
                    <a:pt x="28" y="10"/>
                  </a:lnTo>
                  <a:lnTo>
                    <a:pt x="18" y="18"/>
                  </a:lnTo>
                  <a:lnTo>
                    <a:pt x="10" y="26"/>
                  </a:lnTo>
                  <a:lnTo>
                    <a:pt x="0" y="38"/>
                  </a:lnTo>
                  <a:lnTo>
                    <a:pt x="6" y="32"/>
                  </a:lnTo>
                  <a:lnTo>
                    <a:pt x="16" y="24"/>
                  </a:lnTo>
                  <a:lnTo>
                    <a:pt x="28" y="16"/>
                  </a:lnTo>
                  <a:lnTo>
                    <a:pt x="44" y="10"/>
                  </a:lnTo>
                  <a:lnTo>
                    <a:pt x="66" y="6"/>
                  </a:lnTo>
                  <a:lnTo>
                    <a:pt x="78" y="6"/>
                  </a:lnTo>
                  <a:lnTo>
                    <a:pt x="92" y="8"/>
                  </a:lnTo>
                  <a:lnTo>
                    <a:pt x="106" y="10"/>
                  </a:lnTo>
                  <a:lnTo>
                    <a:pt x="122" y="12"/>
                  </a:lnTo>
                  <a:close/>
                </a:path>
              </a:pathLst>
            </a:custGeom>
            <a:solidFill>
              <a:srgbClr val="5BBA47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40" name="Freeform 224"/>
            <p:cNvSpPr/>
            <p:nvPr/>
          </p:nvSpPr>
          <p:spPr>
            <a:xfrm>
              <a:off x="998" y="653"/>
              <a:ext cx="228" cy="64"/>
            </a:xfrm>
            <a:custGeom>
              <a:avLst/>
              <a:gdLst/>
              <a:ahLst/>
              <a:cxnLst>
                <a:cxn ang="0">
                  <a:pos x="138" y="62"/>
                </a:cxn>
                <a:cxn ang="0">
                  <a:pos x="138" y="62"/>
                </a:cxn>
                <a:cxn ang="0">
                  <a:pos x="160" y="56"/>
                </a:cxn>
                <a:cxn ang="0">
                  <a:pos x="178" y="50"/>
                </a:cxn>
                <a:cxn ang="0">
                  <a:pos x="192" y="42"/>
                </a:cxn>
                <a:cxn ang="0">
                  <a:pos x="204" y="34"/>
                </a:cxn>
                <a:cxn ang="0">
                  <a:pos x="212" y="24"/>
                </a:cxn>
                <a:cxn ang="0">
                  <a:pos x="218" y="16"/>
                </a:cxn>
                <a:cxn ang="0">
                  <a:pos x="228" y="0"/>
                </a:cxn>
                <a:cxn ang="0">
                  <a:pos x="228" y="0"/>
                </a:cxn>
                <a:cxn ang="0">
                  <a:pos x="196" y="16"/>
                </a:cxn>
                <a:cxn ang="0">
                  <a:pos x="164" y="28"/>
                </a:cxn>
                <a:cxn ang="0">
                  <a:pos x="148" y="32"/>
                </a:cxn>
                <a:cxn ang="0">
                  <a:pos x="130" y="36"/>
                </a:cxn>
                <a:cxn ang="0">
                  <a:pos x="114" y="36"/>
                </a:cxn>
                <a:cxn ang="0">
                  <a:pos x="98" y="36"/>
                </a:cxn>
                <a:cxn ang="0">
                  <a:pos x="98" y="36"/>
                </a:cxn>
                <a:cxn ang="0">
                  <a:pos x="72" y="34"/>
                </a:cxn>
                <a:cxn ang="0">
                  <a:pos x="50" y="28"/>
                </a:cxn>
                <a:cxn ang="0">
                  <a:pos x="30" y="20"/>
                </a:cxn>
                <a:cxn ang="0">
                  <a:pos x="12" y="10"/>
                </a:cxn>
                <a:cxn ang="0">
                  <a:pos x="12" y="1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12" y="16"/>
                </a:cxn>
                <a:cxn ang="0">
                  <a:pos x="20" y="30"/>
                </a:cxn>
                <a:cxn ang="0">
                  <a:pos x="26" y="42"/>
                </a:cxn>
                <a:cxn ang="0">
                  <a:pos x="26" y="42"/>
                </a:cxn>
                <a:cxn ang="0">
                  <a:pos x="42" y="52"/>
                </a:cxn>
                <a:cxn ang="0">
                  <a:pos x="54" y="56"/>
                </a:cxn>
                <a:cxn ang="0">
                  <a:pos x="66" y="60"/>
                </a:cxn>
                <a:cxn ang="0">
                  <a:pos x="82" y="64"/>
                </a:cxn>
                <a:cxn ang="0">
                  <a:pos x="98" y="64"/>
                </a:cxn>
                <a:cxn ang="0">
                  <a:pos x="118" y="64"/>
                </a:cxn>
                <a:cxn ang="0">
                  <a:pos x="138" y="62"/>
                </a:cxn>
                <a:cxn ang="0">
                  <a:pos x="138" y="62"/>
                </a:cxn>
              </a:cxnLst>
              <a:rect l="0" t="0" r="0" b="0"/>
              <a:pathLst>
                <a:path w="228" h="64">
                  <a:moveTo>
                    <a:pt x="138" y="62"/>
                  </a:moveTo>
                  <a:lnTo>
                    <a:pt x="138" y="62"/>
                  </a:lnTo>
                  <a:lnTo>
                    <a:pt x="160" y="56"/>
                  </a:lnTo>
                  <a:lnTo>
                    <a:pt x="178" y="50"/>
                  </a:lnTo>
                  <a:lnTo>
                    <a:pt x="192" y="42"/>
                  </a:lnTo>
                  <a:lnTo>
                    <a:pt x="204" y="34"/>
                  </a:lnTo>
                  <a:lnTo>
                    <a:pt x="212" y="24"/>
                  </a:lnTo>
                  <a:lnTo>
                    <a:pt x="218" y="16"/>
                  </a:lnTo>
                  <a:lnTo>
                    <a:pt x="228" y="0"/>
                  </a:lnTo>
                  <a:lnTo>
                    <a:pt x="196" y="16"/>
                  </a:lnTo>
                  <a:lnTo>
                    <a:pt x="164" y="28"/>
                  </a:lnTo>
                  <a:lnTo>
                    <a:pt x="148" y="32"/>
                  </a:lnTo>
                  <a:lnTo>
                    <a:pt x="130" y="36"/>
                  </a:lnTo>
                  <a:lnTo>
                    <a:pt x="114" y="36"/>
                  </a:lnTo>
                  <a:lnTo>
                    <a:pt x="98" y="36"/>
                  </a:lnTo>
                  <a:lnTo>
                    <a:pt x="72" y="34"/>
                  </a:lnTo>
                  <a:lnTo>
                    <a:pt x="50" y="28"/>
                  </a:lnTo>
                  <a:lnTo>
                    <a:pt x="30" y="20"/>
                  </a:lnTo>
                  <a:lnTo>
                    <a:pt x="12" y="10"/>
                  </a:lnTo>
                  <a:lnTo>
                    <a:pt x="0" y="2"/>
                  </a:lnTo>
                  <a:lnTo>
                    <a:pt x="12" y="16"/>
                  </a:lnTo>
                  <a:lnTo>
                    <a:pt x="20" y="30"/>
                  </a:lnTo>
                  <a:lnTo>
                    <a:pt x="26" y="42"/>
                  </a:lnTo>
                  <a:lnTo>
                    <a:pt x="42" y="52"/>
                  </a:lnTo>
                  <a:lnTo>
                    <a:pt x="54" y="56"/>
                  </a:lnTo>
                  <a:lnTo>
                    <a:pt x="66" y="60"/>
                  </a:lnTo>
                  <a:lnTo>
                    <a:pt x="82" y="64"/>
                  </a:lnTo>
                  <a:lnTo>
                    <a:pt x="98" y="64"/>
                  </a:lnTo>
                  <a:lnTo>
                    <a:pt x="118" y="64"/>
                  </a:lnTo>
                  <a:lnTo>
                    <a:pt x="138" y="6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41" name="Freeform 225"/>
            <p:cNvSpPr/>
            <p:nvPr/>
          </p:nvSpPr>
          <p:spPr>
            <a:xfrm>
              <a:off x="1110" y="781"/>
              <a:ext cx="1" cy="2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</a:cxnLst>
              <a:rect l="0" t="0" r="0" b="0"/>
              <a:pathLst>
                <a:path w="1" h="2">
                  <a:moveTo>
                    <a:pt x="0" y="2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F59DB6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8" name="圆角矩形 267"/>
          <p:cNvSpPr/>
          <p:nvPr/>
        </p:nvSpPr>
        <p:spPr>
          <a:xfrm>
            <a:off x="1428750" y="4202113"/>
            <a:ext cx="500063" cy="15557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1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SQ3</a:t>
            </a:r>
            <a:endParaRPr kumimoji="0" lang="zh-CN" altLang="en-US" sz="1000" b="1" i="1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9" name="椭圆 268"/>
          <p:cNvSpPr/>
          <p:nvPr/>
        </p:nvSpPr>
        <p:spPr>
          <a:xfrm>
            <a:off x="1643063" y="4071938"/>
            <a:ext cx="115888" cy="7778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270" name="直接连接符 269"/>
          <p:cNvCxnSpPr/>
          <p:nvPr/>
        </p:nvCxnSpPr>
        <p:spPr>
          <a:xfrm rot="5400000">
            <a:off x="1632744" y="4153694"/>
            <a:ext cx="77788" cy="5715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右箭头 270"/>
          <p:cNvSpPr/>
          <p:nvPr/>
        </p:nvSpPr>
        <p:spPr>
          <a:xfrm rot="10800000">
            <a:off x="1857375" y="3500438"/>
            <a:ext cx="500063" cy="428625"/>
          </a:xfrm>
          <a:prstGeom prst="right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2" name="右箭头 271"/>
          <p:cNvSpPr/>
          <p:nvPr/>
        </p:nvSpPr>
        <p:spPr>
          <a:xfrm>
            <a:off x="3286125" y="3500438"/>
            <a:ext cx="500063" cy="428625"/>
          </a:xfrm>
          <a:prstGeom prst="rightArrow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3" name="圆角矩形 272"/>
          <p:cNvSpPr/>
          <p:nvPr/>
        </p:nvSpPr>
        <p:spPr>
          <a:xfrm>
            <a:off x="2571750" y="4202113"/>
            <a:ext cx="500063" cy="15557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1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SQ1</a:t>
            </a:r>
            <a:endParaRPr kumimoji="0" lang="zh-CN" altLang="en-US" sz="1000" b="1" i="1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4" name="椭圆 273"/>
          <p:cNvSpPr/>
          <p:nvPr/>
        </p:nvSpPr>
        <p:spPr>
          <a:xfrm>
            <a:off x="2786063" y="4065588"/>
            <a:ext cx="115888" cy="7778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275" name="直接连接符 274"/>
          <p:cNvCxnSpPr/>
          <p:nvPr/>
        </p:nvCxnSpPr>
        <p:spPr>
          <a:xfrm rot="5400000">
            <a:off x="2775744" y="4147344"/>
            <a:ext cx="77788" cy="5715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" name="圆角矩形 275"/>
          <p:cNvSpPr/>
          <p:nvPr/>
        </p:nvSpPr>
        <p:spPr>
          <a:xfrm>
            <a:off x="3857625" y="4208463"/>
            <a:ext cx="500063" cy="15557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1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SQ2</a:t>
            </a:r>
            <a:endParaRPr kumimoji="0" lang="zh-CN" altLang="en-US" sz="1000" b="1" i="1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7" name="椭圆 276"/>
          <p:cNvSpPr/>
          <p:nvPr/>
        </p:nvSpPr>
        <p:spPr>
          <a:xfrm>
            <a:off x="4071938" y="4071938"/>
            <a:ext cx="115888" cy="7778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278" name="直接连接符 277"/>
          <p:cNvCxnSpPr/>
          <p:nvPr/>
        </p:nvCxnSpPr>
        <p:spPr>
          <a:xfrm rot="5400000">
            <a:off x="4061619" y="4153694"/>
            <a:ext cx="77788" cy="5715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直接箭头连接符 278"/>
          <p:cNvCxnSpPr/>
          <p:nvPr/>
        </p:nvCxnSpPr>
        <p:spPr>
          <a:xfrm flipV="1">
            <a:off x="2928938" y="4619625"/>
            <a:ext cx="1285875" cy="1111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接箭头连接符 279"/>
          <p:cNvCxnSpPr/>
          <p:nvPr/>
        </p:nvCxnSpPr>
        <p:spPr>
          <a:xfrm rot="10800000">
            <a:off x="1500188" y="4929188"/>
            <a:ext cx="257175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直接箭头连接符 280"/>
          <p:cNvCxnSpPr/>
          <p:nvPr/>
        </p:nvCxnSpPr>
        <p:spPr>
          <a:xfrm flipV="1">
            <a:off x="1500188" y="5346700"/>
            <a:ext cx="1500188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圆角矩形 281"/>
          <p:cNvSpPr/>
          <p:nvPr/>
        </p:nvSpPr>
        <p:spPr>
          <a:xfrm>
            <a:off x="4214813" y="4500563"/>
            <a:ext cx="571500" cy="28575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solidFill>
                  <a:schemeClr val="accent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S20</a:t>
            </a:r>
            <a:endParaRPr kumimoji="0" lang="zh-CN" altLang="en-US" sz="1100" b="1" i="0" u="none" strike="noStrike" kern="1200" cap="none" spc="0" normalizeH="0" baseline="0" noProof="0" dirty="0">
              <a:solidFill>
                <a:schemeClr val="accent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3" name="圆角矩形 282"/>
          <p:cNvSpPr/>
          <p:nvPr/>
        </p:nvSpPr>
        <p:spPr>
          <a:xfrm>
            <a:off x="928688" y="4786313"/>
            <a:ext cx="571500" cy="28575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solidFill>
                  <a:schemeClr val="accent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S21</a:t>
            </a:r>
            <a:endParaRPr kumimoji="0" lang="zh-CN" altLang="en-US" sz="1100" b="1" i="0" u="none" strike="noStrike" kern="1200" cap="none" spc="0" normalizeH="0" baseline="0" noProof="0" dirty="0">
              <a:solidFill>
                <a:schemeClr val="accent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4" name="圆角矩形 283"/>
          <p:cNvSpPr/>
          <p:nvPr/>
        </p:nvSpPr>
        <p:spPr>
          <a:xfrm>
            <a:off x="3071813" y="5214938"/>
            <a:ext cx="571500" cy="28575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solidFill>
                  <a:schemeClr val="accent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S22</a:t>
            </a:r>
            <a:endParaRPr kumimoji="0" lang="zh-CN" altLang="en-US" sz="1100" b="1" i="0" u="none" strike="noStrike" kern="1200" cap="none" spc="0" normalizeH="0" baseline="0" noProof="0" dirty="0">
              <a:solidFill>
                <a:schemeClr val="accent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7" name="圆角矩形 286"/>
          <p:cNvSpPr/>
          <p:nvPr/>
        </p:nvSpPr>
        <p:spPr>
          <a:xfrm>
            <a:off x="2571704" y="4500569"/>
            <a:ext cx="500066" cy="214314"/>
          </a:xfrm>
          <a:prstGeom prst="roundRect">
            <a:avLst>
              <a:gd name="adj" fmla="val 41441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S0</a:t>
            </a:r>
            <a:endParaRPr kumimoji="0" lang="zh-CN" altLang="en-US" sz="1100" b="1" i="0" u="none" strike="noStrike" kern="1200" cap="none" spc="0" normalizeH="0" baseline="0" noProof="0" dirty="0"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7890" name="Object 2"/>
          <p:cNvGraphicFramePr/>
          <p:nvPr/>
        </p:nvGraphicFramePr>
        <p:xfrm>
          <a:off x="5357813" y="3357563"/>
          <a:ext cx="2924175" cy="239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r:id="rId4" imgW="4305300" imgH="3517900" progId="Visio.Drawing.11">
                  <p:embed/>
                </p:oleObj>
              </mc:Choice>
              <mc:Fallback>
                <p:oleObj r:id="rId4" imgW="4305300" imgH="351790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57813" y="3357563"/>
                        <a:ext cx="2924175" cy="2390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2571736" y="1928801"/>
            <a:ext cx="1071570" cy="64294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S0</a:t>
            </a:r>
            <a:endParaRPr kumimoji="0" lang="zh-CN" altLang="en-US" sz="4000" b="1" i="0" u="none" strike="noStrike" kern="1200" cap="none" spc="0" normalizeH="0" baseline="0" noProof="0" dirty="0"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571750" y="3000375"/>
            <a:ext cx="1071563" cy="64293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solidFill>
                  <a:schemeClr val="accent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S20</a:t>
            </a:r>
            <a:endParaRPr kumimoji="0" lang="zh-CN" altLang="en-US" sz="2800" b="1" i="0" u="none" strike="noStrike" kern="1200" cap="none" spc="0" normalizeH="0" baseline="0" noProof="0" dirty="0">
              <a:solidFill>
                <a:schemeClr val="accent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571750" y="4143375"/>
            <a:ext cx="1071563" cy="64293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solidFill>
                  <a:schemeClr val="accent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S21</a:t>
            </a:r>
            <a:endParaRPr kumimoji="0" lang="zh-CN" altLang="en-US" sz="2800" b="1" i="0" u="none" strike="noStrike" kern="1200" cap="none" spc="0" normalizeH="0" baseline="0" noProof="0" dirty="0">
              <a:solidFill>
                <a:schemeClr val="accent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2571750" y="5286375"/>
            <a:ext cx="1071563" cy="64293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solidFill>
                  <a:schemeClr val="accent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S22</a:t>
            </a:r>
            <a:endParaRPr kumimoji="0" lang="zh-CN" altLang="en-US" sz="2800" b="1" i="0" u="none" strike="noStrike" kern="1200" cap="none" spc="0" normalizeH="0" baseline="0" noProof="0" dirty="0">
              <a:solidFill>
                <a:schemeClr val="accent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3" name="直接箭头连接符 12"/>
          <p:cNvCxnSpPr>
            <a:stCxn id="4" idx="2"/>
            <a:endCxn id="6" idx="0"/>
          </p:cNvCxnSpPr>
          <p:nvPr/>
        </p:nvCxnSpPr>
        <p:spPr>
          <a:xfrm rot="5400000">
            <a:off x="2893219" y="2785269"/>
            <a:ext cx="428625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6" idx="2"/>
            <a:endCxn id="7" idx="0"/>
          </p:cNvCxnSpPr>
          <p:nvPr/>
        </p:nvCxnSpPr>
        <p:spPr>
          <a:xfrm rot="5400000">
            <a:off x="2857500" y="3894138"/>
            <a:ext cx="50006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7" idx="2"/>
            <a:endCxn id="8" idx="0"/>
          </p:cNvCxnSpPr>
          <p:nvPr/>
        </p:nvCxnSpPr>
        <p:spPr>
          <a:xfrm rot="5400000">
            <a:off x="2857500" y="5037138"/>
            <a:ext cx="50006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7" idx="2"/>
            <a:endCxn id="8" idx="0"/>
          </p:cNvCxnSpPr>
          <p:nvPr/>
        </p:nvCxnSpPr>
        <p:spPr>
          <a:xfrm rot="5400000">
            <a:off x="2749550" y="1535113"/>
            <a:ext cx="785813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肘形连接符 34"/>
          <p:cNvCxnSpPr>
            <a:stCxn id="8" idx="2"/>
            <a:endCxn id="8" idx="0"/>
          </p:cNvCxnSpPr>
          <p:nvPr/>
        </p:nvCxnSpPr>
        <p:spPr>
          <a:xfrm rot="5400000" flipH="1">
            <a:off x="-125412" y="2697163"/>
            <a:ext cx="4357688" cy="2106613"/>
          </a:xfrm>
          <a:prstGeom prst="bentConnector3">
            <a:avLst>
              <a:gd name="adj1" fmla="val -5246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8" idx="2"/>
            <a:endCxn id="8" idx="0"/>
          </p:cNvCxnSpPr>
          <p:nvPr/>
        </p:nvCxnSpPr>
        <p:spPr>
          <a:xfrm>
            <a:off x="1000125" y="1571625"/>
            <a:ext cx="2143125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>
            <a:stCxn id="8" idx="2"/>
            <a:endCxn id="8" idx="0"/>
          </p:cNvCxnSpPr>
          <p:nvPr/>
        </p:nvCxnSpPr>
        <p:spPr>
          <a:xfrm>
            <a:off x="3000375" y="1357313"/>
            <a:ext cx="28575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stCxn id="8" idx="2"/>
            <a:endCxn id="8" idx="0"/>
          </p:cNvCxnSpPr>
          <p:nvPr/>
        </p:nvCxnSpPr>
        <p:spPr>
          <a:xfrm>
            <a:off x="2928938" y="2786063"/>
            <a:ext cx="28575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8" idx="2"/>
            <a:endCxn id="8" idx="0"/>
          </p:cNvCxnSpPr>
          <p:nvPr/>
        </p:nvCxnSpPr>
        <p:spPr>
          <a:xfrm>
            <a:off x="2928938" y="3857625"/>
            <a:ext cx="28575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>
            <a:stCxn id="8" idx="2"/>
            <a:endCxn id="8" idx="0"/>
          </p:cNvCxnSpPr>
          <p:nvPr/>
        </p:nvCxnSpPr>
        <p:spPr>
          <a:xfrm>
            <a:off x="2928938" y="5000625"/>
            <a:ext cx="28575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4071938" y="3071813"/>
            <a:ext cx="2357438" cy="50006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小车右行，绿灯闪烁</a:t>
            </a:r>
          </a:p>
        </p:txBody>
      </p:sp>
      <p:sp>
        <p:nvSpPr>
          <p:cNvPr id="46" name="矩形 45"/>
          <p:cNvSpPr/>
          <p:nvPr/>
        </p:nvSpPr>
        <p:spPr>
          <a:xfrm>
            <a:off x="4071938" y="4214813"/>
            <a:ext cx="2357438" cy="50006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小车左行，红灯闪烁</a:t>
            </a:r>
          </a:p>
        </p:txBody>
      </p:sp>
      <p:sp>
        <p:nvSpPr>
          <p:cNvPr id="47" name="矩形 46"/>
          <p:cNvSpPr/>
          <p:nvPr/>
        </p:nvSpPr>
        <p:spPr>
          <a:xfrm>
            <a:off x="4071938" y="5357813"/>
            <a:ext cx="2357438" cy="50006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小车右行，绿灯闪烁</a:t>
            </a:r>
          </a:p>
        </p:txBody>
      </p:sp>
      <p:cxnSp>
        <p:nvCxnSpPr>
          <p:cNvPr id="49" name="直接连接符 48"/>
          <p:cNvCxnSpPr>
            <a:stCxn id="6" idx="3"/>
            <a:endCxn id="44" idx="1"/>
          </p:cNvCxnSpPr>
          <p:nvPr/>
        </p:nvCxnSpPr>
        <p:spPr>
          <a:xfrm>
            <a:off x="3643313" y="3321050"/>
            <a:ext cx="428625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>
            <a:stCxn id="7" idx="3"/>
            <a:endCxn id="46" idx="1"/>
          </p:cNvCxnSpPr>
          <p:nvPr/>
        </p:nvCxnSpPr>
        <p:spPr>
          <a:xfrm>
            <a:off x="3643313" y="4465638"/>
            <a:ext cx="428625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>
            <a:stCxn id="8" idx="3"/>
            <a:endCxn id="47" idx="1"/>
          </p:cNvCxnSpPr>
          <p:nvPr/>
        </p:nvCxnSpPr>
        <p:spPr>
          <a:xfrm>
            <a:off x="3643313" y="5608638"/>
            <a:ext cx="428625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071688" y="1143000"/>
            <a:ext cx="1000125" cy="3698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en-US" altLang="zh-CN" b="1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M8002</a:t>
            </a:r>
            <a:endParaRPr lang="zh-CN" altLang="en-US" b="1" dirty="0">
              <a:solidFill>
                <a:srgbClr val="00B0F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571625" y="2643188"/>
            <a:ext cx="1285875" cy="646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zh-CN" altLang="en-US" b="1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启动按钮</a:t>
            </a:r>
            <a:r>
              <a:rPr lang="en-US" altLang="zh-CN" b="1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SB1</a:t>
            </a:r>
            <a:endParaRPr lang="zh-CN" altLang="en-US" b="1" dirty="0">
              <a:solidFill>
                <a:srgbClr val="00B0F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571625" y="3714750"/>
            <a:ext cx="1143000" cy="646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zh-CN" altLang="en-US" b="1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右行限位</a:t>
            </a:r>
            <a:r>
              <a:rPr lang="en-US" altLang="zh-CN" b="1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SQ2</a:t>
            </a:r>
            <a:endParaRPr lang="zh-CN" altLang="en-US" b="1" dirty="0">
              <a:solidFill>
                <a:srgbClr val="00B0F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571625" y="4857750"/>
            <a:ext cx="1285875" cy="646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zh-CN" altLang="en-US" b="1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左行限位</a:t>
            </a:r>
            <a:r>
              <a:rPr lang="en-US" altLang="zh-CN" b="1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SQ3</a:t>
            </a:r>
            <a:endParaRPr lang="zh-CN" altLang="en-US" b="1" dirty="0">
              <a:solidFill>
                <a:srgbClr val="00B0F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85750" y="3714750"/>
            <a:ext cx="714375" cy="646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/>
            <a:r>
              <a:rPr lang="zh-CN" altLang="en-US" b="1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原位</a:t>
            </a:r>
            <a:r>
              <a:rPr lang="en-US" altLang="zh-CN" b="1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SQ1</a:t>
            </a:r>
            <a:endParaRPr lang="zh-CN" altLang="en-US" b="1" dirty="0">
              <a:solidFill>
                <a:srgbClr val="00B0F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506" name="直接连接符 505"/>
          <p:cNvCxnSpPr>
            <a:stCxn id="8" idx="3"/>
            <a:endCxn id="47" idx="1"/>
          </p:cNvCxnSpPr>
          <p:nvPr/>
        </p:nvCxnSpPr>
        <p:spPr>
          <a:xfrm>
            <a:off x="857250" y="4213225"/>
            <a:ext cx="28575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460" name="Group 86"/>
          <p:cNvGrpSpPr>
            <a:grpSpLocks noChangeAspect="1"/>
          </p:cNvGrpSpPr>
          <p:nvPr/>
        </p:nvGrpSpPr>
        <p:grpSpPr>
          <a:xfrm>
            <a:off x="6143625" y="1000125"/>
            <a:ext cx="746125" cy="441325"/>
            <a:chOff x="2376" y="1975"/>
            <a:chExt cx="983" cy="582"/>
          </a:xfrm>
        </p:grpSpPr>
        <p:sp>
          <p:nvSpPr>
            <p:cNvPr id="18461" name="Freeform 138"/>
            <p:cNvSpPr/>
            <p:nvPr/>
          </p:nvSpPr>
          <p:spPr>
            <a:xfrm>
              <a:off x="3340" y="1975"/>
              <a:ext cx="19" cy="19"/>
            </a:xfrm>
            <a:custGeom>
              <a:avLst/>
              <a:gdLst/>
              <a:ahLst/>
              <a:cxnLst>
                <a:cxn ang="0">
                  <a:pos x="18" y="5"/>
                </a:cxn>
                <a:cxn ang="0">
                  <a:pos x="16" y="1"/>
                </a:cxn>
                <a:cxn ang="0">
                  <a:pos x="13" y="1"/>
                </a:cxn>
                <a:cxn ang="0">
                  <a:pos x="9" y="0"/>
                </a:cxn>
                <a:cxn ang="0">
                  <a:pos x="6" y="1"/>
                </a:cxn>
                <a:cxn ang="0">
                  <a:pos x="3" y="3"/>
                </a:cxn>
                <a:cxn ang="0">
                  <a:pos x="1" y="6"/>
                </a:cxn>
                <a:cxn ang="0">
                  <a:pos x="0" y="10"/>
                </a:cxn>
                <a:cxn ang="0">
                  <a:pos x="1" y="14"/>
                </a:cxn>
                <a:cxn ang="0">
                  <a:pos x="3" y="17"/>
                </a:cxn>
                <a:cxn ang="0">
                  <a:pos x="7" y="19"/>
                </a:cxn>
                <a:cxn ang="0">
                  <a:pos x="10" y="19"/>
                </a:cxn>
                <a:cxn ang="0">
                  <a:pos x="14" y="19"/>
                </a:cxn>
                <a:cxn ang="0">
                  <a:pos x="17" y="16"/>
                </a:cxn>
                <a:cxn ang="0">
                  <a:pos x="19" y="12"/>
                </a:cxn>
                <a:cxn ang="0">
                  <a:pos x="19" y="9"/>
                </a:cxn>
                <a:cxn ang="0">
                  <a:pos x="18" y="5"/>
                </a:cxn>
                <a:cxn ang="0">
                  <a:pos x="18" y="5"/>
                </a:cxn>
              </a:cxnLst>
              <a:rect l="0" t="0" r="0" b="0"/>
              <a:pathLst>
                <a:path w="19" h="19">
                  <a:moveTo>
                    <a:pt x="18" y="5"/>
                  </a:moveTo>
                  <a:lnTo>
                    <a:pt x="16" y="1"/>
                  </a:lnTo>
                  <a:lnTo>
                    <a:pt x="13" y="1"/>
                  </a:lnTo>
                  <a:lnTo>
                    <a:pt x="9" y="0"/>
                  </a:lnTo>
                  <a:lnTo>
                    <a:pt x="6" y="1"/>
                  </a:lnTo>
                  <a:lnTo>
                    <a:pt x="3" y="3"/>
                  </a:lnTo>
                  <a:lnTo>
                    <a:pt x="1" y="6"/>
                  </a:lnTo>
                  <a:lnTo>
                    <a:pt x="0" y="10"/>
                  </a:lnTo>
                  <a:lnTo>
                    <a:pt x="1" y="14"/>
                  </a:lnTo>
                  <a:lnTo>
                    <a:pt x="3" y="17"/>
                  </a:lnTo>
                  <a:lnTo>
                    <a:pt x="7" y="19"/>
                  </a:lnTo>
                  <a:lnTo>
                    <a:pt x="10" y="19"/>
                  </a:lnTo>
                  <a:lnTo>
                    <a:pt x="14" y="19"/>
                  </a:lnTo>
                  <a:lnTo>
                    <a:pt x="17" y="16"/>
                  </a:lnTo>
                  <a:lnTo>
                    <a:pt x="19" y="12"/>
                  </a:lnTo>
                  <a:lnTo>
                    <a:pt x="19" y="9"/>
                  </a:lnTo>
                  <a:lnTo>
                    <a:pt x="18" y="5"/>
                  </a:lnTo>
                  <a:close/>
                </a:path>
              </a:pathLst>
            </a:custGeom>
            <a:solidFill>
              <a:srgbClr val="FF690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2" name="Freeform 139"/>
            <p:cNvSpPr/>
            <p:nvPr/>
          </p:nvSpPr>
          <p:spPr>
            <a:xfrm>
              <a:off x="2793" y="2489"/>
              <a:ext cx="63" cy="64"/>
            </a:xfrm>
            <a:custGeom>
              <a:avLst/>
              <a:gdLst/>
              <a:ahLst/>
              <a:cxnLst>
                <a:cxn ang="0">
                  <a:pos x="34" y="63"/>
                </a:cxn>
                <a:cxn ang="0">
                  <a:pos x="40" y="62"/>
                </a:cxn>
                <a:cxn ang="0">
                  <a:pos x="46" y="59"/>
                </a:cxn>
                <a:cxn ang="0">
                  <a:pos x="51" y="55"/>
                </a:cxn>
                <a:cxn ang="0">
                  <a:pos x="55" y="51"/>
                </a:cxn>
                <a:cxn ang="0">
                  <a:pos x="59" y="46"/>
                </a:cxn>
                <a:cxn ang="0">
                  <a:pos x="61" y="40"/>
                </a:cxn>
                <a:cxn ang="0">
                  <a:pos x="63" y="34"/>
                </a:cxn>
                <a:cxn ang="0">
                  <a:pos x="63" y="27"/>
                </a:cxn>
                <a:cxn ang="0">
                  <a:pos x="61" y="22"/>
                </a:cxn>
                <a:cxn ang="0">
                  <a:pos x="59" y="16"/>
                </a:cxn>
                <a:cxn ang="0">
                  <a:pos x="55" y="11"/>
                </a:cxn>
                <a:cxn ang="0">
                  <a:pos x="51" y="7"/>
                </a:cxn>
                <a:cxn ang="0">
                  <a:pos x="46" y="3"/>
                </a:cxn>
                <a:cxn ang="0">
                  <a:pos x="40" y="1"/>
                </a:cxn>
                <a:cxn ang="0">
                  <a:pos x="34" y="0"/>
                </a:cxn>
                <a:cxn ang="0">
                  <a:pos x="28" y="0"/>
                </a:cxn>
                <a:cxn ang="0">
                  <a:pos x="22" y="1"/>
                </a:cxn>
                <a:cxn ang="0">
                  <a:pos x="16" y="3"/>
                </a:cxn>
                <a:cxn ang="0">
                  <a:pos x="12" y="7"/>
                </a:cxn>
                <a:cxn ang="0">
                  <a:pos x="7" y="11"/>
                </a:cxn>
                <a:cxn ang="0">
                  <a:pos x="4" y="16"/>
                </a:cxn>
                <a:cxn ang="0">
                  <a:pos x="1" y="22"/>
                </a:cxn>
                <a:cxn ang="0">
                  <a:pos x="0" y="27"/>
                </a:cxn>
                <a:cxn ang="0">
                  <a:pos x="0" y="34"/>
                </a:cxn>
                <a:cxn ang="0">
                  <a:pos x="1" y="40"/>
                </a:cxn>
                <a:cxn ang="0">
                  <a:pos x="4" y="46"/>
                </a:cxn>
                <a:cxn ang="0">
                  <a:pos x="7" y="51"/>
                </a:cxn>
                <a:cxn ang="0">
                  <a:pos x="12" y="55"/>
                </a:cxn>
                <a:cxn ang="0">
                  <a:pos x="16" y="59"/>
                </a:cxn>
                <a:cxn ang="0">
                  <a:pos x="22" y="62"/>
                </a:cxn>
                <a:cxn ang="0">
                  <a:pos x="28" y="63"/>
                </a:cxn>
                <a:cxn ang="0">
                  <a:pos x="32" y="64"/>
                </a:cxn>
              </a:cxnLst>
              <a:rect l="0" t="0" r="0" b="0"/>
              <a:pathLst>
                <a:path w="63" h="64">
                  <a:moveTo>
                    <a:pt x="32" y="64"/>
                  </a:moveTo>
                  <a:lnTo>
                    <a:pt x="34" y="63"/>
                  </a:lnTo>
                  <a:lnTo>
                    <a:pt x="37" y="63"/>
                  </a:lnTo>
                  <a:lnTo>
                    <a:pt x="40" y="62"/>
                  </a:lnTo>
                  <a:lnTo>
                    <a:pt x="44" y="61"/>
                  </a:lnTo>
                  <a:lnTo>
                    <a:pt x="46" y="59"/>
                  </a:lnTo>
                  <a:lnTo>
                    <a:pt x="49" y="58"/>
                  </a:lnTo>
                  <a:lnTo>
                    <a:pt x="51" y="55"/>
                  </a:lnTo>
                  <a:lnTo>
                    <a:pt x="53" y="54"/>
                  </a:lnTo>
                  <a:lnTo>
                    <a:pt x="55" y="51"/>
                  </a:lnTo>
                  <a:lnTo>
                    <a:pt x="57" y="48"/>
                  </a:lnTo>
                  <a:lnTo>
                    <a:pt x="59" y="46"/>
                  </a:lnTo>
                  <a:lnTo>
                    <a:pt x="60" y="44"/>
                  </a:lnTo>
                  <a:lnTo>
                    <a:pt x="61" y="40"/>
                  </a:lnTo>
                  <a:lnTo>
                    <a:pt x="62" y="38"/>
                  </a:lnTo>
                  <a:lnTo>
                    <a:pt x="63" y="34"/>
                  </a:lnTo>
                  <a:lnTo>
                    <a:pt x="63" y="31"/>
                  </a:lnTo>
                  <a:lnTo>
                    <a:pt x="63" y="27"/>
                  </a:lnTo>
                  <a:lnTo>
                    <a:pt x="62" y="25"/>
                  </a:lnTo>
                  <a:lnTo>
                    <a:pt x="61" y="22"/>
                  </a:lnTo>
                  <a:lnTo>
                    <a:pt x="60" y="19"/>
                  </a:lnTo>
                  <a:lnTo>
                    <a:pt x="59" y="16"/>
                  </a:lnTo>
                  <a:lnTo>
                    <a:pt x="57" y="13"/>
                  </a:lnTo>
                  <a:lnTo>
                    <a:pt x="55" y="11"/>
                  </a:lnTo>
                  <a:lnTo>
                    <a:pt x="53" y="9"/>
                  </a:lnTo>
                  <a:lnTo>
                    <a:pt x="51" y="7"/>
                  </a:lnTo>
                  <a:lnTo>
                    <a:pt x="49" y="5"/>
                  </a:lnTo>
                  <a:lnTo>
                    <a:pt x="46" y="3"/>
                  </a:lnTo>
                  <a:lnTo>
                    <a:pt x="44" y="2"/>
                  </a:lnTo>
                  <a:lnTo>
                    <a:pt x="40" y="1"/>
                  </a:lnTo>
                  <a:lnTo>
                    <a:pt x="37" y="0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28" y="0"/>
                  </a:lnTo>
                  <a:lnTo>
                    <a:pt x="25" y="0"/>
                  </a:lnTo>
                  <a:lnTo>
                    <a:pt x="22" y="1"/>
                  </a:lnTo>
                  <a:lnTo>
                    <a:pt x="19" y="2"/>
                  </a:lnTo>
                  <a:lnTo>
                    <a:pt x="16" y="3"/>
                  </a:lnTo>
                  <a:lnTo>
                    <a:pt x="14" y="5"/>
                  </a:lnTo>
                  <a:lnTo>
                    <a:pt x="12" y="7"/>
                  </a:lnTo>
                  <a:lnTo>
                    <a:pt x="9" y="9"/>
                  </a:lnTo>
                  <a:lnTo>
                    <a:pt x="7" y="11"/>
                  </a:lnTo>
                  <a:lnTo>
                    <a:pt x="5" y="13"/>
                  </a:lnTo>
                  <a:lnTo>
                    <a:pt x="4" y="16"/>
                  </a:lnTo>
                  <a:lnTo>
                    <a:pt x="2" y="19"/>
                  </a:lnTo>
                  <a:lnTo>
                    <a:pt x="1" y="22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31"/>
                  </a:lnTo>
                  <a:lnTo>
                    <a:pt x="0" y="34"/>
                  </a:lnTo>
                  <a:lnTo>
                    <a:pt x="0" y="38"/>
                  </a:lnTo>
                  <a:lnTo>
                    <a:pt x="1" y="40"/>
                  </a:lnTo>
                  <a:lnTo>
                    <a:pt x="2" y="44"/>
                  </a:lnTo>
                  <a:lnTo>
                    <a:pt x="4" y="46"/>
                  </a:lnTo>
                  <a:lnTo>
                    <a:pt x="5" y="48"/>
                  </a:lnTo>
                  <a:lnTo>
                    <a:pt x="7" y="51"/>
                  </a:lnTo>
                  <a:lnTo>
                    <a:pt x="9" y="54"/>
                  </a:lnTo>
                  <a:lnTo>
                    <a:pt x="12" y="55"/>
                  </a:lnTo>
                  <a:lnTo>
                    <a:pt x="14" y="58"/>
                  </a:lnTo>
                  <a:lnTo>
                    <a:pt x="16" y="59"/>
                  </a:lnTo>
                  <a:lnTo>
                    <a:pt x="19" y="61"/>
                  </a:lnTo>
                  <a:lnTo>
                    <a:pt x="22" y="62"/>
                  </a:lnTo>
                  <a:lnTo>
                    <a:pt x="25" y="63"/>
                  </a:lnTo>
                  <a:lnTo>
                    <a:pt x="28" y="63"/>
                  </a:lnTo>
                  <a:lnTo>
                    <a:pt x="32" y="64"/>
                  </a:lnTo>
                  <a:close/>
                </a:path>
              </a:pathLst>
            </a:custGeom>
            <a:solidFill>
              <a:srgbClr val="FF404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3" name="Freeform 140"/>
            <p:cNvSpPr/>
            <p:nvPr/>
          </p:nvSpPr>
          <p:spPr>
            <a:xfrm>
              <a:off x="2464" y="2486"/>
              <a:ext cx="63" cy="64"/>
            </a:xfrm>
            <a:custGeom>
              <a:avLst/>
              <a:gdLst/>
              <a:ahLst/>
              <a:cxnLst>
                <a:cxn ang="0">
                  <a:pos x="34" y="63"/>
                </a:cxn>
                <a:cxn ang="0">
                  <a:pos x="41" y="62"/>
                </a:cxn>
                <a:cxn ang="0">
                  <a:pos x="46" y="59"/>
                </a:cxn>
                <a:cxn ang="0">
                  <a:pos x="51" y="55"/>
                </a:cxn>
                <a:cxn ang="0">
                  <a:pos x="55" y="51"/>
                </a:cxn>
                <a:cxn ang="0">
                  <a:pos x="59" y="47"/>
                </a:cxn>
                <a:cxn ang="0">
                  <a:pos x="61" y="41"/>
                </a:cxn>
                <a:cxn ang="0">
                  <a:pos x="63" y="35"/>
                </a:cxn>
                <a:cxn ang="0">
                  <a:pos x="63" y="29"/>
                </a:cxn>
                <a:cxn ang="0">
                  <a:pos x="61" y="22"/>
                </a:cxn>
                <a:cxn ang="0">
                  <a:pos x="59" y="16"/>
                </a:cxn>
                <a:cxn ang="0">
                  <a:pos x="55" y="11"/>
                </a:cxn>
                <a:cxn ang="0">
                  <a:pos x="51" y="8"/>
                </a:cxn>
                <a:cxn ang="0">
                  <a:pos x="46" y="4"/>
                </a:cxn>
                <a:cxn ang="0">
                  <a:pos x="41" y="2"/>
                </a:cxn>
                <a:cxn ang="0">
                  <a:pos x="34" y="0"/>
                </a:cxn>
                <a:cxn ang="0">
                  <a:pos x="28" y="0"/>
                </a:cxn>
                <a:cxn ang="0">
                  <a:pos x="22" y="2"/>
                </a:cxn>
                <a:cxn ang="0">
                  <a:pos x="16" y="4"/>
                </a:cxn>
                <a:cxn ang="0">
                  <a:pos x="11" y="8"/>
                </a:cxn>
                <a:cxn ang="0">
                  <a:pos x="6" y="11"/>
                </a:cxn>
                <a:cxn ang="0">
                  <a:pos x="4" y="16"/>
                </a:cxn>
                <a:cxn ang="0">
                  <a:pos x="1" y="22"/>
                </a:cxn>
                <a:cxn ang="0">
                  <a:pos x="0" y="29"/>
                </a:cxn>
                <a:cxn ang="0">
                  <a:pos x="0" y="35"/>
                </a:cxn>
                <a:cxn ang="0">
                  <a:pos x="1" y="41"/>
                </a:cxn>
                <a:cxn ang="0">
                  <a:pos x="4" y="47"/>
                </a:cxn>
                <a:cxn ang="0">
                  <a:pos x="6" y="51"/>
                </a:cxn>
                <a:cxn ang="0">
                  <a:pos x="11" y="55"/>
                </a:cxn>
                <a:cxn ang="0">
                  <a:pos x="16" y="59"/>
                </a:cxn>
                <a:cxn ang="0">
                  <a:pos x="22" y="62"/>
                </a:cxn>
                <a:cxn ang="0">
                  <a:pos x="28" y="63"/>
                </a:cxn>
                <a:cxn ang="0">
                  <a:pos x="31" y="64"/>
                </a:cxn>
              </a:cxnLst>
              <a:rect l="0" t="0" r="0" b="0"/>
              <a:pathLst>
                <a:path w="63" h="64">
                  <a:moveTo>
                    <a:pt x="31" y="64"/>
                  </a:moveTo>
                  <a:lnTo>
                    <a:pt x="34" y="63"/>
                  </a:lnTo>
                  <a:lnTo>
                    <a:pt x="38" y="63"/>
                  </a:lnTo>
                  <a:lnTo>
                    <a:pt x="41" y="62"/>
                  </a:lnTo>
                  <a:lnTo>
                    <a:pt x="44" y="61"/>
                  </a:lnTo>
                  <a:lnTo>
                    <a:pt x="46" y="59"/>
                  </a:lnTo>
                  <a:lnTo>
                    <a:pt x="49" y="58"/>
                  </a:lnTo>
                  <a:lnTo>
                    <a:pt x="51" y="55"/>
                  </a:lnTo>
                  <a:lnTo>
                    <a:pt x="54" y="54"/>
                  </a:lnTo>
                  <a:lnTo>
                    <a:pt x="55" y="51"/>
                  </a:lnTo>
                  <a:lnTo>
                    <a:pt x="57" y="49"/>
                  </a:lnTo>
                  <a:lnTo>
                    <a:pt x="59" y="47"/>
                  </a:lnTo>
                  <a:lnTo>
                    <a:pt x="61" y="44"/>
                  </a:lnTo>
                  <a:lnTo>
                    <a:pt x="61" y="41"/>
                  </a:lnTo>
                  <a:lnTo>
                    <a:pt x="63" y="38"/>
                  </a:lnTo>
                  <a:lnTo>
                    <a:pt x="63" y="35"/>
                  </a:lnTo>
                  <a:lnTo>
                    <a:pt x="63" y="32"/>
                  </a:lnTo>
                  <a:lnTo>
                    <a:pt x="63" y="29"/>
                  </a:lnTo>
                  <a:lnTo>
                    <a:pt x="63" y="26"/>
                  </a:lnTo>
                  <a:lnTo>
                    <a:pt x="61" y="22"/>
                  </a:lnTo>
                  <a:lnTo>
                    <a:pt x="61" y="20"/>
                  </a:lnTo>
                  <a:lnTo>
                    <a:pt x="59" y="16"/>
                  </a:lnTo>
                  <a:lnTo>
                    <a:pt x="57" y="14"/>
                  </a:lnTo>
                  <a:lnTo>
                    <a:pt x="55" y="11"/>
                  </a:lnTo>
                  <a:lnTo>
                    <a:pt x="54" y="10"/>
                  </a:lnTo>
                  <a:lnTo>
                    <a:pt x="51" y="8"/>
                  </a:lnTo>
                  <a:lnTo>
                    <a:pt x="49" y="6"/>
                  </a:lnTo>
                  <a:lnTo>
                    <a:pt x="46" y="4"/>
                  </a:lnTo>
                  <a:lnTo>
                    <a:pt x="44" y="3"/>
                  </a:lnTo>
                  <a:lnTo>
                    <a:pt x="41" y="2"/>
                  </a:lnTo>
                  <a:lnTo>
                    <a:pt x="38" y="1"/>
                  </a:lnTo>
                  <a:lnTo>
                    <a:pt x="34" y="0"/>
                  </a:lnTo>
                  <a:lnTo>
                    <a:pt x="31" y="0"/>
                  </a:lnTo>
                  <a:lnTo>
                    <a:pt x="28" y="0"/>
                  </a:lnTo>
                  <a:lnTo>
                    <a:pt x="25" y="1"/>
                  </a:lnTo>
                  <a:lnTo>
                    <a:pt x="22" y="2"/>
                  </a:lnTo>
                  <a:lnTo>
                    <a:pt x="19" y="3"/>
                  </a:lnTo>
                  <a:lnTo>
                    <a:pt x="16" y="4"/>
                  </a:lnTo>
                  <a:lnTo>
                    <a:pt x="13" y="6"/>
                  </a:lnTo>
                  <a:lnTo>
                    <a:pt x="11" y="8"/>
                  </a:lnTo>
                  <a:lnTo>
                    <a:pt x="8" y="10"/>
                  </a:lnTo>
                  <a:lnTo>
                    <a:pt x="6" y="11"/>
                  </a:lnTo>
                  <a:lnTo>
                    <a:pt x="5" y="14"/>
                  </a:lnTo>
                  <a:lnTo>
                    <a:pt x="4" y="16"/>
                  </a:lnTo>
                  <a:lnTo>
                    <a:pt x="2" y="20"/>
                  </a:lnTo>
                  <a:lnTo>
                    <a:pt x="1" y="22"/>
                  </a:lnTo>
                  <a:lnTo>
                    <a:pt x="1" y="26"/>
                  </a:lnTo>
                  <a:lnTo>
                    <a:pt x="0" y="29"/>
                  </a:lnTo>
                  <a:lnTo>
                    <a:pt x="0" y="32"/>
                  </a:lnTo>
                  <a:lnTo>
                    <a:pt x="0" y="35"/>
                  </a:lnTo>
                  <a:lnTo>
                    <a:pt x="1" y="38"/>
                  </a:lnTo>
                  <a:lnTo>
                    <a:pt x="1" y="41"/>
                  </a:lnTo>
                  <a:lnTo>
                    <a:pt x="2" y="44"/>
                  </a:lnTo>
                  <a:lnTo>
                    <a:pt x="4" y="47"/>
                  </a:lnTo>
                  <a:lnTo>
                    <a:pt x="5" y="49"/>
                  </a:lnTo>
                  <a:lnTo>
                    <a:pt x="6" y="51"/>
                  </a:lnTo>
                  <a:lnTo>
                    <a:pt x="8" y="54"/>
                  </a:lnTo>
                  <a:lnTo>
                    <a:pt x="11" y="55"/>
                  </a:lnTo>
                  <a:lnTo>
                    <a:pt x="13" y="58"/>
                  </a:lnTo>
                  <a:lnTo>
                    <a:pt x="16" y="59"/>
                  </a:lnTo>
                  <a:lnTo>
                    <a:pt x="19" y="61"/>
                  </a:lnTo>
                  <a:lnTo>
                    <a:pt x="22" y="62"/>
                  </a:lnTo>
                  <a:lnTo>
                    <a:pt x="25" y="63"/>
                  </a:lnTo>
                  <a:lnTo>
                    <a:pt x="28" y="63"/>
                  </a:lnTo>
                  <a:lnTo>
                    <a:pt x="31" y="64"/>
                  </a:lnTo>
                  <a:close/>
                </a:path>
              </a:pathLst>
            </a:custGeom>
            <a:solidFill>
              <a:srgbClr val="FF404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4" name="Freeform 142"/>
            <p:cNvSpPr/>
            <p:nvPr/>
          </p:nvSpPr>
          <p:spPr>
            <a:xfrm>
              <a:off x="2461" y="2070"/>
              <a:ext cx="689" cy="304"/>
            </a:xfrm>
            <a:custGeom>
              <a:avLst/>
              <a:gdLst/>
              <a:ahLst/>
              <a:cxnLst>
                <a:cxn ang="0">
                  <a:pos x="593" y="1"/>
                </a:cxn>
                <a:cxn ang="0">
                  <a:pos x="465" y="0"/>
                </a:cxn>
                <a:cxn ang="0">
                  <a:pos x="301" y="35"/>
                </a:cxn>
                <a:cxn ang="0">
                  <a:pos x="16" y="35"/>
                </a:cxn>
                <a:cxn ang="0">
                  <a:pos x="0" y="37"/>
                </a:cxn>
                <a:cxn ang="0">
                  <a:pos x="302" y="37"/>
                </a:cxn>
                <a:cxn ang="0">
                  <a:pos x="320" y="35"/>
                </a:cxn>
                <a:cxn ang="0">
                  <a:pos x="477" y="2"/>
                </a:cxn>
                <a:cxn ang="0">
                  <a:pos x="588" y="2"/>
                </a:cxn>
                <a:cxn ang="0">
                  <a:pos x="593" y="1"/>
                </a:cxn>
                <a:cxn ang="0">
                  <a:pos x="593" y="1"/>
                </a:cxn>
              </a:cxnLst>
              <a:rect l="0" t="0" r="0" b="0"/>
              <a:pathLst>
                <a:path w="710" h="465">
                  <a:moveTo>
                    <a:pt x="710" y="2"/>
                  </a:moveTo>
                  <a:lnTo>
                    <a:pt x="558" y="0"/>
                  </a:lnTo>
                  <a:lnTo>
                    <a:pt x="360" y="446"/>
                  </a:lnTo>
                  <a:lnTo>
                    <a:pt x="18" y="445"/>
                  </a:lnTo>
                  <a:lnTo>
                    <a:pt x="0" y="465"/>
                  </a:lnTo>
                  <a:lnTo>
                    <a:pt x="361" y="465"/>
                  </a:lnTo>
                  <a:lnTo>
                    <a:pt x="383" y="456"/>
                  </a:lnTo>
                  <a:lnTo>
                    <a:pt x="571" y="24"/>
                  </a:lnTo>
                  <a:lnTo>
                    <a:pt x="704" y="27"/>
                  </a:lnTo>
                  <a:lnTo>
                    <a:pt x="71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5" name="Freeform 143"/>
            <p:cNvSpPr/>
            <p:nvPr/>
          </p:nvSpPr>
          <p:spPr>
            <a:xfrm>
              <a:off x="2376" y="2075"/>
              <a:ext cx="571" cy="299"/>
            </a:xfrm>
            <a:custGeom>
              <a:avLst/>
              <a:gdLst/>
              <a:ahLst/>
              <a:cxnLst>
                <a:cxn ang="0">
                  <a:pos x="571" y="1"/>
                </a:cxn>
                <a:cxn ang="0">
                  <a:pos x="0" y="0"/>
                </a:cxn>
                <a:cxn ang="0">
                  <a:pos x="85" y="299"/>
                </a:cxn>
                <a:cxn ang="0">
                  <a:pos x="102" y="296"/>
                </a:cxn>
                <a:cxn ang="0">
                  <a:pos x="103" y="279"/>
                </a:cxn>
                <a:cxn ang="0">
                  <a:pos x="31" y="22"/>
                </a:cxn>
                <a:cxn ang="0">
                  <a:pos x="561" y="23"/>
                </a:cxn>
                <a:cxn ang="0">
                  <a:pos x="571" y="1"/>
                </a:cxn>
                <a:cxn ang="0">
                  <a:pos x="571" y="1"/>
                </a:cxn>
              </a:cxnLst>
              <a:rect l="0" t="0" r="0" b="0"/>
              <a:pathLst>
                <a:path w="571" h="299">
                  <a:moveTo>
                    <a:pt x="571" y="1"/>
                  </a:moveTo>
                  <a:lnTo>
                    <a:pt x="0" y="0"/>
                  </a:lnTo>
                  <a:lnTo>
                    <a:pt x="85" y="299"/>
                  </a:lnTo>
                  <a:lnTo>
                    <a:pt x="102" y="296"/>
                  </a:lnTo>
                  <a:lnTo>
                    <a:pt x="103" y="279"/>
                  </a:lnTo>
                  <a:lnTo>
                    <a:pt x="31" y="22"/>
                  </a:lnTo>
                  <a:lnTo>
                    <a:pt x="561" y="23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6" name="Freeform 144"/>
            <p:cNvSpPr/>
            <p:nvPr/>
          </p:nvSpPr>
          <p:spPr>
            <a:xfrm>
              <a:off x="2470" y="2354"/>
              <a:ext cx="374" cy="133"/>
            </a:xfrm>
            <a:custGeom>
              <a:avLst/>
              <a:gdLst/>
              <a:ahLst/>
              <a:cxnLst>
                <a:cxn ang="0">
                  <a:pos x="352" y="20"/>
                </a:cxn>
                <a:cxn ang="0">
                  <a:pos x="347" y="112"/>
                </a:cxn>
                <a:cxn ang="0">
                  <a:pos x="1" y="109"/>
                </a:cxn>
                <a:cxn ang="0">
                  <a:pos x="0" y="131"/>
                </a:cxn>
                <a:cxn ang="0">
                  <a:pos x="368" y="133"/>
                </a:cxn>
                <a:cxn ang="0">
                  <a:pos x="374" y="0"/>
                </a:cxn>
                <a:cxn ang="0">
                  <a:pos x="352" y="20"/>
                </a:cxn>
                <a:cxn ang="0">
                  <a:pos x="352" y="20"/>
                </a:cxn>
              </a:cxnLst>
              <a:rect l="0" t="0" r="0" b="0"/>
              <a:pathLst>
                <a:path w="374" h="133">
                  <a:moveTo>
                    <a:pt x="352" y="20"/>
                  </a:moveTo>
                  <a:lnTo>
                    <a:pt x="347" y="112"/>
                  </a:lnTo>
                  <a:lnTo>
                    <a:pt x="1" y="109"/>
                  </a:lnTo>
                  <a:lnTo>
                    <a:pt x="0" y="131"/>
                  </a:lnTo>
                  <a:lnTo>
                    <a:pt x="368" y="133"/>
                  </a:lnTo>
                  <a:lnTo>
                    <a:pt x="374" y="0"/>
                  </a:lnTo>
                  <a:lnTo>
                    <a:pt x="352" y="2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7" name="Freeform 145"/>
            <p:cNvSpPr/>
            <p:nvPr/>
          </p:nvSpPr>
          <p:spPr>
            <a:xfrm>
              <a:off x="2468" y="2472"/>
              <a:ext cx="85" cy="85"/>
            </a:xfrm>
            <a:custGeom>
              <a:avLst/>
              <a:gdLst/>
              <a:ahLst/>
              <a:cxnLst>
                <a:cxn ang="0">
                  <a:pos x="46" y="61"/>
                </a:cxn>
                <a:cxn ang="0">
                  <a:pos x="53" y="58"/>
                </a:cxn>
                <a:cxn ang="0">
                  <a:pos x="59" y="53"/>
                </a:cxn>
                <a:cxn ang="0">
                  <a:pos x="61" y="46"/>
                </a:cxn>
                <a:cxn ang="0">
                  <a:pos x="61" y="38"/>
                </a:cxn>
                <a:cxn ang="0">
                  <a:pos x="59" y="31"/>
                </a:cxn>
                <a:cxn ang="0">
                  <a:pos x="53" y="26"/>
                </a:cxn>
                <a:cxn ang="0">
                  <a:pos x="46" y="24"/>
                </a:cxn>
                <a:cxn ang="0">
                  <a:pos x="39" y="24"/>
                </a:cxn>
                <a:cxn ang="0">
                  <a:pos x="31" y="26"/>
                </a:cxn>
                <a:cxn ang="0">
                  <a:pos x="26" y="31"/>
                </a:cxn>
                <a:cxn ang="0">
                  <a:pos x="23" y="38"/>
                </a:cxn>
                <a:cxn ang="0">
                  <a:pos x="23" y="45"/>
                </a:cxn>
                <a:cxn ang="0">
                  <a:pos x="25" y="52"/>
                </a:cxn>
                <a:cxn ang="0">
                  <a:pos x="30" y="57"/>
                </a:cxn>
                <a:cxn ang="0">
                  <a:pos x="36" y="60"/>
                </a:cxn>
                <a:cxn ang="0">
                  <a:pos x="39" y="64"/>
                </a:cxn>
                <a:cxn ang="0">
                  <a:pos x="38" y="69"/>
                </a:cxn>
                <a:cxn ang="0">
                  <a:pos x="38" y="76"/>
                </a:cxn>
                <a:cxn ang="0">
                  <a:pos x="37" y="81"/>
                </a:cxn>
                <a:cxn ang="0">
                  <a:pos x="33" y="83"/>
                </a:cxn>
                <a:cxn ang="0">
                  <a:pos x="25" y="81"/>
                </a:cxn>
                <a:cxn ang="0">
                  <a:pos x="19" y="78"/>
                </a:cxn>
                <a:cxn ang="0">
                  <a:pos x="13" y="73"/>
                </a:cxn>
                <a:cxn ang="0">
                  <a:pos x="8" y="67"/>
                </a:cxn>
                <a:cxn ang="0">
                  <a:pos x="4" y="61"/>
                </a:cxn>
                <a:cxn ang="0">
                  <a:pos x="2" y="54"/>
                </a:cxn>
                <a:cxn ang="0">
                  <a:pos x="0" y="46"/>
                </a:cxn>
                <a:cxn ang="0">
                  <a:pos x="0" y="40"/>
                </a:cxn>
                <a:cxn ang="0">
                  <a:pos x="0" y="36"/>
                </a:cxn>
                <a:cxn ang="0">
                  <a:pos x="2" y="29"/>
                </a:cxn>
                <a:cxn ang="0">
                  <a:pos x="4" y="22"/>
                </a:cxn>
                <a:cxn ang="0">
                  <a:pos x="9" y="15"/>
                </a:cxn>
                <a:cxn ang="0">
                  <a:pos x="15" y="9"/>
                </a:cxn>
                <a:cxn ang="0">
                  <a:pos x="22" y="4"/>
                </a:cxn>
                <a:cxn ang="0">
                  <a:pos x="30" y="2"/>
                </a:cxn>
                <a:cxn ang="0">
                  <a:pos x="36" y="0"/>
                </a:cxn>
                <a:cxn ang="0">
                  <a:pos x="40" y="0"/>
                </a:cxn>
                <a:cxn ang="0">
                  <a:pos x="47" y="0"/>
                </a:cxn>
                <a:cxn ang="0">
                  <a:pos x="55" y="2"/>
                </a:cxn>
                <a:cxn ang="0">
                  <a:pos x="62" y="4"/>
                </a:cxn>
                <a:cxn ang="0">
                  <a:pos x="69" y="9"/>
                </a:cxn>
                <a:cxn ang="0">
                  <a:pos x="75" y="15"/>
                </a:cxn>
                <a:cxn ang="0">
                  <a:pos x="79" y="22"/>
                </a:cxn>
                <a:cxn ang="0">
                  <a:pos x="83" y="29"/>
                </a:cxn>
                <a:cxn ang="0">
                  <a:pos x="84" y="36"/>
                </a:cxn>
                <a:cxn ang="0">
                  <a:pos x="85" y="40"/>
                </a:cxn>
                <a:cxn ang="0">
                  <a:pos x="85" y="46"/>
                </a:cxn>
                <a:cxn ang="0">
                  <a:pos x="83" y="55"/>
                </a:cxn>
                <a:cxn ang="0">
                  <a:pos x="79" y="63"/>
                </a:cxn>
                <a:cxn ang="0">
                  <a:pos x="75" y="69"/>
                </a:cxn>
                <a:cxn ang="0">
                  <a:pos x="69" y="75"/>
                </a:cxn>
                <a:cxn ang="0">
                  <a:pos x="62" y="80"/>
                </a:cxn>
                <a:cxn ang="0">
                  <a:pos x="55" y="82"/>
                </a:cxn>
                <a:cxn ang="0">
                  <a:pos x="47" y="84"/>
                </a:cxn>
                <a:cxn ang="0">
                  <a:pos x="41" y="85"/>
                </a:cxn>
                <a:cxn ang="0">
                  <a:pos x="40" y="82"/>
                </a:cxn>
                <a:cxn ang="0">
                  <a:pos x="40" y="76"/>
                </a:cxn>
                <a:cxn ang="0">
                  <a:pos x="41" y="69"/>
                </a:cxn>
                <a:cxn ang="0">
                  <a:pos x="41" y="64"/>
                </a:cxn>
                <a:cxn ang="0">
                  <a:pos x="42" y="62"/>
                </a:cxn>
                <a:cxn ang="0">
                  <a:pos x="42" y="62"/>
                </a:cxn>
              </a:cxnLst>
              <a:rect l="0" t="0" r="0" b="0"/>
              <a:pathLst>
                <a:path w="85" h="85">
                  <a:moveTo>
                    <a:pt x="42" y="62"/>
                  </a:moveTo>
                  <a:lnTo>
                    <a:pt x="46" y="61"/>
                  </a:lnTo>
                  <a:lnTo>
                    <a:pt x="50" y="60"/>
                  </a:lnTo>
                  <a:lnTo>
                    <a:pt x="53" y="58"/>
                  </a:lnTo>
                  <a:lnTo>
                    <a:pt x="57" y="56"/>
                  </a:lnTo>
                  <a:lnTo>
                    <a:pt x="59" y="53"/>
                  </a:lnTo>
                  <a:lnTo>
                    <a:pt x="60" y="50"/>
                  </a:lnTo>
                  <a:lnTo>
                    <a:pt x="61" y="46"/>
                  </a:lnTo>
                  <a:lnTo>
                    <a:pt x="62" y="43"/>
                  </a:lnTo>
                  <a:lnTo>
                    <a:pt x="61" y="38"/>
                  </a:lnTo>
                  <a:lnTo>
                    <a:pt x="60" y="34"/>
                  </a:lnTo>
                  <a:lnTo>
                    <a:pt x="59" y="31"/>
                  </a:lnTo>
                  <a:lnTo>
                    <a:pt x="57" y="28"/>
                  </a:lnTo>
                  <a:lnTo>
                    <a:pt x="53" y="26"/>
                  </a:lnTo>
                  <a:lnTo>
                    <a:pt x="50" y="25"/>
                  </a:lnTo>
                  <a:lnTo>
                    <a:pt x="46" y="24"/>
                  </a:lnTo>
                  <a:lnTo>
                    <a:pt x="42" y="24"/>
                  </a:lnTo>
                  <a:lnTo>
                    <a:pt x="39" y="24"/>
                  </a:lnTo>
                  <a:lnTo>
                    <a:pt x="35" y="25"/>
                  </a:lnTo>
                  <a:lnTo>
                    <a:pt x="31" y="26"/>
                  </a:lnTo>
                  <a:lnTo>
                    <a:pt x="29" y="28"/>
                  </a:lnTo>
                  <a:lnTo>
                    <a:pt x="26" y="31"/>
                  </a:lnTo>
                  <a:lnTo>
                    <a:pt x="25" y="34"/>
                  </a:lnTo>
                  <a:lnTo>
                    <a:pt x="23" y="38"/>
                  </a:lnTo>
                  <a:lnTo>
                    <a:pt x="23" y="43"/>
                  </a:lnTo>
                  <a:lnTo>
                    <a:pt x="23" y="45"/>
                  </a:lnTo>
                  <a:lnTo>
                    <a:pt x="24" y="49"/>
                  </a:lnTo>
                  <a:lnTo>
                    <a:pt x="25" y="52"/>
                  </a:lnTo>
                  <a:lnTo>
                    <a:pt x="28" y="55"/>
                  </a:lnTo>
                  <a:lnTo>
                    <a:pt x="30" y="57"/>
                  </a:lnTo>
                  <a:lnTo>
                    <a:pt x="33" y="59"/>
                  </a:lnTo>
                  <a:lnTo>
                    <a:pt x="36" y="60"/>
                  </a:lnTo>
                  <a:lnTo>
                    <a:pt x="40" y="62"/>
                  </a:lnTo>
                  <a:lnTo>
                    <a:pt x="39" y="64"/>
                  </a:lnTo>
                  <a:lnTo>
                    <a:pt x="39" y="67"/>
                  </a:lnTo>
                  <a:lnTo>
                    <a:pt x="38" y="69"/>
                  </a:lnTo>
                  <a:lnTo>
                    <a:pt x="38" y="73"/>
                  </a:lnTo>
                  <a:lnTo>
                    <a:pt x="38" y="76"/>
                  </a:lnTo>
                  <a:lnTo>
                    <a:pt x="38" y="79"/>
                  </a:lnTo>
                  <a:lnTo>
                    <a:pt x="37" y="81"/>
                  </a:lnTo>
                  <a:lnTo>
                    <a:pt x="37" y="84"/>
                  </a:lnTo>
                  <a:lnTo>
                    <a:pt x="33" y="83"/>
                  </a:lnTo>
                  <a:lnTo>
                    <a:pt x="29" y="82"/>
                  </a:lnTo>
                  <a:lnTo>
                    <a:pt x="25" y="81"/>
                  </a:lnTo>
                  <a:lnTo>
                    <a:pt x="22" y="80"/>
                  </a:lnTo>
                  <a:lnTo>
                    <a:pt x="19" y="78"/>
                  </a:lnTo>
                  <a:lnTo>
                    <a:pt x="16" y="76"/>
                  </a:lnTo>
                  <a:lnTo>
                    <a:pt x="13" y="73"/>
                  </a:lnTo>
                  <a:lnTo>
                    <a:pt x="11" y="71"/>
                  </a:lnTo>
                  <a:lnTo>
                    <a:pt x="8" y="67"/>
                  </a:lnTo>
                  <a:lnTo>
                    <a:pt x="6" y="64"/>
                  </a:lnTo>
                  <a:lnTo>
                    <a:pt x="4" y="61"/>
                  </a:lnTo>
                  <a:lnTo>
                    <a:pt x="2" y="58"/>
                  </a:lnTo>
                  <a:lnTo>
                    <a:pt x="2" y="54"/>
                  </a:lnTo>
                  <a:lnTo>
                    <a:pt x="1" y="50"/>
                  </a:lnTo>
                  <a:lnTo>
                    <a:pt x="0" y="46"/>
                  </a:lnTo>
                  <a:lnTo>
                    <a:pt x="0" y="43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1" y="34"/>
                  </a:lnTo>
                  <a:lnTo>
                    <a:pt x="2" y="29"/>
                  </a:lnTo>
                  <a:lnTo>
                    <a:pt x="3" y="25"/>
                  </a:lnTo>
                  <a:lnTo>
                    <a:pt x="4" y="22"/>
                  </a:lnTo>
                  <a:lnTo>
                    <a:pt x="7" y="18"/>
                  </a:lnTo>
                  <a:lnTo>
                    <a:pt x="9" y="15"/>
                  </a:lnTo>
                  <a:lnTo>
                    <a:pt x="12" y="12"/>
                  </a:lnTo>
                  <a:lnTo>
                    <a:pt x="15" y="9"/>
                  </a:lnTo>
                  <a:lnTo>
                    <a:pt x="19" y="7"/>
                  </a:lnTo>
                  <a:lnTo>
                    <a:pt x="22" y="4"/>
                  </a:lnTo>
                  <a:lnTo>
                    <a:pt x="26" y="3"/>
                  </a:lnTo>
                  <a:lnTo>
                    <a:pt x="30" y="2"/>
                  </a:lnTo>
                  <a:lnTo>
                    <a:pt x="34" y="1"/>
                  </a:lnTo>
                  <a:lnTo>
                    <a:pt x="36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7" y="0"/>
                  </a:lnTo>
                  <a:lnTo>
                    <a:pt x="51" y="1"/>
                  </a:lnTo>
                  <a:lnTo>
                    <a:pt x="55" y="2"/>
                  </a:lnTo>
                  <a:lnTo>
                    <a:pt x="59" y="3"/>
                  </a:lnTo>
                  <a:lnTo>
                    <a:pt x="62" y="4"/>
                  </a:lnTo>
                  <a:lnTo>
                    <a:pt x="66" y="7"/>
                  </a:lnTo>
                  <a:lnTo>
                    <a:pt x="69" y="9"/>
                  </a:lnTo>
                  <a:lnTo>
                    <a:pt x="73" y="12"/>
                  </a:lnTo>
                  <a:lnTo>
                    <a:pt x="75" y="15"/>
                  </a:lnTo>
                  <a:lnTo>
                    <a:pt x="77" y="18"/>
                  </a:lnTo>
                  <a:lnTo>
                    <a:pt x="79" y="22"/>
                  </a:lnTo>
                  <a:lnTo>
                    <a:pt x="82" y="25"/>
                  </a:lnTo>
                  <a:lnTo>
                    <a:pt x="83" y="29"/>
                  </a:lnTo>
                  <a:lnTo>
                    <a:pt x="84" y="34"/>
                  </a:lnTo>
                  <a:lnTo>
                    <a:pt x="84" y="36"/>
                  </a:lnTo>
                  <a:lnTo>
                    <a:pt x="85" y="38"/>
                  </a:lnTo>
                  <a:lnTo>
                    <a:pt x="85" y="40"/>
                  </a:lnTo>
                  <a:lnTo>
                    <a:pt x="85" y="43"/>
                  </a:lnTo>
                  <a:lnTo>
                    <a:pt x="85" y="46"/>
                  </a:lnTo>
                  <a:lnTo>
                    <a:pt x="84" y="50"/>
                  </a:lnTo>
                  <a:lnTo>
                    <a:pt x="83" y="55"/>
                  </a:lnTo>
                  <a:lnTo>
                    <a:pt x="82" y="59"/>
                  </a:lnTo>
                  <a:lnTo>
                    <a:pt x="79" y="63"/>
                  </a:lnTo>
                  <a:lnTo>
                    <a:pt x="77" y="65"/>
                  </a:lnTo>
                  <a:lnTo>
                    <a:pt x="75" y="69"/>
                  </a:lnTo>
                  <a:lnTo>
                    <a:pt x="73" y="72"/>
                  </a:lnTo>
                  <a:lnTo>
                    <a:pt x="69" y="75"/>
                  </a:lnTo>
                  <a:lnTo>
                    <a:pt x="66" y="77"/>
                  </a:lnTo>
                  <a:lnTo>
                    <a:pt x="62" y="80"/>
                  </a:lnTo>
                  <a:lnTo>
                    <a:pt x="59" y="81"/>
                  </a:lnTo>
                  <a:lnTo>
                    <a:pt x="55" y="82"/>
                  </a:lnTo>
                  <a:lnTo>
                    <a:pt x="51" y="84"/>
                  </a:lnTo>
                  <a:lnTo>
                    <a:pt x="47" y="84"/>
                  </a:lnTo>
                  <a:lnTo>
                    <a:pt x="42" y="85"/>
                  </a:lnTo>
                  <a:lnTo>
                    <a:pt x="41" y="85"/>
                  </a:lnTo>
                  <a:lnTo>
                    <a:pt x="40" y="85"/>
                  </a:lnTo>
                  <a:lnTo>
                    <a:pt x="40" y="82"/>
                  </a:lnTo>
                  <a:lnTo>
                    <a:pt x="40" y="79"/>
                  </a:lnTo>
                  <a:lnTo>
                    <a:pt x="40" y="76"/>
                  </a:lnTo>
                  <a:lnTo>
                    <a:pt x="41" y="73"/>
                  </a:lnTo>
                  <a:lnTo>
                    <a:pt x="41" y="69"/>
                  </a:lnTo>
                  <a:lnTo>
                    <a:pt x="41" y="67"/>
                  </a:lnTo>
                  <a:lnTo>
                    <a:pt x="41" y="64"/>
                  </a:lnTo>
                  <a:lnTo>
                    <a:pt x="42" y="6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8" name="Freeform 146"/>
            <p:cNvSpPr/>
            <p:nvPr/>
          </p:nvSpPr>
          <p:spPr>
            <a:xfrm>
              <a:off x="2504" y="2534"/>
              <a:ext cx="9" cy="23"/>
            </a:xfrm>
            <a:custGeom>
              <a:avLst/>
              <a:gdLst/>
              <a:ahLst/>
              <a:cxnLst>
                <a:cxn ang="0">
                  <a:pos x="0" y="21"/>
                </a:cxn>
                <a:cxn ang="0">
                  <a:pos x="1" y="22"/>
                </a:cxn>
                <a:cxn ang="0">
                  <a:pos x="4" y="23"/>
                </a:cxn>
                <a:cxn ang="0">
                  <a:pos x="9" y="19"/>
                </a:cxn>
                <a:cxn ang="0">
                  <a:pos x="6" y="0"/>
                </a:cxn>
                <a:cxn ang="0">
                  <a:pos x="3" y="0"/>
                </a:cxn>
                <a:cxn ang="0">
                  <a:pos x="0" y="21"/>
                </a:cxn>
                <a:cxn ang="0">
                  <a:pos x="0" y="21"/>
                </a:cxn>
              </a:cxnLst>
              <a:rect l="0" t="0" r="0" b="0"/>
              <a:pathLst>
                <a:path w="9" h="23">
                  <a:moveTo>
                    <a:pt x="0" y="21"/>
                  </a:moveTo>
                  <a:lnTo>
                    <a:pt x="1" y="22"/>
                  </a:lnTo>
                  <a:lnTo>
                    <a:pt x="4" y="23"/>
                  </a:lnTo>
                  <a:lnTo>
                    <a:pt x="9" y="19"/>
                  </a:lnTo>
                  <a:lnTo>
                    <a:pt x="6" y="0"/>
                  </a:lnTo>
                  <a:lnTo>
                    <a:pt x="3" y="0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9" name="Freeform 147"/>
            <p:cNvSpPr/>
            <p:nvPr/>
          </p:nvSpPr>
          <p:spPr>
            <a:xfrm>
              <a:off x="2764" y="2472"/>
              <a:ext cx="84" cy="85"/>
            </a:xfrm>
            <a:custGeom>
              <a:avLst/>
              <a:gdLst/>
              <a:ahLst/>
              <a:cxnLst>
                <a:cxn ang="0">
                  <a:pos x="45" y="62"/>
                </a:cxn>
                <a:cxn ang="0">
                  <a:pos x="53" y="59"/>
                </a:cxn>
                <a:cxn ang="0">
                  <a:pos x="58" y="53"/>
                </a:cxn>
                <a:cxn ang="0">
                  <a:pos x="62" y="46"/>
                </a:cxn>
                <a:cxn ang="0">
                  <a:pos x="62" y="38"/>
                </a:cxn>
                <a:cxn ang="0">
                  <a:pos x="58" y="31"/>
                </a:cxn>
                <a:cxn ang="0">
                  <a:pos x="53" y="26"/>
                </a:cxn>
                <a:cxn ang="0">
                  <a:pos x="45" y="24"/>
                </a:cxn>
                <a:cxn ang="0">
                  <a:pos x="38" y="24"/>
                </a:cxn>
                <a:cxn ang="0">
                  <a:pos x="31" y="26"/>
                </a:cxn>
                <a:cxn ang="0">
                  <a:pos x="25" y="31"/>
                </a:cxn>
                <a:cxn ang="0">
                  <a:pos x="24" y="38"/>
                </a:cxn>
                <a:cxn ang="0">
                  <a:pos x="24" y="45"/>
                </a:cxn>
                <a:cxn ang="0">
                  <a:pos x="25" y="52"/>
                </a:cxn>
                <a:cxn ang="0">
                  <a:pos x="29" y="57"/>
                </a:cxn>
                <a:cxn ang="0">
                  <a:pos x="35" y="61"/>
                </a:cxn>
                <a:cxn ang="0">
                  <a:pos x="38" y="64"/>
                </a:cxn>
                <a:cxn ang="0">
                  <a:pos x="38" y="69"/>
                </a:cxn>
                <a:cxn ang="0">
                  <a:pos x="38" y="76"/>
                </a:cxn>
                <a:cxn ang="0">
                  <a:pos x="38" y="82"/>
                </a:cxn>
                <a:cxn ang="0">
                  <a:pos x="33" y="84"/>
                </a:cxn>
                <a:cxn ang="0">
                  <a:pos x="25" y="81"/>
                </a:cxn>
                <a:cxn ang="0">
                  <a:pos x="19" y="78"/>
                </a:cxn>
                <a:cxn ang="0">
                  <a:pos x="13" y="73"/>
                </a:cxn>
                <a:cxn ang="0">
                  <a:pos x="7" y="67"/>
                </a:cxn>
                <a:cxn ang="0">
                  <a:pos x="4" y="61"/>
                </a:cxn>
                <a:cxn ang="0">
                  <a:pos x="1" y="54"/>
                </a:cxn>
                <a:cxn ang="0">
                  <a:pos x="0" y="46"/>
                </a:cxn>
                <a:cxn ang="0">
                  <a:pos x="0" y="40"/>
                </a:cxn>
                <a:cxn ang="0">
                  <a:pos x="0" y="36"/>
                </a:cxn>
                <a:cxn ang="0">
                  <a:pos x="1" y="29"/>
                </a:cxn>
                <a:cxn ang="0">
                  <a:pos x="4" y="22"/>
                </a:cxn>
                <a:cxn ang="0">
                  <a:pos x="8" y="15"/>
                </a:cxn>
                <a:cxn ang="0">
                  <a:pos x="14" y="9"/>
                </a:cxn>
                <a:cxn ang="0">
                  <a:pos x="22" y="4"/>
                </a:cxn>
                <a:cxn ang="0">
                  <a:pos x="28" y="2"/>
                </a:cxn>
                <a:cxn ang="0">
                  <a:pos x="35" y="0"/>
                </a:cxn>
                <a:cxn ang="0">
                  <a:pos x="40" y="0"/>
                </a:cxn>
                <a:cxn ang="0">
                  <a:pos x="46" y="0"/>
                </a:cxn>
                <a:cxn ang="0">
                  <a:pos x="54" y="2"/>
                </a:cxn>
                <a:cxn ang="0">
                  <a:pos x="62" y="4"/>
                </a:cxn>
                <a:cxn ang="0">
                  <a:pos x="68" y="9"/>
                </a:cxn>
                <a:cxn ang="0">
                  <a:pos x="74" y="15"/>
                </a:cxn>
                <a:cxn ang="0">
                  <a:pos x="79" y="22"/>
                </a:cxn>
                <a:cxn ang="0">
                  <a:pos x="82" y="29"/>
                </a:cxn>
                <a:cxn ang="0">
                  <a:pos x="83" y="36"/>
                </a:cxn>
                <a:cxn ang="0">
                  <a:pos x="84" y="40"/>
                </a:cxn>
                <a:cxn ang="0">
                  <a:pos x="84" y="46"/>
                </a:cxn>
                <a:cxn ang="0">
                  <a:pos x="82" y="55"/>
                </a:cxn>
                <a:cxn ang="0">
                  <a:pos x="79" y="63"/>
                </a:cxn>
                <a:cxn ang="0">
                  <a:pos x="74" y="69"/>
                </a:cxn>
                <a:cxn ang="0">
                  <a:pos x="68" y="75"/>
                </a:cxn>
                <a:cxn ang="0">
                  <a:pos x="62" y="80"/>
                </a:cxn>
                <a:cxn ang="0">
                  <a:pos x="54" y="82"/>
                </a:cxn>
                <a:cxn ang="0">
                  <a:pos x="46" y="84"/>
                </a:cxn>
                <a:cxn ang="0">
                  <a:pos x="41" y="85"/>
                </a:cxn>
                <a:cxn ang="0">
                  <a:pos x="41" y="82"/>
                </a:cxn>
                <a:cxn ang="0">
                  <a:pos x="41" y="76"/>
                </a:cxn>
                <a:cxn ang="0">
                  <a:pos x="41" y="69"/>
                </a:cxn>
                <a:cxn ang="0">
                  <a:pos x="41" y="64"/>
                </a:cxn>
                <a:cxn ang="0">
                  <a:pos x="42" y="63"/>
                </a:cxn>
                <a:cxn ang="0">
                  <a:pos x="43" y="63"/>
                </a:cxn>
              </a:cxnLst>
              <a:rect l="0" t="0" r="0" b="0"/>
              <a:pathLst>
                <a:path w="84" h="85">
                  <a:moveTo>
                    <a:pt x="43" y="63"/>
                  </a:moveTo>
                  <a:lnTo>
                    <a:pt x="45" y="62"/>
                  </a:lnTo>
                  <a:lnTo>
                    <a:pt x="50" y="61"/>
                  </a:lnTo>
                  <a:lnTo>
                    <a:pt x="53" y="59"/>
                  </a:lnTo>
                  <a:lnTo>
                    <a:pt x="56" y="57"/>
                  </a:lnTo>
                  <a:lnTo>
                    <a:pt x="58" y="53"/>
                  </a:lnTo>
                  <a:lnTo>
                    <a:pt x="61" y="50"/>
                  </a:lnTo>
                  <a:lnTo>
                    <a:pt x="62" y="46"/>
                  </a:lnTo>
                  <a:lnTo>
                    <a:pt x="62" y="43"/>
                  </a:lnTo>
                  <a:lnTo>
                    <a:pt x="62" y="38"/>
                  </a:lnTo>
                  <a:lnTo>
                    <a:pt x="61" y="34"/>
                  </a:lnTo>
                  <a:lnTo>
                    <a:pt x="58" y="31"/>
                  </a:lnTo>
                  <a:lnTo>
                    <a:pt x="56" y="28"/>
                  </a:lnTo>
                  <a:lnTo>
                    <a:pt x="53" y="26"/>
                  </a:lnTo>
                  <a:lnTo>
                    <a:pt x="50" y="25"/>
                  </a:lnTo>
                  <a:lnTo>
                    <a:pt x="45" y="24"/>
                  </a:lnTo>
                  <a:lnTo>
                    <a:pt x="43" y="24"/>
                  </a:lnTo>
                  <a:lnTo>
                    <a:pt x="38" y="24"/>
                  </a:lnTo>
                  <a:lnTo>
                    <a:pt x="35" y="25"/>
                  </a:lnTo>
                  <a:lnTo>
                    <a:pt x="31" y="26"/>
                  </a:lnTo>
                  <a:lnTo>
                    <a:pt x="28" y="28"/>
                  </a:lnTo>
                  <a:lnTo>
                    <a:pt x="25" y="31"/>
                  </a:lnTo>
                  <a:lnTo>
                    <a:pt x="24" y="34"/>
                  </a:lnTo>
                  <a:lnTo>
                    <a:pt x="24" y="38"/>
                  </a:lnTo>
                  <a:lnTo>
                    <a:pt x="24" y="43"/>
                  </a:lnTo>
                  <a:lnTo>
                    <a:pt x="24" y="45"/>
                  </a:lnTo>
                  <a:lnTo>
                    <a:pt x="24" y="49"/>
                  </a:lnTo>
                  <a:lnTo>
                    <a:pt x="25" y="52"/>
                  </a:lnTo>
                  <a:lnTo>
                    <a:pt x="27" y="55"/>
                  </a:lnTo>
                  <a:lnTo>
                    <a:pt x="29" y="57"/>
                  </a:lnTo>
                  <a:lnTo>
                    <a:pt x="32" y="60"/>
                  </a:lnTo>
                  <a:lnTo>
                    <a:pt x="35" y="61"/>
                  </a:lnTo>
                  <a:lnTo>
                    <a:pt x="39" y="62"/>
                  </a:lnTo>
                  <a:lnTo>
                    <a:pt x="38" y="64"/>
                  </a:lnTo>
                  <a:lnTo>
                    <a:pt x="38" y="67"/>
                  </a:lnTo>
                  <a:lnTo>
                    <a:pt x="38" y="69"/>
                  </a:lnTo>
                  <a:lnTo>
                    <a:pt x="38" y="73"/>
                  </a:lnTo>
                  <a:lnTo>
                    <a:pt x="38" y="76"/>
                  </a:lnTo>
                  <a:lnTo>
                    <a:pt x="38" y="79"/>
                  </a:lnTo>
                  <a:lnTo>
                    <a:pt x="38" y="82"/>
                  </a:lnTo>
                  <a:lnTo>
                    <a:pt x="38" y="85"/>
                  </a:lnTo>
                  <a:lnTo>
                    <a:pt x="33" y="84"/>
                  </a:lnTo>
                  <a:lnTo>
                    <a:pt x="29" y="83"/>
                  </a:lnTo>
                  <a:lnTo>
                    <a:pt x="25" y="81"/>
                  </a:lnTo>
                  <a:lnTo>
                    <a:pt x="23" y="80"/>
                  </a:lnTo>
                  <a:lnTo>
                    <a:pt x="19" y="78"/>
                  </a:lnTo>
                  <a:lnTo>
                    <a:pt x="16" y="76"/>
                  </a:lnTo>
                  <a:lnTo>
                    <a:pt x="13" y="73"/>
                  </a:lnTo>
                  <a:lnTo>
                    <a:pt x="10" y="71"/>
                  </a:lnTo>
                  <a:lnTo>
                    <a:pt x="7" y="67"/>
                  </a:lnTo>
                  <a:lnTo>
                    <a:pt x="6" y="64"/>
                  </a:lnTo>
                  <a:lnTo>
                    <a:pt x="4" y="61"/>
                  </a:lnTo>
                  <a:lnTo>
                    <a:pt x="3" y="58"/>
                  </a:lnTo>
                  <a:lnTo>
                    <a:pt x="1" y="54"/>
                  </a:lnTo>
                  <a:lnTo>
                    <a:pt x="0" y="50"/>
                  </a:lnTo>
                  <a:lnTo>
                    <a:pt x="0" y="46"/>
                  </a:lnTo>
                  <a:lnTo>
                    <a:pt x="0" y="43"/>
                  </a:lnTo>
                  <a:lnTo>
                    <a:pt x="0" y="40"/>
                  </a:lnTo>
                  <a:lnTo>
                    <a:pt x="0" y="38"/>
                  </a:lnTo>
                  <a:lnTo>
                    <a:pt x="0" y="36"/>
                  </a:lnTo>
                  <a:lnTo>
                    <a:pt x="1" y="34"/>
                  </a:lnTo>
                  <a:lnTo>
                    <a:pt x="1" y="29"/>
                  </a:lnTo>
                  <a:lnTo>
                    <a:pt x="3" y="25"/>
                  </a:lnTo>
                  <a:lnTo>
                    <a:pt x="4" y="22"/>
                  </a:lnTo>
                  <a:lnTo>
                    <a:pt x="6" y="18"/>
                  </a:lnTo>
                  <a:lnTo>
                    <a:pt x="8" y="15"/>
                  </a:lnTo>
                  <a:lnTo>
                    <a:pt x="12" y="12"/>
                  </a:lnTo>
                  <a:lnTo>
                    <a:pt x="14" y="9"/>
                  </a:lnTo>
                  <a:lnTo>
                    <a:pt x="18" y="7"/>
                  </a:lnTo>
                  <a:lnTo>
                    <a:pt x="22" y="4"/>
                  </a:lnTo>
                  <a:lnTo>
                    <a:pt x="25" y="3"/>
                  </a:lnTo>
                  <a:lnTo>
                    <a:pt x="28" y="2"/>
                  </a:lnTo>
                  <a:lnTo>
                    <a:pt x="33" y="1"/>
                  </a:lnTo>
                  <a:lnTo>
                    <a:pt x="35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3" y="0"/>
                  </a:lnTo>
                  <a:lnTo>
                    <a:pt x="46" y="0"/>
                  </a:lnTo>
                  <a:lnTo>
                    <a:pt x="50" y="1"/>
                  </a:lnTo>
                  <a:lnTo>
                    <a:pt x="54" y="2"/>
                  </a:lnTo>
                  <a:lnTo>
                    <a:pt x="58" y="3"/>
                  </a:lnTo>
                  <a:lnTo>
                    <a:pt x="62" y="4"/>
                  </a:lnTo>
                  <a:lnTo>
                    <a:pt x="65" y="7"/>
                  </a:lnTo>
                  <a:lnTo>
                    <a:pt x="68" y="9"/>
                  </a:lnTo>
                  <a:lnTo>
                    <a:pt x="72" y="12"/>
                  </a:lnTo>
                  <a:lnTo>
                    <a:pt x="74" y="15"/>
                  </a:lnTo>
                  <a:lnTo>
                    <a:pt x="77" y="18"/>
                  </a:lnTo>
                  <a:lnTo>
                    <a:pt x="79" y="22"/>
                  </a:lnTo>
                  <a:lnTo>
                    <a:pt x="80" y="25"/>
                  </a:lnTo>
                  <a:lnTo>
                    <a:pt x="82" y="29"/>
                  </a:lnTo>
                  <a:lnTo>
                    <a:pt x="83" y="34"/>
                  </a:lnTo>
                  <a:lnTo>
                    <a:pt x="83" y="36"/>
                  </a:lnTo>
                  <a:lnTo>
                    <a:pt x="84" y="38"/>
                  </a:lnTo>
                  <a:lnTo>
                    <a:pt x="84" y="40"/>
                  </a:lnTo>
                  <a:lnTo>
                    <a:pt x="84" y="43"/>
                  </a:lnTo>
                  <a:lnTo>
                    <a:pt x="84" y="46"/>
                  </a:lnTo>
                  <a:lnTo>
                    <a:pt x="83" y="50"/>
                  </a:lnTo>
                  <a:lnTo>
                    <a:pt x="82" y="55"/>
                  </a:lnTo>
                  <a:lnTo>
                    <a:pt x="80" y="59"/>
                  </a:lnTo>
                  <a:lnTo>
                    <a:pt x="79" y="63"/>
                  </a:lnTo>
                  <a:lnTo>
                    <a:pt x="77" y="65"/>
                  </a:lnTo>
                  <a:lnTo>
                    <a:pt x="74" y="69"/>
                  </a:lnTo>
                  <a:lnTo>
                    <a:pt x="72" y="72"/>
                  </a:lnTo>
                  <a:lnTo>
                    <a:pt x="68" y="75"/>
                  </a:lnTo>
                  <a:lnTo>
                    <a:pt x="65" y="77"/>
                  </a:lnTo>
                  <a:lnTo>
                    <a:pt x="62" y="80"/>
                  </a:lnTo>
                  <a:lnTo>
                    <a:pt x="58" y="81"/>
                  </a:lnTo>
                  <a:lnTo>
                    <a:pt x="54" y="82"/>
                  </a:lnTo>
                  <a:lnTo>
                    <a:pt x="50" y="84"/>
                  </a:lnTo>
                  <a:lnTo>
                    <a:pt x="46" y="84"/>
                  </a:lnTo>
                  <a:lnTo>
                    <a:pt x="43" y="85"/>
                  </a:lnTo>
                  <a:lnTo>
                    <a:pt x="41" y="85"/>
                  </a:lnTo>
                  <a:lnTo>
                    <a:pt x="41" y="82"/>
                  </a:lnTo>
                  <a:lnTo>
                    <a:pt x="41" y="79"/>
                  </a:lnTo>
                  <a:lnTo>
                    <a:pt x="41" y="76"/>
                  </a:lnTo>
                  <a:lnTo>
                    <a:pt x="41" y="73"/>
                  </a:lnTo>
                  <a:lnTo>
                    <a:pt x="41" y="69"/>
                  </a:lnTo>
                  <a:lnTo>
                    <a:pt x="41" y="67"/>
                  </a:lnTo>
                  <a:lnTo>
                    <a:pt x="41" y="64"/>
                  </a:lnTo>
                  <a:lnTo>
                    <a:pt x="42" y="62"/>
                  </a:lnTo>
                  <a:lnTo>
                    <a:pt x="42" y="63"/>
                  </a:lnTo>
                  <a:lnTo>
                    <a:pt x="43" y="6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0" name="Freeform 148"/>
            <p:cNvSpPr/>
            <p:nvPr/>
          </p:nvSpPr>
          <p:spPr>
            <a:xfrm>
              <a:off x="2799" y="2534"/>
              <a:ext cx="10" cy="23"/>
            </a:xfrm>
            <a:custGeom>
              <a:avLst/>
              <a:gdLst/>
              <a:ahLst/>
              <a:cxnLst>
                <a:cxn ang="0">
                  <a:pos x="0" y="21"/>
                </a:cxn>
                <a:cxn ang="0">
                  <a:pos x="3" y="23"/>
                </a:cxn>
                <a:cxn ang="0">
                  <a:pos x="6" y="23"/>
                </a:cxn>
                <a:cxn ang="0">
                  <a:pos x="10" y="19"/>
                </a:cxn>
                <a:cxn ang="0">
                  <a:pos x="7" y="0"/>
                </a:cxn>
                <a:cxn ang="0">
                  <a:pos x="4" y="0"/>
                </a:cxn>
                <a:cxn ang="0">
                  <a:pos x="0" y="21"/>
                </a:cxn>
                <a:cxn ang="0">
                  <a:pos x="0" y="21"/>
                </a:cxn>
              </a:cxnLst>
              <a:rect l="0" t="0" r="0" b="0"/>
              <a:pathLst>
                <a:path w="10" h="23">
                  <a:moveTo>
                    <a:pt x="0" y="21"/>
                  </a:moveTo>
                  <a:lnTo>
                    <a:pt x="3" y="23"/>
                  </a:lnTo>
                  <a:lnTo>
                    <a:pt x="6" y="23"/>
                  </a:lnTo>
                  <a:lnTo>
                    <a:pt x="10" y="19"/>
                  </a:lnTo>
                  <a:lnTo>
                    <a:pt x="7" y="0"/>
                  </a:lnTo>
                  <a:lnTo>
                    <a:pt x="4" y="0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8" name="矩形 517"/>
          <p:cNvSpPr/>
          <p:nvPr/>
        </p:nvSpPr>
        <p:spPr>
          <a:xfrm>
            <a:off x="5072063" y="1454150"/>
            <a:ext cx="2786063" cy="4603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" name="Group 153"/>
          <p:cNvGrpSpPr>
            <a:grpSpLocks noChangeAspect="1"/>
          </p:cNvGrpSpPr>
          <p:nvPr/>
        </p:nvGrpSpPr>
        <p:grpSpPr>
          <a:xfrm>
            <a:off x="4429125" y="428625"/>
            <a:ext cx="701675" cy="428625"/>
            <a:chOff x="315" y="225"/>
            <a:chExt cx="1218" cy="744"/>
          </a:xfrm>
        </p:grpSpPr>
        <p:sp>
          <p:nvSpPr>
            <p:cNvPr id="18473" name="AutoShape 152"/>
            <p:cNvSpPr>
              <a:spLocks noChangeAspect="1" noTextEdit="1"/>
            </p:cNvSpPr>
            <p:nvPr/>
          </p:nvSpPr>
          <p:spPr>
            <a:xfrm>
              <a:off x="315" y="225"/>
              <a:ext cx="1218" cy="74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pPr eaLnBrk="0" hangingPunct="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74" name="Freeform 154"/>
            <p:cNvSpPr/>
            <p:nvPr/>
          </p:nvSpPr>
          <p:spPr>
            <a:xfrm>
              <a:off x="643" y="641"/>
              <a:ext cx="277" cy="174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0" y="20"/>
                </a:cxn>
                <a:cxn ang="0">
                  <a:pos x="8" y="40"/>
                </a:cxn>
                <a:cxn ang="0">
                  <a:pos x="17" y="60"/>
                </a:cxn>
                <a:cxn ang="0">
                  <a:pos x="31" y="82"/>
                </a:cxn>
                <a:cxn ang="0">
                  <a:pos x="47" y="108"/>
                </a:cxn>
                <a:cxn ang="0">
                  <a:pos x="67" y="132"/>
                </a:cxn>
                <a:cxn ang="0">
                  <a:pos x="79" y="144"/>
                </a:cxn>
                <a:cxn ang="0">
                  <a:pos x="91" y="154"/>
                </a:cxn>
                <a:cxn ang="0">
                  <a:pos x="103" y="162"/>
                </a:cxn>
                <a:cxn ang="0">
                  <a:pos x="115" y="168"/>
                </a:cxn>
                <a:cxn ang="0">
                  <a:pos x="115" y="168"/>
                </a:cxn>
                <a:cxn ang="0">
                  <a:pos x="129" y="172"/>
                </a:cxn>
                <a:cxn ang="0">
                  <a:pos x="143" y="174"/>
                </a:cxn>
                <a:cxn ang="0">
                  <a:pos x="157" y="170"/>
                </a:cxn>
                <a:cxn ang="0">
                  <a:pos x="171" y="166"/>
                </a:cxn>
                <a:cxn ang="0">
                  <a:pos x="185" y="158"/>
                </a:cxn>
                <a:cxn ang="0">
                  <a:pos x="197" y="150"/>
                </a:cxn>
                <a:cxn ang="0">
                  <a:pos x="223" y="128"/>
                </a:cxn>
                <a:cxn ang="0">
                  <a:pos x="245" y="106"/>
                </a:cxn>
                <a:cxn ang="0">
                  <a:pos x="261" y="86"/>
                </a:cxn>
                <a:cxn ang="0">
                  <a:pos x="277" y="64"/>
                </a:cxn>
                <a:cxn ang="0">
                  <a:pos x="245" y="18"/>
                </a:cxn>
                <a:cxn ang="0">
                  <a:pos x="245" y="18"/>
                </a:cxn>
                <a:cxn ang="0">
                  <a:pos x="235" y="32"/>
                </a:cxn>
                <a:cxn ang="0">
                  <a:pos x="209" y="64"/>
                </a:cxn>
                <a:cxn ang="0">
                  <a:pos x="191" y="80"/>
                </a:cxn>
                <a:cxn ang="0">
                  <a:pos x="173" y="96"/>
                </a:cxn>
                <a:cxn ang="0">
                  <a:pos x="155" y="108"/>
                </a:cxn>
                <a:cxn ang="0">
                  <a:pos x="145" y="114"/>
                </a:cxn>
                <a:cxn ang="0">
                  <a:pos x="135" y="116"/>
                </a:cxn>
                <a:cxn ang="0">
                  <a:pos x="135" y="116"/>
                </a:cxn>
                <a:cxn ang="0">
                  <a:pos x="127" y="116"/>
                </a:cxn>
                <a:cxn ang="0">
                  <a:pos x="117" y="114"/>
                </a:cxn>
                <a:cxn ang="0">
                  <a:pos x="107" y="108"/>
                </a:cxn>
                <a:cxn ang="0">
                  <a:pos x="97" y="102"/>
                </a:cxn>
                <a:cxn ang="0">
                  <a:pos x="77" y="82"/>
                </a:cxn>
                <a:cxn ang="0">
                  <a:pos x="59" y="62"/>
                </a:cxn>
                <a:cxn ang="0">
                  <a:pos x="45" y="38"/>
                </a:cxn>
                <a:cxn ang="0">
                  <a:pos x="31" y="20"/>
                </a:cxn>
                <a:cxn ang="0">
                  <a:pos x="21" y="0"/>
                </a:cxn>
                <a:cxn ang="0">
                  <a:pos x="0" y="20"/>
                </a:cxn>
                <a:cxn ang="0">
                  <a:pos x="0" y="20"/>
                </a:cxn>
              </a:cxnLst>
              <a:rect l="0" t="0" r="0" b="0"/>
              <a:pathLst>
                <a:path w="277" h="174">
                  <a:moveTo>
                    <a:pt x="0" y="20"/>
                  </a:moveTo>
                  <a:lnTo>
                    <a:pt x="0" y="20"/>
                  </a:lnTo>
                  <a:lnTo>
                    <a:pt x="8" y="40"/>
                  </a:lnTo>
                  <a:lnTo>
                    <a:pt x="17" y="60"/>
                  </a:lnTo>
                  <a:lnTo>
                    <a:pt x="31" y="82"/>
                  </a:lnTo>
                  <a:lnTo>
                    <a:pt x="47" y="108"/>
                  </a:lnTo>
                  <a:lnTo>
                    <a:pt x="67" y="132"/>
                  </a:lnTo>
                  <a:lnTo>
                    <a:pt x="79" y="144"/>
                  </a:lnTo>
                  <a:lnTo>
                    <a:pt x="91" y="154"/>
                  </a:lnTo>
                  <a:lnTo>
                    <a:pt x="103" y="162"/>
                  </a:lnTo>
                  <a:lnTo>
                    <a:pt x="115" y="168"/>
                  </a:lnTo>
                  <a:lnTo>
                    <a:pt x="129" y="172"/>
                  </a:lnTo>
                  <a:lnTo>
                    <a:pt x="143" y="174"/>
                  </a:lnTo>
                  <a:lnTo>
                    <a:pt x="157" y="170"/>
                  </a:lnTo>
                  <a:lnTo>
                    <a:pt x="171" y="166"/>
                  </a:lnTo>
                  <a:lnTo>
                    <a:pt x="185" y="158"/>
                  </a:lnTo>
                  <a:lnTo>
                    <a:pt x="197" y="150"/>
                  </a:lnTo>
                  <a:lnTo>
                    <a:pt x="223" y="128"/>
                  </a:lnTo>
                  <a:lnTo>
                    <a:pt x="245" y="106"/>
                  </a:lnTo>
                  <a:lnTo>
                    <a:pt x="261" y="86"/>
                  </a:lnTo>
                  <a:lnTo>
                    <a:pt x="277" y="64"/>
                  </a:lnTo>
                  <a:lnTo>
                    <a:pt x="245" y="18"/>
                  </a:lnTo>
                  <a:lnTo>
                    <a:pt x="235" y="32"/>
                  </a:lnTo>
                  <a:lnTo>
                    <a:pt x="209" y="64"/>
                  </a:lnTo>
                  <a:lnTo>
                    <a:pt x="191" y="80"/>
                  </a:lnTo>
                  <a:lnTo>
                    <a:pt x="173" y="96"/>
                  </a:lnTo>
                  <a:lnTo>
                    <a:pt x="155" y="108"/>
                  </a:lnTo>
                  <a:lnTo>
                    <a:pt x="145" y="114"/>
                  </a:lnTo>
                  <a:lnTo>
                    <a:pt x="135" y="116"/>
                  </a:lnTo>
                  <a:lnTo>
                    <a:pt x="127" y="116"/>
                  </a:lnTo>
                  <a:lnTo>
                    <a:pt x="117" y="114"/>
                  </a:lnTo>
                  <a:lnTo>
                    <a:pt x="107" y="108"/>
                  </a:lnTo>
                  <a:lnTo>
                    <a:pt x="97" y="102"/>
                  </a:lnTo>
                  <a:lnTo>
                    <a:pt x="77" y="82"/>
                  </a:lnTo>
                  <a:lnTo>
                    <a:pt x="59" y="62"/>
                  </a:lnTo>
                  <a:lnTo>
                    <a:pt x="45" y="38"/>
                  </a:lnTo>
                  <a:lnTo>
                    <a:pt x="31" y="20"/>
                  </a:lnTo>
                  <a:lnTo>
                    <a:pt x="21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5" name="Freeform 155"/>
            <p:cNvSpPr/>
            <p:nvPr/>
          </p:nvSpPr>
          <p:spPr>
            <a:xfrm>
              <a:off x="315" y="317"/>
              <a:ext cx="238" cy="496"/>
            </a:xfrm>
            <a:custGeom>
              <a:avLst/>
              <a:gdLst/>
              <a:ahLst/>
              <a:cxnLst>
                <a:cxn ang="0">
                  <a:pos x="238" y="460"/>
                </a:cxn>
                <a:cxn ang="0">
                  <a:pos x="238" y="38"/>
                </a:cxn>
                <a:cxn ang="0">
                  <a:pos x="238" y="38"/>
                </a:cxn>
                <a:cxn ang="0">
                  <a:pos x="236" y="32"/>
                </a:cxn>
                <a:cxn ang="0">
                  <a:pos x="234" y="28"/>
                </a:cxn>
                <a:cxn ang="0">
                  <a:pos x="230" y="26"/>
                </a:cxn>
                <a:cxn ang="0">
                  <a:pos x="230" y="26"/>
                </a:cxn>
                <a:cxn ang="0">
                  <a:pos x="220" y="20"/>
                </a:cxn>
                <a:cxn ang="0">
                  <a:pos x="204" y="18"/>
                </a:cxn>
                <a:cxn ang="0">
                  <a:pos x="204" y="18"/>
                </a:cxn>
                <a:cxn ang="0">
                  <a:pos x="108" y="8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2" y="0"/>
                </a:cxn>
                <a:cxn ang="0">
                  <a:pos x="16" y="2"/>
                </a:cxn>
                <a:cxn ang="0">
                  <a:pos x="10" y="4"/>
                </a:cxn>
                <a:cxn ang="0">
                  <a:pos x="6" y="6"/>
                </a:cxn>
                <a:cxn ang="0">
                  <a:pos x="4" y="12"/>
                </a:cxn>
                <a:cxn ang="0">
                  <a:pos x="4" y="12"/>
                </a:cxn>
                <a:cxn ang="0">
                  <a:pos x="0" y="20"/>
                </a:cxn>
                <a:cxn ang="0">
                  <a:pos x="0" y="26"/>
                </a:cxn>
                <a:cxn ang="0">
                  <a:pos x="0" y="26"/>
                </a:cxn>
                <a:cxn ang="0">
                  <a:pos x="0" y="28"/>
                </a:cxn>
                <a:cxn ang="0">
                  <a:pos x="0" y="476"/>
                </a:cxn>
                <a:cxn ang="0">
                  <a:pos x="0" y="476"/>
                </a:cxn>
                <a:cxn ang="0">
                  <a:pos x="0" y="478"/>
                </a:cxn>
                <a:cxn ang="0">
                  <a:pos x="0" y="478"/>
                </a:cxn>
                <a:cxn ang="0">
                  <a:pos x="2" y="482"/>
                </a:cxn>
                <a:cxn ang="0">
                  <a:pos x="6" y="490"/>
                </a:cxn>
                <a:cxn ang="0">
                  <a:pos x="6" y="490"/>
                </a:cxn>
                <a:cxn ang="0">
                  <a:pos x="14" y="494"/>
                </a:cxn>
                <a:cxn ang="0">
                  <a:pos x="28" y="496"/>
                </a:cxn>
                <a:cxn ang="0">
                  <a:pos x="28" y="496"/>
                </a:cxn>
                <a:cxn ang="0">
                  <a:pos x="32" y="496"/>
                </a:cxn>
                <a:cxn ang="0">
                  <a:pos x="32" y="496"/>
                </a:cxn>
                <a:cxn ang="0">
                  <a:pos x="210" y="488"/>
                </a:cxn>
                <a:cxn ang="0">
                  <a:pos x="210" y="488"/>
                </a:cxn>
                <a:cxn ang="0">
                  <a:pos x="222" y="488"/>
                </a:cxn>
                <a:cxn ang="0">
                  <a:pos x="230" y="488"/>
                </a:cxn>
                <a:cxn ang="0">
                  <a:pos x="230" y="488"/>
                </a:cxn>
                <a:cxn ang="0">
                  <a:pos x="234" y="484"/>
                </a:cxn>
                <a:cxn ang="0">
                  <a:pos x="238" y="480"/>
                </a:cxn>
                <a:cxn ang="0">
                  <a:pos x="238" y="480"/>
                </a:cxn>
                <a:cxn ang="0">
                  <a:pos x="238" y="472"/>
                </a:cxn>
                <a:cxn ang="0">
                  <a:pos x="238" y="472"/>
                </a:cxn>
                <a:cxn ang="0">
                  <a:pos x="238" y="460"/>
                </a:cxn>
                <a:cxn ang="0">
                  <a:pos x="238" y="460"/>
                </a:cxn>
              </a:cxnLst>
              <a:rect l="0" t="0" r="0" b="0"/>
              <a:pathLst>
                <a:path w="238" h="496">
                  <a:moveTo>
                    <a:pt x="238" y="460"/>
                  </a:moveTo>
                  <a:lnTo>
                    <a:pt x="238" y="38"/>
                  </a:lnTo>
                  <a:lnTo>
                    <a:pt x="236" y="32"/>
                  </a:lnTo>
                  <a:lnTo>
                    <a:pt x="234" y="28"/>
                  </a:lnTo>
                  <a:lnTo>
                    <a:pt x="230" y="26"/>
                  </a:lnTo>
                  <a:lnTo>
                    <a:pt x="220" y="20"/>
                  </a:lnTo>
                  <a:lnTo>
                    <a:pt x="204" y="18"/>
                  </a:lnTo>
                  <a:lnTo>
                    <a:pt x="108" y="8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6" y="2"/>
                  </a:lnTo>
                  <a:lnTo>
                    <a:pt x="10" y="4"/>
                  </a:lnTo>
                  <a:lnTo>
                    <a:pt x="6" y="6"/>
                  </a:lnTo>
                  <a:lnTo>
                    <a:pt x="4" y="12"/>
                  </a:lnTo>
                  <a:lnTo>
                    <a:pt x="0" y="20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476"/>
                  </a:lnTo>
                  <a:lnTo>
                    <a:pt x="0" y="478"/>
                  </a:lnTo>
                  <a:lnTo>
                    <a:pt x="2" y="482"/>
                  </a:lnTo>
                  <a:lnTo>
                    <a:pt x="6" y="490"/>
                  </a:lnTo>
                  <a:lnTo>
                    <a:pt x="14" y="494"/>
                  </a:lnTo>
                  <a:lnTo>
                    <a:pt x="28" y="496"/>
                  </a:lnTo>
                  <a:lnTo>
                    <a:pt x="32" y="496"/>
                  </a:lnTo>
                  <a:lnTo>
                    <a:pt x="210" y="488"/>
                  </a:lnTo>
                  <a:lnTo>
                    <a:pt x="222" y="488"/>
                  </a:lnTo>
                  <a:lnTo>
                    <a:pt x="230" y="488"/>
                  </a:lnTo>
                  <a:lnTo>
                    <a:pt x="234" y="484"/>
                  </a:lnTo>
                  <a:lnTo>
                    <a:pt x="238" y="480"/>
                  </a:lnTo>
                  <a:lnTo>
                    <a:pt x="238" y="472"/>
                  </a:lnTo>
                  <a:lnTo>
                    <a:pt x="238" y="460"/>
                  </a:lnTo>
                  <a:close/>
                </a:path>
              </a:pathLst>
            </a:custGeom>
            <a:solidFill>
              <a:srgbClr val="19191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6" name="Freeform 156"/>
            <p:cNvSpPr/>
            <p:nvPr/>
          </p:nvSpPr>
          <p:spPr>
            <a:xfrm>
              <a:off x="327" y="323"/>
              <a:ext cx="214" cy="472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0" y="462"/>
                </a:cxn>
                <a:cxn ang="0">
                  <a:pos x="0" y="462"/>
                </a:cxn>
                <a:cxn ang="0">
                  <a:pos x="0" y="464"/>
                </a:cxn>
                <a:cxn ang="0">
                  <a:pos x="2" y="468"/>
                </a:cxn>
                <a:cxn ang="0">
                  <a:pos x="8" y="470"/>
                </a:cxn>
                <a:cxn ang="0">
                  <a:pos x="22" y="472"/>
                </a:cxn>
                <a:cxn ang="0">
                  <a:pos x="22" y="472"/>
                </a:cxn>
                <a:cxn ang="0">
                  <a:pos x="194" y="466"/>
                </a:cxn>
                <a:cxn ang="0">
                  <a:pos x="194" y="466"/>
                </a:cxn>
                <a:cxn ang="0">
                  <a:pos x="208" y="466"/>
                </a:cxn>
                <a:cxn ang="0">
                  <a:pos x="212" y="464"/>
                </a:cxn>
                <a:cxn ang="0">
                  <a:pos x="214" y="458"/>
                </a:cxn>
                <a:cxn ang="0">
                  <a:pos x="214" y="446"/>
                </a:cxn>
                <a:cxn ang="0">
                  <a:pos x="212" y="30"/>
                </a:cxn>
                <a:cxn ang="0">
                  <a:pos x="212" y="30"/>
                </a:cxn>
                <a:cxn ang="0">
                  <a:pos x="212" y="26"/>
                </a:cxn>
                <a:cxn ang="0">
                  <a:pos x="210" y="22"/>
                </a:cxn>
                <a:cxn ang="0">
                  <a:pos x="202" y="20"/>
                </a:cxn>
                <a:cxn ang="0">
                  <a:pos x="188" y="18"/>
                </a:cxn>
                <a:cxn ang="0">
                  <a:pos x="188" y="18"/>
                </a:cxn>
                <a:cxn ang="0">
                  <a:pos x="94" y="8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4" y="4"/>
                </a:cxn>
                <a:cxn ang="0">
                  <a:pos x="2" y="6"/>
                </a:cxn>
                <a:cxn ang="0">
                  <a:pos x="0" y="14"/>
                </a:cxn>
                <a:cxn ang="0">
                  <a:pos x="0" y="20"/>
                </a:cxn>
                <a:cxn ang="0">
                  <a:pos x="0" y="20"/>
                </a:cxn>
              </a:cxnLst>
              <a:rect l="0" t="0" r="0" b="0"/>
              <a:pathLst>
                <a:path w="214" h="472">
                  <a:moveTo>
                    <a:pt x="0" y="20"/>
                  </a:moveTo>
                  <a:lnTo>
                    <a:pt x="0" y="462"/>
                  </a:lnTo>
                  <a:lnTo>
                    <a:pt x="0" y="464"/>
                  </a:lnTo>
                  <a:lnTo>
                    <a:pt x="2" y="468"/>
                  </a:lnTo>
                  <a:lnTo>
                    <a:pt x="8" y="470"/>
                  </a:lnTo>
                  <a:lnTo>
                    <a:pt x="22" y="472"/>
                  </a:lnTo>
                  <a:lnTo>
                    <a:pt x="194" y="466"/>
                  </a:lnTo>
                  <a:lnTo>
                    <a:pt x="208" y="466"/>
                  </a:lnTo>
                  <a:lnTo>
                    <a:pt x="212" y="464"/>
                  </a:lnTo>
                  <a:lnTo>
                    <a:pt x="214" y="458"/>
                  </a:lnTo>
                  <a:lnTo>
                    <a:pt x="214" y="446"/>
                  </a:lnTo>
                  <a:lnTo>
                    <a:pt x="212" y="30"/>
                  </a:lnTo>
                  <a:lnTo>
                    <a:pt x="212" y="26"/>
                  </a:lnTo>
                  <a:lnTo>
                    <a:pt x="210" y="22"/>
                  </a:lnTo>
                  <a:lnTo>
                    <a:pt x="202" y="20"/>
                  </a:lnTo>
                  <a:lnTo>
                    <a:pt x="188" y="18"/>
                  </a:lnTo>
                  <a:lnTo>
                    <a:pt x="94" y="8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14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BCBEC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7" name="Freeform 157"/>
            <p:cNvSpPr/>
            <p:nvPr/>
          </p:nvSpPr>
          <p:spPr>
            <a:xfrm>
              <a:off x="349" y="333"/>
              <a:ext cx="184" cy="448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0" y="438"/>
                </a:cxn>
                <a:cxn ang="0">
                  <a:pos x="0" y="438"/>
                </a:cxn>
                <a:cxn ang="0">
                  <a:pos x="0" y="440"/>
                </a:cxn>
                <a:cxn ang="0">
                  <a:pos x="2" y="444"/>
                </a:cxn>
                <a:cxn ang="0">
                  <a:pos x="8" y="448"/>
                </a:cxn>
                <a:cxn ang="0">
                  <a:pos x="20" y="448"/>
                </a:cxn>
                <a:cxn ang="0">
                  <a:pos x="20" y="448"/>
                </a:cxn>
                <a:cxn ang="0">
                  <a:pos x="168" y="442"/>
                </a:cxn>
                <a:cxn ang="0">
                  <a:pos x="168" y="442"/>
                </a:cxn>
                <a:cxn ang="0">
                  <a:pos x="178" y="442"/>
                </a:cxn>
                <a:cxn ang="0">
                  <a:pos x="184" y="440"/>
                </a:cxn>
                <a:cxn ang="0">
                  <a:pos x="184" y="434"/>
                </a:cxn>
                <a:cxn ang="0">
                  <a:pos x="184" y="424"/>
                </a:cxn>
                <a:cxn ang="0">
                  <a:pos x="184" y="28"/>
                </a:cxn>
                <a:cxn ang="0">
                  <a:pos x="184" y="28"/>
                </a:cxn>
                <a:cxn ang="0">
                  <a:pos x="182" y="24"/>
                </a:cxn>
                <a:cxn ang="0">
                  <a:pos x="180" y="22"/>
                </a:cxn>
                <a:cxn ang="0">
                  <a:pos x="174" y="18"/>
                </a:cxn>
                <a:cxn ang="0">
                  <a:pos x="162" y="16"/>
                </a:cxn>
                <a:cxn ang="0">
                  <a:pos x="162" y="16"/>
                </a:cxn>
                <a:cxn ang="0">
                  <a:pos x="82" y="8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8" y="0"/>
                </a:cxn>
                <a:cxn ang="0">
                  <a:pos x="6" y="2"/>
                </a:cxn>
                <a:cxn ang="0">
                  <a:pos x="2" y="6"/>
                </a:cxn>
                <a:cxn ang="0">
                  <a:pos x="2" y="12"/>
                </a:cxn>
                <a:cxn ang="0">
                  <a:pos x="0" y="20"/>
                </a:cxn>
                <a:cxn ang="0">
                  <a:pos x="0" y="20"/>
                </a:cxn>
              </a:cxnLst>
              <a:rect l="0" t="0" r="0" b="0"/>
              <a:pathLst>
                <a:path w="184" h="448">
                  <a:moveTo>
                    <a:pt x="0" y="20"/>
                  </a:moveTo>
                  <a:lnTo>
                    <a:pt x="0" y="438"/>
                  </a:lnTo>
                  <a:lnTo>
                    <a:pt x="0" y="440"/>
                  </a:lnTo>
                  <a:lnTo>
                    <a:pt x="2" y="444"/>
                  </a:lnTo>
                  <a:lnTo>
                    <a:pt x="8" y="448"/>
                  </a:lnTo>
                  <a:lnTo>
                    <a:pt x="20" y="448"/>
                  </a:lnTo>
                  <a:lnTo>
                    <a:pt x="168" y="442"/>
                  </a:lnTo>
                  <a:lnTo>
                    <a:pt x="178" y="442"/>
                  </a:lnTo>
                  <a:lnTo>
                    <a:pt x="184" y="440"/>
                  </a:lnTo>
                  <a:lnTo>
                    <a:pt x="184" y="434"/>
                  </a:lnTo>
                  <a:lnTo>
                    <a:pt x="184" y="424"/>
                  </a:lnTo>
                  <a:lnTo>
                    <a:pt x="184" y="28"/>
                  </a:lnTo>
                  <a:lnTo>
                    <a:pt x="182" y="24"/>
                  </a:lnTo>
                  <a:lnTo>
                    <a:pt x="180" y="22"/>
                  </a:lnTo>
                  <a:lnTo>
                    <a:pt x="174" y="18"/>
                  </a:lnTo>
                  <a:lnTo>
                    <a:pt x="162" y="16"/>
                  </a:lnTo>
                  <a:lnTo>
                    <a:pt x="82" y="8"/>
                  </a:lnTo>
                  <a:lnTo>
                    <a:pt x="14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2" y="6"/>
                  </a:lnTo>
                  <a:lnTo>
                    <a:pt x="2" y="12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E7E8E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8" name="Freeform 158"/>
            <p:cNvSpPr/>
            <p:nvPr/>
          </p:nvSpPr>
          <p:spPr>
            <a:xfrm>
              <a:off x="403" y="453"/>
              <a:ext cx="80" cy="17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0" y="0"/>
                </a:cxn>
                <a:cxn ang="0">
                  <a:pos x="80" y="172"/>
                </a:cxn>
                <a:cxn ang="0">
                  <a:pos x="0" y="17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80" h="172">
                  <a:moveTo>
                    <a:pt x="0" y="0"/>
                  </a:moveTo>
                  <a:lnTo>
                    <a:pt x="80" y="0"/>
                  </a:lnTo>
                  <a:lnTo>
                    <a:pt x="80" y="172"/>
                  </a:lnTo>
                  <a:lnTo>
                    <a:pt x="0" y="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6F7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9" name="Freeform 159"/>
            <p:cNvSpPr/>
            <p:nvPr/>
          </p:nvSpPr>
          <p:spPr>
            <a:xfrm>
              <a:off x="409" y="457"/>
              <a:ext cx="70" cy="1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0" y="0"/>
                </a:cxn>
                <a:cxn ang="0">
                  <a:pos x="70" y="160"/>
                </a:cxn>
                <a:cxn ang="0">
                  <a:pos x="0" y="16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70" h="160">
                  <a:moveTo>
                    <a:pt x="0" y="0"/>
                  </a:moveTo>
                  <a:lnTo>
                    <a:pt x="70" y="0"/>
                  </a:lnTo>
                  <a:lnTo>
                    <a:pt x="70" y="160"/>
                  </a:lnTo>
                  <a:lnTo>
                    <a:pt x="0" y="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8E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0" name="Freeform 160"/>
            <p:cNvSpPr/>
            <p:nvPr/>
          </p:nvSpPr>
          <p:spPr>
            <a:xfrm>
              <a:off x="427" y="473"/>
              <a:ext cx="40" cy="13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0" y="0"/>
                </a:cxn>
                <a:cxn ang="0">
                  <a:pos x="40" y="130"/>
                </a:cxn>
                <a:cxn ang="0">
                  <a:pos x="0" y="13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40" h="130">
                  <a:moveTo>
                    <a:pt x="0" y="0"/>
                  </a:moveTo>
                  <a:lnTo>
                    <a:pt x="40" y="0"/>
                  </a:lnTo>
                  <a:lnTo>
                    <a:pt x="40" y="130"/>
                  </a:lnTo>
                  <a:lnTo>
                    <a:pt x="0" y="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1" name="Freeform 161"/>
            <p:cNvSpPr/>
            <p:nvPr/>
          </p:nvSpPr>
          <p:spPr>
            <a:xfrm>
              <a:off x="437" y="453"/>
              <a:ext cx="66" cy="138"/>
            </a:xfrm>
            <a:custGeom>
              <a:avLst/>
              <a:gdLst/>
              <a:ahLst/>
              <a:cxnLst>
                <a:cxn ang="0">
                  <a:pos x="62" y="6"/>
                </a:cxn>
                <a:cxn ang="0">
                  <a:pos x="66" y="4"/>
                </a:cxn>
                <a:cxn ang="0">
                  <a:pos x="62" y="6"/>
                </a:cxn>
                <a:cxn ang="0">
                  <a:pos x="62" y="6"/>
                </a:cxn>
                <a:cxn ang="0">
                  <a:pos x="60" y="0"/>
                </a:cxn>
                <a:cxn ang="0">
                  <a:pos x="60" y="0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0"/>
                </a:cxn>
                <a:cxn ang="0">
                  <a:pos x="0" y="34"/>
                </a:cxn>
                <a:cxn ang="0">
                  <a:pos x="2" y="138"/>
                </a:cxn>
                <a:cxn ang="0">
                  <a:pos x="22" y="138"/>
                </a:cxn>
                <a:cxn ang="0">
                  <a:pos x="22" y="138"/>
                </a:cxn>
                <a:cxn ang="0">
                  <a:pos x="24" y="136"/>
                </a:cxn>
                <a:cxn ang="0">
                  <a:pos x="24" y="136"/>
                </a:cxn>
                <a:cxn ang="0">
                  <a:pos x="26" y="128"/>
                </a:cxn>
                <a:cxn ang="0">
                  <a:pos x="26" y="116"/>
                </a:cxn>
                <a:cxn ang="0">
                  <a:pos x="26" y="116"/>
                </a:cxn>
                <a:cxn ang="0">
                  <a:pos x="26" y="86"/>
                </a:cxn>
                <a:cxn ang="0">
                  <a:pos x="26" y="84"/>
                </a:cxn>
                <a:cxn ang="0">
                  <a:pos x="66" y="24"/>
                </a:cxn>
                <a:cxn ang="0">
                  <a:pos x="66" y="24"/>
                </a:cxn>
                <a:cxn ang="0">
                  <a:pos x="62" y="6"/>
                </a:cxn>
                <a:cxn ang="0">
                  <a:pos x="62" y="6"/>
                </a:cxn>
              </a:cxnLst>
              <a:rect l="0" t="0" r="0" b="0"/>
              <a:pathLst>
                <a:path w="66" h="138">
                  <a:moveTo>
                    <a:pt x="62" y="6"/>
                  </a:moveTo>
                  <a:lnTo>
                    <a:pt x="66" y="4"/>
                  </a:lnTo>
                  <a:lnTo>
                    <a:pt x="62" y="6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4" y="0"/>
                  </a:lnTo>
                  <a:lnTo>
                    <a:pt x="0" y="34"/>
                  </a:lnTo>
                  <a:lnTo>
                    <a:pt x="2" y="138"/>
                  </a:lnTo>
                  <a:lnTo>
                    <a:pt x="22" y="138"/>
                  </a:lnTo>
                  <a:lnTo>
                    <a:pt x="24" y="136"/>
                  </a:lnTo>
                  <a:lnTo>
                    <a:pt x="26" y="128"/>
                  </a:lnTo>
                  <a:lnTo>
                    <a:pt x="26" y="116"/>
                  </a:lnTo>
                  <a:lnTo>
                    <a:pt x="26" y="86"/>
                  </a:lnTo>
                  <a:lnTo>
                    <a:pt x="26" y="84"/>
                  </a:lnTo>
                  <a:lnTo>
                    <a:pt x="66" y="24"/>
                  </a:lnTo>
                  <a:lnTo>
                    <a:pt x="62" y="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2" name="Freeform 162"/>
            <p:cNvSpPr>
              <a:spLocks noEditPoints="1"/>
            </p:cNvSpPr>
            <p:nvPr/>
          </p:nvSpPr>
          <p:spPr>
            <a:xfrm>
              <a:off x="429" y="445"/>
              <a:ext cx="82" cy="154"/>
            </a:xfrm>
            <a:custGeom>
              <a:avLst/>
              <a:gdLst/>
              <a:ahLst/>
              <a:cxnLst>
                <a:cxn ang="0">
                  <a:pos x="82" y="32"/>
                </a:cxn>
                <a:cxn ang="0">
                  <a:pos x="82" y="32"/>
                </a:cxn>
                <a:cxn ang="0">
                  <a:pos x="78" y="12"/>
                </a:cxn>
                <a:cxn ang="0">
                  <a:pos x="78" y="12"/>
                </a:cxn>
                <a:cxn ang="0">
                  <a:pos x="76" y="6"/>
                </a:cxn>
                <a:cxn ang="0">
                  <a:pos x="76" y="6"/>
                </a:cxn>
                <a:cxn ang="0">
                  <a:pos x="76" y="4"/>
                </a:cxn>
                <a:cxn ang="0">
                  <a:pos x="72" y="0"/>
                </a:cxn>
                <a:cxn ang="0">
                  <a:pos x="72" y="0"/>
                </a:cxn>
                <a:cxn ang="0">
                  <a:pos x="68" y="0"/>
                </a:cxn>
                <a:cxn ang="0">
                  <a:pos x="62" y="0"/>
                </a:cxn>
                <a:cxn ang="0">
                  <a:pos x="62" y="0"/>
                </a:cxn>
                <a:cxn ang="0">
                  <a:pos x="50" y="0"/>
                </a:cxn>
                <a:cxn ang="0">
                  <a:pos x="48" y="0"/>
                </a:cxn>
                <a:cxn ang="0">
                  <a:pos x="0" y="38"/>
                </a:cxn>
                <a:cxn ang="0">
                  <a:pos x="2" y="154"/>
                </a:cxn>
                <a:cxn ang="0">
                  <a:pos x="32" y="152"/>
                </a:cxn>
                <a:cxn ang="0">
                  <a:pos x="34" y="152"/>
                </a:cxn>
                <a:cxn ang="0">
                  <a:pos x="34" y="152"/>
                </a:cxn>
                <a:cxn ang="0">
                  <a:pos x="36" y="152"/>
                </a:cxn>
                <a:cxn ang="0">
                  <a:pos x="38" y="146"/>
                </a:cxn>
                <a:cxn ang="0">
                  <a:pos x="42" y="138"/>
                </a:cxn>
                <a:cxn ang="0">
                  <a:pos x="42" y="124"/>
                </a:cxn>
                <a:cxn ang="0">
                  <a:pos x="42" y="124"/>
                </a:cxn>
                <a:cxn ang="0">
                  <a:pos x="42" y="94"/>
                </a:cxn>
                <a:cxn ang="0">
                  <a:pos x="82" y="34"/>
                </a:cxn>
                <a:cxn ang="0">
                  <a:pos x="82" y="32"/>
                </a:cxn>
                <a:cxn ang="0">
                  <a:pos x="34" y="94"/>
                </a:cxn>
                <a:cxn ang="0">
                  <a:pos x="34" y="94"/>
                </a:cxn>
                <a:cxn ang="0">
                  <a:pos x="34" y="124"/>
                </a:cxn>
                <a:cxn ang="0">
                  <a:pos x="34" y="124"/>
                </a:cxn>
                <a:cxn ang="0">
                  <a:pos x="34" y="136"/>
                </a:cxn>
                <a:cxn ang="0">
                  <a:pos x="32" y="144"/>
                </a:cxn>
                <a:cxn ang="0">
                  <a:pos x="32" y="144"/>
                </a:cxn>
                <a:cxn ang="0">
                  <a:pos x="30" y="146"/>
                </a:cxn>
                <a:cxn ang="0">
                  <a:pos x="10" y="146"/>
                </a:cxn>
                <a:cxn ang="0">
                  <a:pos x="8" y="42"/>
                </a:cxn>
                <a:cxn ang="0">
                  <a:pos x="52" y="8"/>
                </a:cxn>
                <a:cxn ang="0">
                  <a:pos x="52" y="8"/>
                </a:cxn>
                <a:cxn ang="0">
                  <a:pos x="62" y="8"/>
                </a:cxn>
                <a:cxn ang="0">
                  <a:pos x="62" y="8"/>
                </a:cxn>
                <a:cxn ang="0">
                  <a:pos x="68" y="8"/>
                </a:cxn>
                <a:cxn ang="0">
                  <a:pos x="68" y="8"/>
                </a:cxn>
                <a:cxn ang="0">
                  <a:pos x="70" y="14"/>
                </a:cxn>
                <a:cxn ang="0">
                  <a:pos x="74" y="12"/>
                </a:cxn>
                <a:cxn ang="0">
                  <a:pos x="70" y="14"/>
                </a:cxn>
                <a:cxn ang="0">
                  <a:pos x="70" y="14"/>
                </a:cxn>
                <a:cxn ang="0">
                  <a:pos x="74" y="32"/>
                </a:cxn>
                <a:cxn ang="0">
                  <a:pos x="34" y="92"/>
                </a:cxn>
                <a:cxn ang="0">
                  <a:pos x="34" y="94"/>
                </a:cxn>
              </a:cxnLst>
              <a:rect l="0" t="0" r="0" b="0"/>
              <a:pathLst>
                <a:path w="82" h="154">
                  <a:moveTo>
                    <a:pt x="82" y="32"/>
                  </a:moveTo>
                  <a:lnTo>
                    <a:pt x="82" y="32"/>
                  </a:lnTo>
                  <a:lnTo>
                    <a:pt x="78" y="12"/>
                  </a:lnTo>
                  <a:lnTo>
                    <a:pt x="76" y="6"/>
                  </a:lnTo>
                  <a:lnTo>
                    <a:pt x="76" y="4"/>
                  </a:lnTo>
                  <a:lnTo>
                    <a:pt x="72" y="0"/>
                  </a:lnTo>
                  <a:lnTo>
                    <a:pt x="68" y="0"/>
                  </a:lnTo>
                  <a:lnTo>
                    <a:pt x="62" y="0"/>
                  </a:lnTo>
                  <a:lnTo>
                    <a:pt x="50" y="0"/>
                  </a:lnTo>
                  <a:lnTo>
                    <a:pt x="48" y="0"/>
                  </a:lnTo>
                  <a:lnTo>
                    <a:pt x="0" y="38"/>
                  </a:lnTo>
                  <a:lnTo>
                    <a:pt x="2" y="154"/>
                  </a:lnTo>
                  <a:lnTo>
                    <a:pt x="32" y="152"/>
                  </a:lnTo>
                  <a:lnTo>
                    <a:pt x="34" y="152"/>
                  </a:lnTo>
                  <a:lnTo>
                    <a:pt x="36" y="152"/>
                  </a:lnTo>
                  <a:lnTo>
                    <a:pt x="38" y="146"/>
                  </a:lnTo>
                  <a:lnTo>
                    <a:pt x="42" y="138"/>
                  </a:lnTo>
                  <a:lnTo>
                    <a:pt x="42" y="124"/>
                  </a:lnTo>
                  <a:lnTo>
                    <a:pt x="42" y="94"/>
                  </a:lnTo>
                  <a:lnTo>
                    <a:pt x="82" y="34"/>
                  </a:lnTo>
                  <a:lnTo>
                    <a:pt x="82" y="32"/>
                  </a:lnTo>
                  <a:close/>
                  <a:moveTo>
                    <a:pt x="34" y="94"/>
                  </a:moveTo>
                  <a:lnTo>
                    <a:pt x="34" y="94"/>
                  </a:lnTo>
                  <a:lnTo>
                    <a:pt x="34" y="124"/>
                  </a:lnTo>
                  <a:lnTo>
                    <a:pt x="34" y="136"/>
                  </a:lnTo>
                  <a:lnTo>
                    <a:pt x="32" y="144"/>
                  </a:lnTo>
                  <a:lnTo>
                    <a:pt x="30" y="146"/>
                  </a:lnTo>
                  <a:lnTo>
                    <a:pt x="10" y="146"/>
                  </a:lnTo>
                  <a:lnTo>
                    <a:pt x="8" y="42"/>
                  </a:lnTo>
                  <a:lnTo>
                    <a:pt x="52" y="8"/>
                  </a:lnTo>
                  <a:lnTo>
                    <a:pt x="62" y="8"/>
                  </a:lnTo>
                  <a:lnTo>
                    <a:pt x="68" y="8"/>
                  </a:lnTo>
                  <a:lnTo>
                    <a:pt x="70" y="14"/>
                  </a:lnTo>
                  <a:lnTo>
                    <a:pt x="74" y="12"/>
                  </a:lnTo>
                  <a:lnTo>
                    <a:pt x="70" y="14"/>
                  </a:lnTo>
                  <a:lnTo>
                    <a:pt x="74" y="32"/>
                  </a:lnTo>
                  <a:lnTo>
                    <a:pt x="34" y="92"/>
                  </a:lnTo>
                  <a:lnTo>
                    <a:pt x="34" y="9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3" name="Freeform 163"/>
            <p:cNvSpPr/>
            <p:nvPr/>
          </p:nvSpPr>
          <p:spPr>
            <a:xfrm>
              <a:off x="433" y="449"/>
              <a:ext cx="74" cy="146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2" y="146"/>
                </a:cxn>
                <a:cxn ang="0">
                  <a:pos x="28" y="144"/>
                </a:cxn>
                <a:cxn ang="0">
                  <a:pos x="28" y="144"/>
                </a:cxn>
                <a:cxn ang="0">
                  <a:pos x="30" y="144"/>
                </a:cxn>
                <a:cxn ang="0">
                  <a:pos x="32" y="140"/>
                </a:cxn>
                <a:cxn ang="0">
                  <a:pos x="34" y="134"/>
                </a:cxn>
                <a:cxn ang="0">
                  <a:pos x="34" y="120"/>
                </a:cxn>
                <a:cxn ang="0">
                  <a:pos x="34" y="120"/>
                </a:cxn>
                <a:cxn ang="0">
                  <a:pos x="34" y="90"/>
                </a:cxn>
                <a:cxn ang="0">
                  <a:pos x="74" y="30"/>
                </a:cxn>
                <a:cxn ang="0">
                  <a:pos x="74" y="30"/>
                </a:cxn>
                <a:cxn ang="0">
                  <a:pos x="70" y="8"/>
                </a:cxn>
                <a:cxn ang="0">
                  <a:pos x="70" y="8"/>
                </a:cxn>
                <a:cxn ang="0">
                  <a:pos x="68" y="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4" y="0"/>
                </a:cxn>
                <a:cxn ang="0">
                  <a:pos x="46" y="0"/>
                </a:cxn>
                <a:cxn ang="0">
                  <a:pos x="0" y="36"/>
                </a:cxn>
                <a:cxn ang="0">
                  <a:pos x="0" y="36"/>
                </a:cxn>
              </a:cxnLst>
              <a:rect l="0" t="0" r="0" b="0"/>
              <a:pathLst>
                <a:path w="74" h="146">
                  <a:moveTo>
                    <a:pt x="0" y="36"/>
                  </a:moveTo>
                  <a:lnTo>
                    <a:pt x="2" y="146"/>
                  </a:lnTo>
                  <a:lnTo>
                    <a:pt x="28" y="144"/>
                  </a:lnTo>
                  <a:lnTo>
                    <a:pt x="30" y="144"/>
                  </a:lnTo>
                  <a:lnTo>
                    <a:pt x="32" y="140"/>
                  </a:lnTo>
                  <a:lnTo>
                    <a:pt x="34" y="134"/>
                  </a:lnTo>
                  <a:lnTo>
                    <a:pt x="34" y="120"/>
                  </a:lnTo>
                  <a:lnTo>
                    <a:pt x="34" y="90"/>
                  </a:lnTo>
                  <a:lnTo>
                    <a:pt x="74" y="30"/>
                  </a:lnTo>
                  <a:lnTo>
                    <a:pt x="70" y="8"/>
                  </a:lnTo>
                  <a:lnTo>
                    <a:pt x="68" y="4"/>
                  </a:lnTo>
                  <a:lnTo>
                    <a:pt x="68" y="0"/>
                  </a:lnTo>
                  <a:lnTo>
                    <a:pt x="54" y="0"/>
                  </a:lnTo>
                  <a:lnTo>
                    <a:pt x="46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4" name="Freeform 164"/>
            <p:cNvSpPr/>
            <p:nvPr/>
          </p:nvSpPr>
          <p:spPr>
            <a:xfrm>
              <a:off x="435" y="455"/>
              <a:ext cx="46" cy="140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38" y="0"/>
                </a:cxn>
                <a:cxn ang="0">
                  <a:pos x="38" y="0"/>
                </a:cxn>
                <a:cxn ang="0">
                  <a:pos x="46" y="28"/>
                </a:cxn>
                <a:cxn ang="0">
                  <a:pos x="46" y="28"/>
                </a:cxn>
                <a:cxn ang="0">
                  <a:pos x="8" y="82"/>
                </a:cxn>
                <a:cxn ang="0">
                  <a:pos x="8" y="82"/>
                </a:cxn>
                <a:cxn ang="0">
                  <a:pos x="10" y="104"/>
                </a:cxn>
                <a:cxn ang="0">
                  <a:pos x="8" y="120"/>
                </a:cxn>
                <a:cxn ang="0">
                  <a:pos x="8" y="128"/>
                </a:cxn>
                <a:cxn ang="0">
                  <a:pos x="6" y="132"/>
                </a:cxn>
                <a:cxn ang="0">
                  <a:pos x="6" y="132"/>
                </a:cxn>
                <a:cxn ang="0">
                  <a:pos x="0" y="140"/>
                </a:cxn>
                <a:cxn ang="0">
                  <a:pos x="0" y="30"/>
                </a:cxn>
                <a:cxn ang="0">
                  <a:pos x="0" y="30"/>
                </a:cxn>
              </a:cxnLst>
              <a:rect l="0" t="0" r="0" b="0"/>
              <a:pathLst>
                <a:path w="46" h="140">
                  <a:moveTo>
                    <a:pt x="0" y="30"/>
                  </a:moveTo>
                  <a:lnTo>
                    <a:pt x="38" y="0"/>
                  </a:lnTo>
                  <a:lnTo>
                    <a:pt x="46" y="28"/>
                  </a:lnTo>
                  <a:lnTo>
                    <a:pt x="8" y="82"/>
                  </a:lnTo>
                  <a:lnTo>
                    <a:pt x="10" y="104"/>
                  </a:lnTo>
                  <a:lnTo>
                    <a:pt x="8" y="120"/>
                  </a:lnTo>
                  <a:lnTo>
                    <a:pt x="8" y="128"/>
                  </a:lnTo>
                  <a:lnTo>
                    <a:pt x="6" y="132"/>
                  </a:lnTo>
                  <a:lnTo>
                    <a:pt x="0" y="14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939598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5" name="Freeform 165"/>
            <p:cNvSpPr/>
            <p:nvPr/>
          </p:nvSpPr>
          <p:spPr>
            <a:xfrm>
              <a:off x="435" y="537"/>
              <a:ext cx="32" cy="5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32" y="2"/>
                </a:cxn>
                <a:cxn ang="0">
                  <a:pos x="32" y="2"/>
                </a:cxn>
                <a:cxn ang="0">
                  <a:pos x="32" y="24"/>
                </a:cxn>
                <a:cxn ang="0">
                  <a:pos x="30" y="40"/>
                </a:cxn>
                <a:cxn ang="0">
                  <a:pos x="30" y="52"/>
                </a:cxn>
                <a:cxn ang="0">
                  <a:pos x="30" y="52"/>
                </a:cxn>
                <a:cxn ang="0">
                  <a:pos x="26" y="56"/>
                </a:cxn>
                <a:cxn ang="0">
                  <a:pos x="0" y="58"/>
                </a:cxn>
                <a:cxn ang="0">
                  <a:pos x="0" y="58"/>
                </a:cxn>
                <a:cxn ang="0">
                  <a:pos x="0" y="56"/>
                </a:cxn>
                <a:cxn ang="0">
                  <a:pos x="4" y="52"/>
                </a:cxn>
                <a:cxn ang="0">
                  <a:pos x="8" y="42"/>
                </a:cxn>
                <a:cxn ang="0">
                  <a:pos x="10" y="30"/>
                </a:cxn>
                <a:cxn ang="0">
                  <a:pos x="10" y="30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0" b="0"/>
              <a:pathLst>
                <a:path w="32" h="58">
                  <a:moveTo>
                    <a:pt x="8" y="0"/>
                  </a:moveTo>
                  <a:lnTo>
                    <a:pt x="32" y="2"/>
                  </a:lnTo>
                  <a:lnTo>
                    <a:pt x="32" y="24"/>
                  </a:lnTo>
                  <a:lnTo>
                    <a:pt x="30" y="40"/>
                  </a:lnTo>
                  <a:lnTo>
                    <a:pt x="30" y="52"/>
                  </a:lnTo>
                  <a:lnTo>
                    <a:pt x="26" y="56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4" y="52"/>
                  </a:lnTo>
                  <a:lnTo>
                    <a:pt x="8" y="42"/>
                  </a:lnTo>
                  <a:lnTo>
                    <a:pt x="10" y="3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6" name="Freeform 166"/>
            <p:cNvSpPr/>
            <p:nvPr/>
          </p:nvSpPr>
          <p:spPr>
            <a:xfrm>
              <a:off x="477" y="451"/>
              <a:ext cx="28" cy="2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4"/>
                </a:cxn>
                <a:cxn ang="0">
                  <a:pos x="6" y="24"/>
                </a:cxn>
                <a:cxn ang="0">
                  <a:pos x="6" y="24"/>
                </a:cxn>
                <a:cxn ang="0">
                  <a:pos x="8" y="28"/>
                </a:cxn>
                <a:cxn ang="0">
                  <a:pos x="10" y="28"/>
                </a:cxn>
                <a:cxn ang="0">
                  <a:pos x="10" y="28"/>
                </a:cxn>
                <a:cxn ang="0">
                  <a:pos x="26" y="28"/>
                </a:cxn>
                <a:cxn ang="0">
                  <a:pos x="26" y="28"/>
                </a:cxn>
                <a:cxn ang="0">
                  <a:pos x="28" y="26"/>
                </a:cxn>
                <a:cxn ang="0">
                  <a:pos x="28" y="24"/>
                </a:cxn>
                <a:cxn ang="0">
                  <a:pos x="28" y="24"/>
                </a:cxn>
                <a:cxn ang="0">
                  <a:pos x="22" y="2"/>
                </a:cxn>
                <a:cxn ang="0">
                  <a:pos x="22" y="2"/>
                </a:cxn>
                <a:cxn ang="0">
                  <a:pos x="20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0" b="0"/>
              <a:pathLst>
                <a:path w="28" h="28">
                  <a:moveTo>
                    <a:pt x="0" y="4"/>
                  </a:moveTo>
                  <a:lnTo>
                    <a:pt x="0" y="4"/>
                  </a:lnTo>
                  <a:lnTo>
                    <a:pt x="6" y="24"/>
                  </a:lnTo>
                  <a:lnTo>
                    <a:pt x="8" y="28"/>
                  </a:lnTo>
                  <a:lnTo>
                    <a:pt x="10" y="28"/>
                  </a:lnTo>
                  <a:lnTo>
                    <a:pt x="26" y="28"/>
                  </a:lnTo>
                  <a:lnTo>
                    <a:pt x="28" y="26"/>
                  </a:lnTo>
                  <a:lnTo>
                    <a:pt x="28" y="24"/>
                  </a:lnTo>
                  <a:lnTo>
                    <a:pt x="22" y="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7" name="Freeform 167"/>
            <p:cNvSpPr/>
            <p:nvPr/>
          </p:nvSpPr>
          <p:spPr>
            <a:xfrm>
              <a:off x="481" y="431"/>
              <a:ext cx="241" cy="290"/>
            </a:xfrm>
            <a:custGeom>
              <a:avLst/>
              <a:gdLst/>
              <a:ahLst/>
              <a:cxnLst>
                <a:cxn ang="0">
                  <a:pos x="241" y="238"/>
                </a:cxn>
                <a:cxn ang="0">
                  <a:pos x="235" y="228"/>
                </a:cxn>
                <a:cxn ang="0">
                  <a:pos x="221" y="222"/>
                </a:cxn>
                <a:cxn ang="0">
                  <a:pos x="217" y="220"/>
                </a:cxn>
                <a:cxn ang="0">
                  <a:pos x="209" y="212"/>
                </a:cxn>
                <a:cxn ang="0">
                  <a:pos x="199" y="180"/>
                </a:cxn>
                <a:cxn ang="0">
                  <a:pos x="179" y="116"/>
                </a:cxn>
                <a:cxn ang="0">
                  <a:pos x="172" y="90"/>
                </a:cxn>
                <a:cxn ang="0">
                  <a:pos x="164" y="78"/>
                </a:cxn>
                <a:cxn ang="0">
                  <a:pos x="130" y="68"/>
                </a:cxn>
                <a:cxn ang="0">
                  <a:pos x="90" y="54"/>
                </a:cxn>
                <a:cxn ang="0">
                  <a:pos x="68" y="36"/>
                </a:cxn>
                <a:cxn ang="0">
                  <a:pos x="34" y="6"/>
                </a:cxn>
                <a:cxn ang="0">
                  <a:pos x="28" y="2"/>
                </a:cxn>
                <a:cxn ang="0">
                  <a:pos x="20" y="0"/>
                </a:cxn>
                <a:cxn ang="0">
                  <a:pos x="6" y="6"/>
                </a:cxn>
                <a:cxn ang="0">
                  <a:pos x="0" y="24"/>
                </a:cxn>
                <a:cxn ang="0">
                  <a:pos x="2" y="34"/>
                </a:cxn>
                <a:cxn ang="0">
                  <a:pos x="6" y="44"/>
                </a:cxn>
                <a:cxn ang="0">
                  <a:pos x="34" y="76"/>
                </a:cxn>
                <a:cxn ang="0">
                  <a:pos x="58" y="94"/>
                </a:cxn>
                <a:cxn ang="0">
                  <a:pos x="52" y="98"/>
                </a:cxn>
                <a:cxn ang="0">
                  <a:pos x="46" y="106"/>
                </a:cxn>
                <a:cxn ang="0">
                  <a:pos x="44" y="108"/>
                </a:cxn>
                <a:cxn ang="0">
                  <a:pos x="36" y="110"/>
                </a:cxn>
                <a:cxn ang="0">
                  <a:pos x="32" y="112"/>
                </a:cxn>
                <a:cxn ang="0">
                  <a:pos x="24" y="122"/>
                </a:cxn>
                <a:cxn ang="0">
                  <a:pos x="20" y="130"/>
                </a:cxn>
                <a:cxn ang="0">
                  <a:pos x="20" y="136"/>
                </a:cxn>
                <a:cxn ang="0">
                  <a:pos x="22" y="146"/>
                </a:cxn>
                <a:cxn ang="0">
                  <a:pos x="38" y="164"/>
                </a:cxn>
                <a:cxn ang="0">
                  <a:pos x="70" y="186"/>
                </a:cxn>
                <a:cxn ang="0">
                  <a:pos x="80" y="202"/>
                </a:cxn>
                <a:cxn ang="0">
                  <a:pos x="86" y="220"/>
                </a:cxn>
                <a:cxn ang="0">
                  <a:pos x="100" y="244"/>
                </a:cxn>
                <a:cxn ang="0">
                  <a:pos x="114" y="254"/>
                </a:cxn>
                <a:cxn ang="0">
                  <a:pos x="122" y="258"/>
                </a:cxn>
                <a:cxn ang="0">
                  <a:pos x="146" y="262"/>
                </a:cxn>
                <a:cxn ang="0">
                  <a:pos x="162" y="262"/>
                </a:cxn>
                <a:cxn ang="0">
                  <a:pos x="162" y="264"/>
                </a:cxn>
                <a:cxn ang="0">
                  <a:pos x="164" y="274"/>
                </a:cxn>
                <a:cxn ang="0">
                  <a:pos x="166" y="280"/>
                </a:cxn>
                <a:cxn ang="0">
                  <a:pos x="175" y="288"/>
                </a:cxn>
                <a:cxn ang="0">
                  <a:pos x="181" y="290"/>
                </a:cxn>
                <a:cxn ang="0">
                  <a:pos x="185" y="288"/>
                </a:cxn>
                <a:cxn ang="0">
                  <a:pos x="209" y="278"/>
                </a:cxn>
                <a:cxn ang="0">
                  <a:pos x="231" y="260"/>
                </a:cxn>
                <a:cxn ang="0">
                  <a:pos x="233" y="258"/>
                </a:cxn>
                <a:cxn ang="0">
                  <a:pos x="239" y="250"/>
                </a:cxn>
                <a:cxn ang="0">
                  <a:pos x="241" y="240"/>
                </a:cxn>
                <a:cxn ang="0">
                  <a:pos x="241" y="238"/>
                </a:cxn>
              </a:cxnLst>
              <a:rect l="0" t="0" r="0" b="0"/>
              <a:pathLst>
                <a:path w="241" h="290">
                  <a:moveTo>
                    <a:pt x="241" y="238"/>
                  </a:moveTo>
                  <a:lnTo>
                    <a:pt x="241" y="238"/>
                  </a:lnTo>
                  <a:lnTo>
                    <a:pt x="239" y="234"/>
                  </a:lnTo>
                  <a:lnTo>
                    <a:pt x="235" y="228"/>
                  </a:lnTo>
                  <a:lnTo>
                    <a:pt x="229" y="224"/>
                  </a:lnTo>
                  <a:lnTo>
                    <a:pt x="221" y="222"/>
                  </a:lnTo>
                  <a:lnTo>
                    <a:pt x="217" y="220"/>
                  </a:lnTo>
                  <a:lnTo>
                    <a:pt x="213" y="218"/>
                  </a:lnTo>
                  <a:lnTo>
                    <a:pt x="209" y="212"/>
                  </a:lnTo>
                  <a:lnTo>
                    <a:pt x="199" y="180"/>
                  </a:lnTo>
                  <a:lnTo>
                    <a:pt x="189" y="148"/>
                  </a:lnTo>
                  <a:lnTo>
                    <a:pt x="179" y="116"/>
                  </a:lnTo>
                  <a:lnTo>
                    <a:pt x="172" y="90"/>
                  </a:lnTo>
                  <a:lnTo>
                    <a:pt x="168" y="82"/>
                  </a:lnTo>
                  <a:lnTo>
                    <a:pt x="164" y="78"/>
                  </a:lnTo>
                  <a:lnTo>
                    <a:pt x="130" y="68"/>
                  </a:lnTo>
                  <a:lnTo>
                    <a:pt x="110" y="62"/>
                  </a:lnTo>
                  <a:lnTo>
                    <a:pt x="90" y="54"/>
                  </a:lnTo>
                  <a:lnTo>
                    <a:pt x="68" y="36"/>
                  </a:lnTo>
                  <a:lnTo>
                    <a:pt x="50" y="22"/>
                  </a:lnTo>
                  <a:lnTo>
                    <a:pt x="34" y="6"/>
                  </a:lnTo>
                  <a:lnTo>
                    <a:pt x="28" y="2"/>
                  </a:lnTo>
                  <a:lnTo>
                    <a:pt x="20" y="0"/>
                  </a:lnTo>
                  <a:lnTo>
                    <a:pt x="12" y="2"/>
                  </a:lnTo>
                  <a:lnTo>
                    <a:pt x="6" y="6"/>
                  </a:lnTo>
                  <a:lnTo>
                    <a:pt x="2" y="14"/>
                  </a:lnTo>
                  <a:lnTo>
                    <a:pt x="0" y="24"/>
                  </a:lnTo>
                  <a:lnTo>
                    <a:pt x="2" y="34"/>
                  </a:lnTo>
                  <a:lnTo>
                    <a:pt x="6" y="44"/>
                  </a:lnTo>
                  <a:lnTo>
                    <a:pt x="20" y="60"/>
                  </a:lnTo>
                  <a:lnTo>
                    <a:pt x="34" y="76"/>
                  </a:lnTo>
                  <a:lnTo>
                    <a:pt x="48" y="86"/>
                  </a:lnTo>
                  <a:lnTo>
                    <a:pt x="58" y="94"/>
                  </a:lnTo>
                  <a:lnTo>
                    <a:pt x="52" y="98"/>
                  </a:lnTo>
                  <a:lnTo>
                    <a:pt x="48" y="100"/>
                  </a:lnTo>
                  <a:lnTo>
                    <a:pt x="46" y="106"/>
                  </a:lnTo>
                  <a:lnTo>
                    <a:pt x="44" y="108"/>
                  </a:lnTo>
                  <a:lnTo>
                    <a:pt x="42" y="108"/>
                  </a:lnTo>
                  <a:lnTo>
                    <a:pt x="36" y="110"/>
                  </a:lnTo>
                  <a:lnTo>
                    <a:pt x="32" y="112"/>
                  </a:lnTo>
                  <a:lnTo>
                    <a:pt x="28" y="116"/>
                  </a:lnTo>
                  <a:lnTo>
                    <a:pt x="24" y="122"/>
                  </a:lnTo>
                  <a:lnTo>
                    <a:pt x="20" y="130"/>
                  </a:lnTo>
                  <a:lnTo>
                    <a:pt x="20" y="136"/>
                  </a:lnTo>
                  <a:lnTo>
                    <a:pt x="20" y="140"/>
                  </a:lnTo>
                  <a:lnTo>
                    <a:pt x="22" y="146"/>
                  </a:lnTo>
                  <a:lnTo>
                    <a:pt x="30" y="154"/>
                  </a:lnTo>
                  <a:lnTo>
                    <a:pt x="38" y="164"/>
                  </a:lnTo>
                  <a:lnTo>
                    <a:pt x="50" y="172"/>
                  </a:lnTo>
                  <a:lnTo>
                    <a:pt x="70" y="186"/>
                  </a:lnTo>
                  <a:lnTo>
                    <a:pt x="78" y="194"/>
                  </a:lnTo>
                  <a:lnTo>
                    <a:pt x="80" y="202"/>
                  </a:lnTo>
                  <a:lnTo>
                    <a:pt x="86" y="220"/>
                  </a:lnTo>
                  <a:lnTo>
                    <a:pt x="94" y="236"/>
                  </a:lnTo>
                  <a:lnTo>
                    <a:pt x="100" y="244"/>
                  </a:lnTo>
                  <a:lnTo>
                    <a:pt x="108" y="250"/>
                  </a:lnTo>
                  <a:lnTo>
                    <a:pt x="114" y="254"/>
                  </a:lnTo>
                  <a:lnTo>
                    <a:pt x="122" y="258"/>
                  </a:lnTo>
                  <a:lnTo>
                    <a:pt x="134" y="262"/>
                  </a:lnTo>
                  <a:lnTo>
                    <a:pt x="146" y="262"/>
                  </a:lnTo>
                  <a:lnTo>
                    <a:pt x="162" y="262"/>
                  </a:lnTo>
                  <a:lnTo>
                    <a:pt x="162" y="264"/>
                  </a:lnTo>
                  <a:lnTo>
                    <a:pt x="164" y="274"/>
                  </a:lnTo>
                  <a:lnTo>
                    <a:pt x="166" y="280"/>
                  </a:lnTo>
                  <a:lnTo>
                    <a:pt x="170" y="284"/>
                  </a:lnTo>
                  <a:lnTo>
                    <a:pt x="175" y="288"/>
                  </a:lnTo>
                  <a:lnTo>
                    <a:pt x="181" y="290"/>
                  </a:lnTo>
                  <a:lnTo>
                    <a:pt x="185" y="288"/>
                  </a:lnTo>
                  <a:lnTo>
                    <a:pt x="197" y="284"/>
                  </a:lnTo>
                  <a:lnTo>
                    <a:pt x="209" y="278"/>
                  </a:lnTo>
                  <a:lnTo>
                    <a:pt x="221" y="270"/>
                  </a:lnTo>
                  <a:lnTo>
                    <a:pt x="231" y="260"/>
                  </a:lnTo>
                  <a:lnTo>
                    <a:pt x="233" y="258"/>
                  </a:lnTo>
                  <a:lnTo>
                    <a:pt x="239" y="250"/>
                  </a:lnTo>
                  <a:lnTo>
                    <a:pt x="241" y="240"/>
                  </a:lnTo>
                  <a:lnTo>
                    <a:pt x="241" y="2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8" name="Freeform 168"/>
            <p:cNvSpPr/>
            <p:nvPr/>
          </p:nvSpPr>
          <p:spPr>
            <a:xfrm>
              <a:off x="489" y="439"/>
              <a:ext cx="225" cy="274"/>
            </a:xfrm>
            <a:custGeom>
              <a:avLst/>
              <a:gdLst/>
              <a:ahLst/>
              <a:cxnLst>
                <a:cxn ang="0">
                  <a:pos x="110" y="146"/>
                </a:cxn>
                <a:cxn ang="0">
                  <a:pos x="92" y="144"/>
                </a:cxn>
                <a:cxn ang="0">
                  <a:pos x="82" y="140"/>
                </a:cxn>
                <a:cxn ang="0">
                  <a:pos x="58" y="120"/>
                </a:cxn>
                <a:cxn ang="0">
                  <a:pos x="38" y="108"/>
                </a:cxn>
                <a:cxn ang="0">
                  <a:pos x="34" y="108"/>
                </a:cxn>
                <a:cxn ang="0">
                  <a:pos x="22" y="118"/>
                </a:cxn>
                <a:cxn ang="0">
                  <a:pos x="20" y="132"/>
                </a:cxn>
                <a:cxn ang="0">
                  <a:pos x="24" y="138"/>
                </a:cxn>
                <a:cxn ang="0">
                  <a:pos x="48" y="156"/>
                </a:cxn>
                <a:cxn ang="0">
                  <a:pos x="76" y="178"/>
                </a:cxn>
                <a:cxn ang="0">
                  <a:pos x="80" y="186"/>
                </a:cxn>
                <a:cxn ang="0">
                  <a:pos x="90" y="218"/>
                </a:cxn>
                <a:cxn ang="0">
                  <a:pos x="98" y="232"/>
                </a:cxn>
                <a:cxn ang="0">
                  <a:pos x="114" y="242"/>
                </a:cxn>
                <a:cxn ang="0">
                  <a:pos x="124" y="246"/>
                </a:cxn>
                <a:cxn ang="0">
                  <a:pos x="154" y="246"/>
                </a:cxn>
                <a:cxn ang="0">
                  <a:pos x="169" y="240"/>
                </a:cxn>
                <a:cxn ang="0">
                  <a:pos x="177" y="234"/>
                </a:cxn>
                <a:cxn ang="0">
                  <a:pos x="185" y="230"/>
                </a:cxn>
                <a:cxn ang="0">
                  <a:pos x="183" y="230"/>
                </a:cxn>
                <a:cxn ang="0">
                  <a:pos x="166" y="248"/>
                </a:cxn>
                <a:cxn ang="0">
                  <a:pos x="162" y="258"/>
                </a:cxn>
                <a:cxn ang="0">
                  <a:pos x="162" y="264"/>
                </a:cxn>
                <a:cxn ang="0">
                  <a:pos x="167" y="272"/>
                </a:cxn>
                <a:cxn ang="0">
                  <a:pos x="177" y="274"/>
                </a:cxn>
                <a:cxn ang="0">
                  <a:pos x="193" y="270"/>
                </a:cxn>
                <a:cxn ang="0">
                  <a:pos x="203" y="264"/>
                </a:cxn>
                <a:cxn ang="0">
                  <a:pos x="217" y="250"/>
                </a:cxn>
                <a:cxn ang="0">
                  <a:pos x="225" y="236"/>
                </a:cxn>
                <a:cxn ang="0">
                  <a:pos x="223" y="226"/>
                </a:cxn>
                <a:cxn ang="0">
                  <a:pos x="213" y="220"/>
                </a:cxn>
                <a:cxn ang="0">
                  <a:pos x="201" y="220"/>
                </a:cxn>
                <a:cxn ang="0">
                  <a:pos x="201" y="220"/>
                </a:cxn>
                <a:cxn ang="0">
                  <a:pos x="191" y="194"/>
                </a:cxn>
                <a:cxn ang="0">
                  <a:pos x="175" y="140"/>
                </a:cxn>
                <a:cxn ang="0">
                  <a:pos x="154" y="82"/>
                </a:cxn>
                <a:cxn ang="0">
                  <a:pos x="150" y="78"/>
                </a:cxn>
                <a:cxn ang="0">
                  <a:pos x="114" y="68"/>
                </a:cxn>
                <a:cxn ang="0">
                  <a:pos x="96" y="60"/>
                </a:cxn>
                <a:cxn ang="0">
                  <a:pos x="64" y="42"/>
                </a:cxn>
                <a:cxn ang="0">
                  <a:pos x="48" y="28"/>
                </a:cxn>
                <a:cxn ang="0">
                  <a:pos x="22" y="4"/>
                </a:cxn>
                <a:cxn ang="0">
                  <a:pos x="14" y="0"/>
                </a:cxn>
                <a:cxn ang="0">
                  <a:pos x="6" y="4"/>
                </a:cxn>
                <a:cxn ang="0">
                  <a:pos x="2" y="8"/>
                </a:cxn>
                <a:cxn ang="0">
                  <a:pos x="0" y="18"/>
                </a:cxn>
                <a:cxn ang="0">
                  <a:pos x="8" y="36"/>
                </a:cxn>
                <a:cxn ang="0">
                  <a:pos x="22" y="52"/>
                </a:cxn>
                <a:cxn ang="0">
                  <a:pos x="56" y="82"/>
                </a:cxn>
                <a:cxn ang="0">
                  <a:pos x="92" y="106"/>
                </a:cxn>
                <a:cxn ang="0">
                  <a:pos x="114" y="118"/>
                </a:cxn>
                <a:cxn ang="0">
                  <a:pos x="108" y="122"/>
                </a:cxn>
                <a:cxn ang="0">
                  <a:pos x="104" y="132"/>
                </a:cxn>
                <a:cxn ang="0">
                  <a:pos x="106" y="138"/>
                </a:cxn>
                <a:cxn ang="0">
                  <a:pos x="116" y="148"/>
                </a:cxn>
                <a:cxn ang="0">
                  <a:pos x="110" y="146"/>
                </a:cxn>
              </a:cxnLst>
              <a:rect l="0" t="0" r="0" b="0"/>
              <a:pathLst>
                <a:path w="225" h="274">
                  <a:moveTo>
                    <a:pt x="110" y="146"/>
                  </a:moveTo>
                  <a:lnTo>
                    <a:pt x="110" y="146"/>
                  </a:lnTo>
                  <a:lnTo>
                    <a:pt x="100" y="146"/>
                  </a:lnTo>
                  <a:lnTo>
                    <a:pt x="92" y="144"/>
                  </a:lnTo>
                  <a:lnTo>
                    <a:pt x="82" y="140"/>
                  </a:lnTo>
                  <a:lnTo>
                    <a:pt x="72" y="132"/>
                  </a:lnTo>
                  <a:lnTo>
                    <a:pt x="58" y="120"/>
                  </a:lnTo>
                  <a:lnTo>
                    <a:pt x="44" y="112"/>
                  </a:lnTo>
                  <a:lnTo>
                    <a:pt x="38" y="108"/>
                  </a:lnTo>
                  <a:lnTo>
                    <a:pt x="34" y="108"/>
                  </a:lnTo>
                  <a:lnTo>
                    <a:pt x="28" y="112"/>
                  </a:lnTo>
                  <a:lnTo>
                    <a:pt x="22" y="118"/>
                  </a:lnTo>
                  <a:lnTo>
                    <a:pt x="20" y="124"/>
                  </a:lnTo>
                  <a:lnTo>
                    <a:pt x="20" y="132"/>
                  </a:lnTo>
                  <a:lnTo>
                    <a:pt x="24" y="138"/>
                  </a:lnTo>
                  <a:lnTo>
                    <a:pt x="30" y="144"/>
                  </a:lnTo>
                  <a:lnTo>
                    <a:pt x="48" y="156"/>
                  </a:lnTo>
                  <a:lnTo>
                    <a:pt x="68" y="172"/>
                  </a:lnTo>
                  <a:lnTo>
                    <a:pt x="76" y="178"/>
                  </a:lnTo>
                  <a:lnTo>
                    <a:pt x="80" y="186"/>
                  </a:lnTo>
                  <a:lnTo>
                    <a:pt x="84" y="202"/>
                  </a:lnTo>
                  <a:lnTo>
                    <a:pt x="90" y="218"/>
                  </a:lnTo>
                  <a:lnTo>
                    <a:pt x="94" y="224"/>
                  </a:lnTo>
                  <a:lnTo>
                    <a:pt x="98" y="232"/>
                  </a:lnTo>
                  <a:lnTo>
                    <a:pt x="106" y="238"/>
                  </a:lnTo>
                  <a:lnTo>
                    <a:pt x="114" y="242"/>
                  </a:lnTo>
                  <a:lnTo>
                    <a:pt x="124" y="246"/>
                  </a:lnTo>
                  <a:lnTo>
                    <a:pt x="138" y="248"/>
                  </a:lnTo>
                  <a:lnTo>
                    <a:pt x="154" y="246"/>
                  </a:lnTo>
                  <a:lnTo>
                    <a:pt x="162" y="244"/>
                  </a:lnTo>
                  <a:lnTo>
                    <a:pt x="169" y="240"/>
                  </a:lnTo>
                  <a:lnTo>
                    <a:pt x="177" y="234"/>
                  </a:lnTo>
                  <a:lnTo>
                    <a:pt x="185" y="230"/>
                  </a:lnTo>
                  <a:lnTo>
                    <a:pt x="183" y="230"/>
                  </a:lnTo>
                  <a:lnTo>
                    <a:pt x="175" y="238"/>
                  </a:lnTo>
                  <a:lnTo>
                    <a:pt x="166" y="248"/>
                  </a:lnTo>
                  <a:lnTo>
                    <a:pt x="162" y="254"/>
                  </a:lnTo>
                  <a:lnTo>
                    <a:pt x="162" y="258"/>
                  </a:lnTo>
                  <a:lnTo>
                    <a:pt x="162" y="264"/>
                  </a:lnTo>
                  <a:lnTo>
                    <a:pt x="164" y="268"/>
                  </a:lnTo>
                  <a:lnTo>
                    <a:pt x="167" y="272"/>
                  </a:lnTo>
                  <a:lnTo>
                    <a:pt x="171" y="274"/>
                  </a:lnTo>
                  <a:lnTo>
                    <a:pt x="177" y="274"/>
                  </a:lnTo>
                  <a:lnTo>
                    <a:pt x="185" y="272"/>
                  </a:lnTo>
                  <a:lnTo>
                    <a:pt x="193" y="270"/>
                  </a:lnTo>
                  <a:lnTo>
                    <a:pt x="203" y="264"/>
                  </a:lnTo>
                  <a:lnTo>
                    <a:pt x="211" y="258"/>
                  </a:lnTo>
                  <a:lnTo>
                    <a:pt x="217" y="250"/>
                  </a:lnTo>
                  <a:lnTo>
                    <a:pt x="223" y="244"/>
                  </a:lnTo>
                  <a:lnTo>
                    <a:pt x="225" y="236"/>
                  </a:lnTo>
                  <a:lnTo>
                    <a:pt x="225" y="230"/>
                  </a:lnTo>
                  <a:lnTo>
                    <a:pt x="223" y="226"/>
                  </a:lnTo>
                  <a:lnTo>
                    <a:pt x="219" y="222"/>
                  </a:lnTo>
                  <a:lnTo>
                    <a:pt x="213" y="220"/>
                  </a:lnTo>
                  <a:lnTo>
                    <a:pt x="201" y="220"/>
                  </a:lnTo>
                  <a:lnTo>
                    <a:pt x="199" y="220"/>
                  </a:lnTo>
                  <a:lnTo>
                    <a:pt x="201" y="220"/>
                  </a:lnTo>
                  <a:lnTo>
                    <a:pt x="191" y="194"/>
                  </a:lnTo>
                  <a:lnTo>
                    <a:pt x="175" y="140"/>
                  </a:lnTo>
                  <a:lnTo>
                    <a:pt x="162" y="100"/>
                  </a:lnTo>
                  <a:lnTo>
                    <a:pt x="154" y="82"/>
                  </a:lnTo>
                  <a:lnTo>
                    <a:pt x="150" y="78"/>
                  </a:lnTo>
                  <a:lnTo>
                    <a:pt x="144" y="76"/>
                  </a:lnTo>
                  <a:lnTo>
                    <a:pt x="114" y="68"/>
                  </a:lnTo>
                  <a:lnTo>
                    <a:pt x="96" y="60"/>
                  </a:lnTo>
                  <a:lnTo>
                    <a:pt x="78" y="52"/>
                  </a:lnTo>
                  <a:lnTo>
                    <a:pt x="64" y="42"/>
                  </a:lnTo>
                  <a:lnTo>
                    <a:pt x="48" y="28"/>
                  </a:lnTo>
                  <a:lnTo>
                    <a:pt x="34" y="16"/>
                  </a:lnTo>
                  <a:lnTo>
                    <a:pt x="22" y="4"/>
                  </a:lnTo>
                  <a:lnTo>
                    <a:pt x="18" y="2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4"/>
                  </a:lnTo>
                  <a:lnTo>
                    <a:pt x="2" y="8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2" y="24"/>
                  </a:lnTo>
                  <a:lnTo>
                    <a:pt x="8" y="36"/>
                  </a:lnTo>
                  <a:lnTo>
                    <a:pt x="22" y="52"/>
                  </a:lnTo>
                  <a:lnTo>
                    <a:pt x="36" y="66"/>
                  </a:lnTo>
                  <a:lnTo>
                    <a:pt x="56" y="82"/>
                  </a:lnTo>
                  <a:lnTo>
                    <a:pt x="76" y="96"/>
                  </a:lnTo>
                  <a:lnTo>
                    <a:pt x="92" y="106"/>
                  </a:lnTo>
                  <a:lnTo>
                    <a:pt x="114" y="118"/>
                  </a:lnTo>
                  <a:lnTo>
                    <a:pt x="108" y="122"/>
                  </a:lnTo>
                  <a:lnTo>
                    <a:pt x="106" y="126"/>
                  </a:lnTo>
                  <a:lnTo>
                    <a:pt x="104" y="132"/>
                  </a:lnTo>
                  <a:lnTo>
                    <a:pt x="106" y="138"/>
                  </a:lnTo>
                  <a:lnTo>
                    <a:pt x="110" y="142"/>
                  </a:lnTo>
                  <a:lnTo>
                    <a:pt x="116" y="148"/>
                  </a:lnTo>
                  <a:lnTo>
                    <a:pt x="110" y="14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9" name="Freeform 169"/>
            <p:cNvSpPr/>
            <p:nvPr/>
          </p:nvSpPr>
          <p:spPr>
            <a:xfrm>
              <a:off x="535" y="531"/>
              <a:ext cx="58" cy="4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4" y="0"/>
                </a:cxn>
                <a:cxn ang="0">
                  <a:pos x="10" y="2"/>
                </a:cxn>
                <a:cxn ang="0">
                  <a:pos x="4" y="4"/>
                </a:cxn>
                <a:cxn ang="0">
                  <a:pos x="2" y="6"/>
                </a:cxn>
                <a:cxn ang="0">
                  <a:pos x="2" y="6"/>
                </a:cxn>
                <a:cxn ang="0">
                  <a:pos x="0" y="10"/>
                </a:cxn>
                <a:cxn ang="0">
                  <a:pos x="2" y="14"/>
                </a:cxn>
                <a:cxn ang="0">
                  <a:pos x="4" y="18"/>
                </a:cxn>
                <a:cxn ang="0">
                  <a:pos x="20" y="30"/>
                </a:cxn>
                <a:cxn ang="0">
                  <a:pos x="20" y="30"/>
                </a:cxn>
                <a:cxn ang="0">
                  <a:pos x="20" y="28"/>
                </a:cxn>
                <a:cxn ang="0">
                  <a:pos x="20" y="24"/>
                </a:cxn>
                <a:cxn ang="0">
                  <a:pos x="22" y="20"/>
                </a:cxn>
                <a:cxn ang="0">
                  <a:pos x="24" y="18"/>
                </a:cxn>
                <a:cxn ang="0">
                  <a:pos x="28" y="18"/>
                </a:cxn>
                <a:cxn ang="0">
                  <a:pos x="28" y="18"/>
                </a:cxn>
                <a:cxn ang="0">
                  <a:pos x="34" y="20"/>
                </a:cxn>
                <a:cxn ang="0">
                  <a:pos x="38" y="22"/>
                </a:cxn>
                <a:cxn ang="0">
                  <a:pos x="46" y="32"/>
                </a:cxn>
                <a:cxn ang="0">
                  <a:pos x="52" y="46"/>
                </a:cxn>
                <a:cxn ang="0">
                  <a:pos x="52" y="46"/>
                </a:cxn>
                <a:cxn ang="0">
                  <a:pos x="54" y="36"/>
                </a:cxn>
                <a:cxn ang="0">
                  <a:pos x="58" y="26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0" b="0"/>
              <a:pathLst>
                <a:path w="58" h="46">
                  <a:moveTo>
                    <a:pt x="14" y="0"/>
                  </a:moveTo>
                  <a:lnTo>
                    <a:pt x="14" y="0"/>
                  </a:lnTo>
                  <a:lnTo>
                    <a:pt x="10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10"/>
                  </a:lnTo>
                  <a:lnTo>
                    <a:pt x="2" y="14"/>
                  </a:lnTo>
                  <a:lnTo>
                    <a:pt x="4" y="18"/>
                  </a:lnTo>
                  <a:lnTo>
                    <a:pt x="20" y="30"/>
                  </a:lnTo>
                  <a:lnTo>
                    <a:pt x="20" y="28"/>
                  </a:lnTo>
                  <a:lnTo>
                    <a:pt x="20" y="24"/>
                  </a:lnTo>
                  <a:lnTo>
                    <a:pt x="22" y="20"/>
                  </a:lnTo>
                  <a:lnTo>
                    <a:pt x="24" y="18"/>
                  </a:lnTo>
                  <a:lnTo>
                    <a:pt x="28" y="18"/>
                  </a:lnTo>
                  <a:lnTo>
                    <a:pt x="34" y="20"/>
                  </a:lnTo>
                  <a:lnTo>
                    <a:pt x="38" y="22"/>
                  </a:lnTo>
                  <a:lnTo>
                    <a:pt x="46" y="32"/>
                  </a:lnTo>
                  <a:lnTo>
                    <a:pt x="52" y="46"/>
                  </a:lnTo>
                  <a:lnTo>
                    <a:pt x="54" y="36"/>
                  </a:lnTo>
                  <a:lnTo>
                    <a:pt x="58" y="26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0" name="Freeform 170"/>
            <p:cNvSpPr/>
            <p:nvPr/>
          </p:nvSpPr>
          <p:spPr>
            <a:xfrm>
              <a:off x="778" y="225"/>
              <a:ext cx="755" cy="744"/>
            </a:xfrm>
            <a:custGeom>
              <a:avLst/>
              <a:gdLst/>
              <a:ahLst/>
              <a:cxnLst>
                <a:cxn ang="0">
                  <a:pos x="464" y="10"/>
                </a:cxn>
                <a:cxn ang="0">
                  <a:pos x="388" y="0"/>
                </a:cxn>
                <a:cxn ang="0">
                  <a:pos x="314" y="4"/>
                </a:cxn>
                <a:cxn ang="0">
                  <a:pos x="244" y="24"/>
                </a:cxn>
                <a:cxn ang="0">
                  <a:pos x="180" y="54"/>
                </a:cxn>
                <a:cxn ang="0">
                  <a:pos x="122" y="98"/>
                </a:cxn>
                <a:cxn ang="0">
                  <a:pos x="72" y="150"/>
                </a:cxn>
                <a:cxn ang="0">
                  <a:pos x="36" y="214"/>
                </a:cxn>
                <a:cxn ang="0">
                  <a:pos x="10" y="284"/>
                </a:cxn>
                <a:cxn ang="0">
                  <a:pos x="4" y="322"/>
                </a:cxn>
                <a:cxn ang="0">
                  <a:pos x="0" y="396"/>
                </a:cxn>
                <a:cxn ang="0">
                  <a:pos x="14" y="468"/>
                </a:cxn>
                <a:cxn ang="0">
                  <a:pos x="40" y="534"/>
                </a:cxn>
                <a:cxn ang="0">
                  <a:pos x="78" y="596"/>
                </a:cxn>
                <a:cxn ang="0">
                  <a:pos x="126" y="648"/>
                </a:cxn>
                <a:cxn ang="0">
                  <a:pos x="186" y="692"/>
                </a:cxn>
                <a:cxn ang="0">
                  <a:pos x="254" y="724"/>
                </a:cxn>
                <a:cxn ang="0">
                  <a:pos x="290" y="734"/>
                </a:cxn>
                <a:cxn ang="0">
                  <a:pos x="366" y="744"/>
                </a:cxn>
                <a:cxn ang="0">
                  <a:pos x="440" y="740"/>
                </a:cxn>
                <a:cxn ang="0">
                  <a:pos x="510" y="722"/>
                </a:cxn>
                <a:cxn ang="0">
                  <a:pos x="575" y="690"/>
                </a:cxn>
                <a:cxn ang="0">
                  <a:pos x="633" y="648"/>
                </a:cxn>
                <a:cxn ang="0">
                  <a:pos x="681" y="594"/>
                </a:cxn>
                <a:cxn ang="0">
                  <a:pos x="719" y="532"/>
                </a:cxn>
                <a:cxn ang="0">
                  <a:pos x="745" y="460"/>
                </a:cxn>
                <a:cxn ang="0">
                  <a:pos x="751" y="422"/>
                </a:cxn>
                <a:cxn ang="0">
                  <a:pos x="753" y="348"/>
                </a:cxn>
                <a:cxn ang="0">
                  <a:pos x="741" y="278"/>
                </a:cxn>
                <a:cxn ang="0">
                  <a:pos x="715" y="210"/>
                </a:cxn>
                <a:cxn ang="0">
                  <a:pos x="677" y="150"/>
                </a:cxn>
                <a:cxn ang="0">
                  <a:pos x="627" y="96"/>
                </a:cxn>
                <a:cxn ang="0">
                  <a:pos x="570" y="52"/>
                </a:cxn>
                <a:cxn ang="0">
                  <a:pos x="502" y="22"/>
                </a:cxn>
                <a:cxn ang="0">
                  <a:pos x="464" y="10"/>
                </a:cxn>
              </a:cxnLst>
              <a:rect l="0" t="0" r="0" b="0"/>
              <a:pathLst>
                <a:path w="755" h="744">
                  <a:moveTo>
                    <a:pt x="464" y="10"/>
                  </a:moveTo>
                  <a:lnTo>
                    <a:pt x="464" y="10"/>
                  </a:lnTo>
                  <a:lnTo>
                    <a:pt x="426" y="4"/>
                  </a:lnTo>
                  <a:lnTo>
                    <a:pt x="388" y="0"/>
                  </a:lnTo>
                  <a:lnTo>
                    <a:pt x="352" y="0"/>
                  </a:lnTo>
                  <a:lnTo>
                    <a:pt x="314" y="4"/>
                  </a:lnTo>
                  <a:lnTo>
                    <a:pt x="278" y="12"/>
                  </a:lnTo>
                  <a:lnTo>
                    <a:pt x="244" y="24"/>
                  </a:lnTo>
                  <a:lnTo>
                    <a:pt x="210" y="38"/>
                  </a:lnTo>
                  <a:lnTo>
                    <a:pt x="180" y="54"/>
                  </a:lnTo>
                  <a:lnTo>
                    <a:pt x="150" y="74"/>
                  </a:lnTo>
                  <a:lnTo>
                    <a:pt x="122" y="98"/>
                  </a:lnTo>
                  <a:lnTo>
                    <a:pt x="96" y="122"/>
                  </a:lnTo>
                  <a:lnTo>
                    <a:pt x="72" y="150"/>
                  </a:lnTo>
                  <a:lnTo>
                    <a:pt x="52" y="180"/>
                  </a:lnTo>
                  <a:lnTo>
                    <a:pt x="36" y="214"/>
                  </a:lnTo>
                  <a:lnTo>
                    <a:pt x="20" y="248"/>
                  </a:lnTo>
                  <a:lnTo>
                    <a:pt x="10" y="284"/>
                  </a:lnTo>
                  <a:lnTo>
                    <a:pt x="4" y="322"/>
                  </a:lnTo>
                  <a:lnTo>
                    <a:pt x="0" y="358"/>
                  </a:lnTo>
                  <a:lnTo>
                    <a:pt x="0" y="396"/>
                  </a:lnTo>
                  <a:lnTo>
                    <a:pt x="6" y="432"/>
                  </a:lnTo>
                  <a:lnTo>
                    <a:pt x="14" y="468"/>
                  </a:lnTo>
                  <a:lnTo>
                    <a:pt x="24" y="502"/>
                  </a:lnTo>
                  <a:lnTo>
                    <a:pt x="40" y="534"/>
                  </a:lnTo>
                  <a:lnTo>
                    <a:pt x="56" y="566"/>
                  </a:lnTo>
                  <a:lnTo>
                    <a:pt x="78" y="596"/>
                  </a:lnTo>
                  <a:lnTo>
                    <a:pt x="100" y="624"/>
                  </a:lnTo>
                  <a:lnTo>
                    <a:pt x="126" y="648"/>
                  </a:lnTo>
                  <a:lnTo>
                    <a:pt x="154" y="672"/>
                  </a:lnTo>
                  <a:lnTo>
                    <a:pt x="186" y="692"/>
                  </a:lnTo>
                  <a:lnTo>
                    <a:pt x="218" y="710"/>
                  </a:lnTo>
                  <a:lnTo>
                    <a:pt x="254" y="724"/>
                  </a:lnTo>
                  <a:lnTo>
                    <a:pt x="290" y="734"/>
                  </a:lnTo>
                  <a:lnTo>
                    <a:pt x="328" y="742"/>
                  </a:lnTo>
                  <a:lnTo>
                    <a:pt x="366" y="744"/>
                  </a:lnTo>
                  <a:lnTo>
                    <a:pt x="404" y="744"/>
                  </a:lnTo>
                  <a:lnTo>
                    <a:pt x="440" y="740"/>
                  </a:lnTo>
                  <a:lnTo>
                    <a:pt x="476" y="732"/>
                  </a:lnTo>
                  <a:lnTo>
                    <a:pt x="510" y="722"/>
                  </a:lnTo>
                  <a:lnTo>
                    <a:pt x="544" y="708"/>
                  </a:lnTo>
                  <a:lnTo>
                    <a:pt x="575" y="690"/>
                  </a:lnTo>
                  <a:lnTo>
                    <a:pt x="605" y="670"/>
                  </a:lnTo>
                  <a:lnTo>
                    <a:pt x="633" y="648"/>
                  </a:lnTo>
                  <a:lnTo>
                    <a:pt x="659" y="622"/>
                  </a:lnTo>
                  <a:lnTo>
                    <a:pt x="681" y="594"/>
                  </a:lnTo>
                  <a:lnTo>
                    <a:pt x="701" y="564"/>
                  </a:lnTo>
                  <a:lnTo>
                    <a:pt x="719" y="532"/>
                  </a:lnTo>
                  <a:lnTo>
                    <a:pt x="733" y="496"/>
                  </a:lnTo>
                  <a:lnTo>
                    <a:pt x="745" y="460"/>
                  </a:lnTo>
                  <a:lnTo>
                    <a:pt x="751" y="422"/>
                  </a:lnTo>
                  <a:lnTo>
                    <a:pt x="755" y="386"/>
                  </a:lnTo>
                  <a:lnTo>
                    <a:pt x="753" y="348"/>
                  </a:lnTo>
                  <a:lnTo>
                    <a:pt x="749" y="312"/>
                  </a:lnTo>
                  <a:lnTo>
                    <a:pt x="741" y="278"/>
                  </a:lnTo>
                  <a:lnTo>
                    <a:pt x="729" y="244"/>
                  </a:lnTo>
                  <a:lnTo>
                    <a:pt x="715" y="210"/>
                  </a:lnTo>
                  <a:lnTo>
                    <a:pt x="697" y="178"/>
                  </a:lnTo>
                  <a:lnTo>
                    <a:pt x="677" y="150"/>
                  </a:lnTo>
                  <a:lnTo>
                    <a:pt x="653" y="122"/>
                  </a:lnTo>
                  <a:lnTo>
                    <a:pt x="627" y="96"/>
                  </a:lnTo>
                  <a:lnTo>
                    <a:pt x="599" y="74"/>
                  </a:lnTo>
                  <a:lnTo>
                    <a:pt x="570" y="52"/>
                  </a:lnTo>
                  <a:lnTo>
                    <a:pt x="536" y="36"/>
                  </a:lnTo>
                  <a:lnTo>
                    <a:pt x="502" y="22"/>
                  </a:lnTo>
                  <a:lnTo>
                    <a:pt x="464" y="10"/>
                  </a:lnTo>
                  <a:close/>
                </a:path>
              </a:pathLst>
            </a:custGeom>
            <a:solidFill>
              <a:srgbClr val="129F4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1" name="Freeform 171"/>
            <p:cNvSpPr/>
            <p:nvPr/>
          </p:nvSpPr>
          <p:spPr>
            <a:xfrm>
              <a:off x="796" y="233"/>
              <a:ext cx="715" cy="714"/>
            </a:xfrm>
            <a:custGeom>
              <a:avLst/>
              <a:gdLst/>
              <a:ahLst/>
              <a:cxnLst>
                <a:cxn ang="0">
                  <a:pos x="442" y="8"/>
                </a:cxn>
                <a:cxn ang="0">
                  <a:pos x="370" y="0"/>
                </a:cxn>
                <a:cxn ang="0">
                  <a:pos x="300" y="4"/>
                </a:cxn>
                <a:cxn ang="0">
                  <a:pos x="232" y="22"/>
                </a:cxn>
                <a:cxn ang="0">
                  <a:pos x="170" y="52"/>
                </a:cxn>
                <a:cxn ang="0">
                  <a:pos x="116" y="94"/>
                </a:cxn>
                <a:cxn ang="0">
                  <a:pos x="70" y="144"/>
                </a:cxn>
                <a:cxn ang="0">
                  <a:pos x="34" y="204"/>
                </a:cxn>
                <a:cxn ang="0">
                  <a:pos x="10" y="274"/>
                </a:cxn>
                <a:cxn ang="0">
                  <a:pos x="2" y="310"/>
                </a:cxn>
                <a:cxn ang="0">
                  <a:pos x="0" y="380"/>
                </a:cxn>
                <a:cxn ang="0">
                  <a:pos x="12" y="450"/>
                </a:cxn>
                <a:cxn ang="0">
                  <a:pos x="36" y="514"/>
                </a:cxn>
                <a:cxn ang="0">
                  <a:pos x="72" y="572"/>
                </a:cxn>
                <a:cxn ang="0">
                  <a:pos x="118" y="622"/>
                </a:cxn>
                <a:cxn ang="0">
                  <a:pos x="176" y="664"/>
                </a:cxn>
                <a:cxn ang="0">
                  <a:pos x="240" y="694"/>
                </a:cxn>
                <a:cxn ang="0">
                  <a:pos x="274" y="704"/>
                </a:cxn>
                <a:cxn ang="0">
                  <a:pos x="346" y="714"/>
                </a:cxn>
                <a:cxn ang="0">
                  <a:pos x="416" y="710"/>
                </a:cxn>
                <a:cxn ang="0">
                  <a:pos x="484" y="692"/>
                </a:cxn>
                <a:cxn ang="0">
                  <a:pos x="546" y="662"/>
                </a:cxn>
                <a:cxn ang="0">
                  <a:pos x="599" y="620"/>
                </a:cxn>
                <a:cxn ang="0">
                  <a:pos x="645" y="570"/>
                </a:cxn>
                <a:cxn ang="0">
                  <a:pos x="681" y="508"/>
                </a:cxn>
                <a:cxn ang="0">
                  <a:pos x="705" y="440"/>
                </a:cxn>
                <a:cxn ang="0">
                  <a:pos x="713" y="404"/>
                </a:cxn>
                <a:cxn ang="0">
                  <a:pos x="715" y="334"/>
                </a:cxn>
                <a:cxn ang="0">
                  <a:pos x="703" y="264"/>
                </a:cxn>
                <a:cxn ang="0">
                  <a:pos x="679" y="200"/>
                </a:cxn>
                <a:cxn ang="0">
                  <a:pos x="643" y="142"/>
                </a:cxn>
                <a:cxn ang="0">
                  <a:pos x="597" y="90"/>
                </a:cxn>
                <a:cxn ang="0">
                  <a:pos x="542" y="50"/>
                </a:cxn>
                <a:cxn ang="0">
                  <a:pos x="476" y="20"/>
                </a:cxn>
                <a:cxn ang="0">
                  <a:pos x="442" y="8"/>
                </a:cxn>
              </a:cxnLst>
              <a:rect l="0" t="0" r="0" b="0"/>
              <a:pathLst>
                <a:path w="715" h="714">
                  <a:moveTo>
                    <a:pt x="442" y="8"/>
                  </a:moveTo>
                  <a:lnTo>
                    <a:pt x="442" y="8"/>
                  </a:lnTo>
                  <a:lnTo>
                    <a:pt x="406" y="2"/>
                  </a:lnTo>
                  <a:lnTo>
                    <a:pt x="370" y="0"/>
                  </a:lnTo>
                  <a:lnTo>
                    <a:pt x="334" y="0"/>
                  </a:lnTo>
                  <a:lnTo>
                    <a:pt x="300" y="4"/>
                  </a:lnTo>
                  <a:lnTo>
                    <a:pt x="266" y="12"/>
                  </a:lnTo>
                  <a:lnTo>
                    <a:pt x="232" y="22"/>
                  </a:lnTo>
                  <a:lnTo>
                    <a:pt x="200" y="36"/>
                  </a:lnTo>
                  <a:lnTo>
                    <a:pt x="170" y="52"/>
                  </a:lnTo>
                  <a:lnTo>
                    <a:pt x="142" y="72"/>
                  </a:lnTo>
                  <a:lnTo>
                    <a:pt x="116" y="94"/>
                  </a:lnTo>
                  <a:lnTo>
                    <a:pt x="92" y="118"/>
                  </a:lnTo>
                  <a:lnTo>
                    <a:pt x="70" y="144"/>
                  </a:lnTo>
                  <a:lnTo>
                    <a:pt x="50" y="174"/>
                  </a:lnTo>
                  <a:lnTo>
                    <a:pt x="34" y="204"/>
                  </a:lnTo>
                  <a:lnTo>
                    <a:pt x="20" y="238"/>
                  </a:lnTo>
                  <a:lnTo>
                    <a:pt x="10" y="274"/>
                  </a:lnTo>
                  <a:lnTo>
                    <a:pt x="2" y="310"/>
                  </a:lnTo>
                  <a:lnTo>
                    <a:pt x="0" y="344"/>
                  </a:lnTo>
                  <a:lnTo>
                    <a:pt x="0" y="380"/>
                  </a:lnTo>
                  <a:lnTo>
                    <a:pt x="4" y="416"/>
                  </a:lnTo>
                  <a:lnTo>
                    <a:pt x="12" y="450"/>
                  </a:lnTo>
                  <a:lnTo>
                    <a:pt x="22" y="482"/>
                  </a:lnTo>
                  <a:lnTo>
                    <a:pt x="36" y="514"/>
                  </a:lnTo>
                  <a:lnTo>
                    <a:pt x="52" y="544"/>
                  </a:lnTo>
                  <a:lnTo>
                    <a:pt x="72" y="572"/>
                  </a:lnTo>
                  <a:lnTo>
                    <a:pt x="94" y="598"/>
                  </a:lnTo>
                  <a:lnTo>
                    <a:pt x="118" y="622"/>
                  </a:lnTo>
                  <a:lnTo>
                    <a:pt x="146" y="644"/>
                  </a:lnTo>
                  <a:lnTo>
                    <a:pt x="176" y="664"/>
                  </a:lnTo>
                  <a:lnTo>
                    <a:pt x="206" y="680"/>
                  </a:lnTo>
                  <a:lnTo>
                    <a:pt x="240" y="694"/>
                  </a:lnTo>
                  <a:lnTo>
                    <a:pt x="274" y="704"/>
                  </a:lnTo>
                  <a:lnTo>
                    <a:pt x="310" y="712"/>
                  </a:lnTo>
                  <a:lnTo>
                    <a:pt x="346" y="714"/>
                  </a:lnTo>
                  <a:lnTo>
                    <a:pt x="382" y="714"/>
                  </a:lnTo>
                  <a:lnTo>
                    <a:pt x="416" y="710"/>
                  </a:lnTo>
                  <a:lnTo>
                    <a:pt x="450" y="702"/>
                  </a:lnTo>
                  <a:lnTo>
                    <a:pt x="484" y="692"/>
                  </a:lnTo>
                  <a:lnTo>
                    <a:pt x="516" y="678"/>
                  </a:lnTo>
                  <a:lnTo>
                    <a:pt x="546" y="662"/>
                  </a:lnTo>
                  <a:lnTo>
                    <a:pt x="573" y="642"/>
                  </a:lnTo>
                  <a:lnTo>
                    <a:pt x="599" y="620"/>
                  </a:lnTo>
                  <a:lnTo>
                    <a:pt x="623" y="596"/>
                  </a:lnTo>
                  <a:lnTo>
                    <a:pt x="645" y="570"/>
                  </a:lnTo>
                  <a:lnTo>
                    <a:pt x="665" y="540"/>
                  </a:lnTo>
                  <a:lnTo>
                    <a:pt x="681" y="508"/>
                  </a:lnTo>
                  <a:lnTo>
                    <a:pt x="695" y="476"/>
                  </a:lnTo>
                  <a:lnTo>
                    <a:pt x="705" y="440"/>
                  </a:lnTo>
                  <a:lnTo>
                    <a:pt x="713" y="404"/>
                  </a:lnTo>
                  <a:lnTo>
                    <a:pt x="715" y="368"/>
                  </a:lnTo>
                  <a:lnTo>
                    <a:pt x="715" y="334"/>
                  </a:lnTo>
                  <a:lnTo>
                    <a:pt x="711" y="298"/>
                  </a:lnTo>
                  <a:lnTo>
                    <a:pt x="703" y="264"/>
                  </a:lnTo>
                  <a:lnTo>
                    <a:pt x="693" y="232"/>
                  </a:lnTo>
                  <a:lnTo>
                    <a:pt x="679" y="200"/>
                  </a:lnTo>
                  <a:lnTo>
                    <a:pt x="663" y="170"/>
                  </a:lnTo>
                  <a:lnTo>
                    <a:pt x="643" y="142"/>
                  </a:lnTo>
                  <a:lnTo>
                    <a:pt x="621" y="116"/>
                  </a:lnTo>
                  <a:lnTo>
                    <a:pt x="597" y="90"/>
                  </a:lnTo>
                  <a:lnTo>
                    <a:pt x="569" y="68"/>
                  </a:lnTo>
                  <a:lnTo>
                    <a:pt x="542" y="50"/>
                  </a:lnTo>
                  <a:lnTo>
                    <a:pt x="510" y="32"/>
                  </a:lnTo>
                  <a:lnTo>
                    <a:pt x="476" y="20"/>
                  </a:lnTo>
                  <a:lnTo>
                    <a:pt x="442" y="8"/>
                  </a:lnTo>
                  <a:close/>
                </a:path>
              </a:pathLst>
            </a:custGeom>
            <a:solidFill>
              <a:srgbClr val="94C93D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2" name="Freeform 172"/>
            <p:cNvSpPr/>
            <p:nvPr/>
          </p:nvSpPr>
          <p:spPr>
            <a:xfrm>
              <a:off x="804" y="237"/>
              <a:ext cx="701" cy="700"/>
            </a:xfrm>
            <a:custGeom>
              <a:avLst/>
              <a:gdLst/>
              <a:ahLst/>
              <a:cxnLst>
                <a:cxn ang="0">
                  <a:pos x="432" y="10"/>
                </a:cxn>
                <a:cxn ang="0">
                  <a:pos x="362" y="0"/>
                </a:cxn>
                <a:cxn ang="0">
                  <a:pos x="294" y="4"/>
                </a:cxn>
                <a:cxn ang="0">
                  <a:pos x="228" y="22"/>
                </a:cxn>
                <a:cxn ang="0">
                  <a:pos x="168" y="52"/>
                </a:cxn>
                <a:cxn ang="0">
                  <a:pos x="114" y="92"/>
                </a:cxn>
                <a:cxn ang="0">
                  <a:pos x="68" y="142"/>
                </a:cxn>
                <a:cxn ang="0">
                  <a:pos x="32" y="202"/>
                </a:cxn>
                <a:cxn ang="0">
                  <a:pos x="10" y="268"/>
                </a:cxn>
                <a:cxn ang="0">
                  <a:pos x="2" y="304"/>
                </a:cxn>
                <a:cxn ang="0">
                  <a:pos x="0" y="374"/>
                </a:cxn>
                <a:cxn ang="0">
                  <a:pos x="12" y="440"/>
                </a:cxn>
                <a:cxn ang="0">
                  <a:pos x="36" y="504"/>
                </a:cxn>
                <a:cxn ang="0">
                  <a:pos x="70" y="562"/>
                </a:cxn>
                <a:cxn ang="0">
                  <a:pos x="116" y="610"/>
                </a:cxn>
                <a:cxn ang="0">
                  <a:pos x="172" y="652"/>
                </a:cxn>
                <a:cxn ang="0">
                  <a:pos x="234" y="680"/>
                </a:cxn>
                <a:cxn ang="0">
                  <a:pos x="270" y="692"/>
                </a:cxn>
                <a:cxn ang="0">
                  <a:pos x="340" y="700"/>
                </a:cxn>
                <a:cxn ang="0">
                  <a:pos x="408" y="696"/>
                </a:cxn>
                <a:cxn ang="0">
                  <a:pos x="474" y="678"/>
                </a:cxn>
                <a:cxn ang="0">
                  <a:pos x="534" y="648"/>
                </a:cxn>
                <a:cxn ang="0">
                  <a:pos x="587" y="608"/>
                </a:cxn>
                <a:cxn ang="0">
                  <a:pos x="633" y="558"/>
                </a:cxn>
                <a:cxn ang="0">
                  <a:pos x="667" y="500"/>
                </a:cxn>
                <a:cxn ang="0">
                  <a:pos x="691" y="432"/>
                </a:cxn>
                <a:cxn ang="0">
                  <a:pos x="697" y="398"/>
                </a:cxn>
                <a:cxn ang="0">
                  <a:pos x="699" y="328"/>
                </a:cxn>
                <a:cxn ang="0">
                  <a:pos x="689" y="260"/>
                </a:cxn>
                <a:cxn ang="0">
                  <a:pos x="665" y="198"/>
                </a:cxn>
                <a:cxn ang="0">
                  <a:pos x="629" y="140"/>
                </a:cxn>
                <a:cxn ang="0">
                  <a:pos x="583" y="90"/>
                </a:cxn>
                <a:cxn ang="0">
                  <a:pos x="530" y="50"/>
                </a:cxn>
                <a:cxn ang="0">
                  <a:pos x="466" y="20"/>
                </a:cxn>
                <a:cxn ang="0">
                  <a:pos x="432" y="10"/>
                </a:cxn>
              </a:cxnLst>
              <a:rect l="0" t="0" r="0" b="0"/>
              <a:pathLst>
                <a:path w="701" h="700">
                  <a:moveTo>
                    <a:pt x="432" y="10"/>
                  </a:moveTo>
                  <a:lnTo>
                    <a:pt x="432" y="10"/>
                  </a:lnTo>
                  <a:lnTo>
                    <a:pt x="398" y="4"/>
                  </a:lnTo>
                  <a:lnTo>
                    <a:pt x="362" y="0"/>
                  </a:lnTo>
                  <a:lnTo>
                    <a:pt x="328" y="0"/>
                  </a:lnTo>
                  <a:lnTo>
                    <a:pt x="294" y="4"/>
                  </a:lnTo>
                  <a:lnTo>
                    <a:pt x="260" y="12"/>
                  </a:lnTo>
                  <a:lnTo>
                    <a:pt x="228" y="22"/>
                  </a:lnTo>
                  <a:lnTo>
                    <a:pt x="196" y="36"/>
                  </a:lnTo>
                  <a:lnTo>
                    <a:pt x="168" y="52"/>
                  </a:lnTo>
                  <a:lnTo>
                    <a:pt x="140" y="70"/>
                  </a:lnTo>
                  <a:lnTo>
                    <a:pt x="114" y="92"/>
                  </a:lnTo>
                  <a:lnTo>
                    <a:pt x="90" y="116"/>
                  </a:lnTo>
                  <a:lnTo>
                    <a:pt x="68" y="142"/>
                  </a:lnTo>
                  <a:lnTo>
                    <a:pt x="50" y="172"/>
                  </a:lnTo>
                  <a:lnTo>
                    <a:pt x="32" y="202"/>
                  </a:lnTo>
                  <a:lnTo>
                    <a:pt x="20" y="234"/>
                  </a:lnTo>
                  <a:lnTo>
                    <a:pt x="10" y="268"/>
                  </a:lnTo>
                  <a:lnTo>
                    <a:pt x="2" y="304"/>
                  </a:lnTo>
                  <a:lnTo>
                    <a:pt x="0" y="338"/>
                  </a:lnTo>
                  <a:lnTo>
                    <a:pt x="0" y="374"/>
                  </a:lnTo>
                  <a:lnTo>
                    <a:pt x="4" y="408"/>
                  </a:lnTo>
                  <a:lnTo>
                    <a:pt x="12" y="440"/>
                  </a:lnTo>
                  <a:lnTo>
                    <a:pt x="22" y="472"/>
                  </a:lnTo>
                  <a:lnTo>
                    <a:pt x="36" y="504"/>
                  </a:lnTo>
                  <a:lnTo>
                    <a:pt x="52" y="534"/>
                  </a:lnTo>
                  <a:lnTo>
                    <a:pt x="70" y="562"/>
                  </a:lnTo>
                  <a:lnTo>
                    <a:pt x="92" y="588"/>
                  </a:lnTo>
                  <a:lnTo>
                    <a:pt x="116" y="610"/>
                  </a:lnTo>
                  <a:lnTo>
                    <a:pt x="142" y="632"/>
                  </a:lnTo>
                  <a:lnTo>
                    <a:pt x="172" y="652"/>
                  </a:lnTo>
                  <a:lnTo>
                    <a:pt x="202" y="668"/>
                  </a:lnTo>
                  <a:lnTo>
                    <a:pt x="234" y="680"/>
                  </a:lnTo>
                  <a:lnTo>
                    <a:pt x="270" y="692"/>
                  </a:lnTo>
                  <a:lnTo>
                    <a:pt x="304" y="698"/>
                  </a:lnTo>
                  <a:lnTo>
                    <a:pt x="340" y="700"/>
                  </a:lnTo>
                  <a:lnTo>
                    <a:pt x="374" y="700"/>
                  </a:lnTo>
                  <a:lnTo>
                    <a:pt x="408" y="696"/>
                  </a:lnTo>
                  <a:lnTo>
                    <a:pt x="442" y="688"/>
                  </a:lnTo>
                  <a:lnTo>
                    <a:pt x="474" y="678"/>
                  </a:lnTo>
                  <a:lnTo>
                    <a:pt x="504" y="666"/>
                  </a:lnTo>
                  <a:lnTo>
                    <a:pt x="534" y="648"/>
                  </a:lnTo>
                  <a:lnTo>
                    <a:pt x="561" y="630"/>
                  </a:lnTo>
                  <a:lnTo>
                    <a:pt x="587" y="608"/>
                  </a:lnTo>
                  <a:lnTo>
                    <a:pt x="611" y="584"/>
                  </a:lnTo>
                  <a:lnTo>
                    <a:pt x="633" y="558"/>
                  </a:lnTo>
                  <a:lnTo>
                    <a:pt x="651" y="530"/>
                  </a:lnTo>
                  <a:lnTo>
                    <a:pt x="667" y="500"/>
                  </a:lnTo>
                  <a:lnTo>
                    <a:pt x="681" y="466"/>
                  </a:lnTo>
                  <a:lnTo>
                    <a:pt x="691" y="432"/>
                  </a:lnTo>
                  <a:lnTo>
                    <a:pt x="697" y="398"/>
                  </a:lnTo>
                  <a:lnTo>
                    <a:pt x="701" y="362"/>
                  </a:lnTo>
                  <a:lnTo>
                    <a:pt x="699" y="328"/>
                  </a:lnTo>
                  <a:lnTo>
                    <a:pt x="695" y="294"/>
                  </a:lnTo>
                  <a:lnTo>
                    <a:pt x="689" y="260"/>
                  </a:lnTo>
                  <a:lnTo>
                    <a:pt x="679" y="228"/>
                  </a:lnTo>
                  <a:lnTo>
                    <a:pt x="665" y="198"/>
                  </a:lnTo>
                  <a:lnTo>
                    <a:pt x="649" y="168"/>
                  </a:lnTo>
                  <a:lnTo>
                    <a:pt x="629" y="140"/>
                  </a:lnTo>
                  <a:lnTo>
                    <a:pt x="607" y="114"/>
                  </a:lnTo>
                  <a:lnTo>
                    <a:pt x="583" y="90"/>
                  </a:lnTo>
                  <a:lnTo>
                    <a:pt x="557" y="68"/>
                  </a:lnTo>
                  <a:lnTo>
                    <a:pt x="530" y="50"/>
                  </a:lnTo>
                  <a:lnTo>
                    <a:pt x="500" y="34"/>
                  </a:lnTo>
                  <a:lnTo>
                    <a:pt x="466" y="20"/>
                  </a:lnTo>
                  <a:lnTo>
                    <a:pt x="432" y="10"/>
                  </a:lnTo>
                  <a:close/>
                </a:path>
              </a:pathLst>
            </a:custGeom>
            <a:solidFill>
              <a:srgbClr val="96C93D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3" name="Freeform 173"/>
            <p:cNvSpPr/>
            <p:nvPr/>
          </p:nvSpPr>
          <p:spPr>
            <a:xfrm>
              <a:off x="812" y="243"/>
              <a:ext cx="685" cy="684"/>
            </a:xfrm>
            <a:custGeom>
              <a:avLst/>
              <a:gdLst/>
              <a:ahLst/>
              <a:cxnLst>
                <a:cxn ang="0">
                  <a:pos x="424" y="8"/>
                </a:cxn>
                <a:cxn ang="0">
                  <a:pos x="354" y="0"/>
                </a:cxn>
                <a:cxn ang="0">
                  <a:pos x="288" y="4"/>
                </a:cxn>
                <a:cxn ang="0">
                  <a:pos x="224" y="22"/>
                </a:cxn>
                <a:cxn ang="0">
                  <a:pos x="164" y="50"/>
                </a:cxn>
                <a:cxn ang="0">
                  <a:pos x="112" y="90"/>
                </a:cxn>
                <a:cxn ang="0">
                  <a:pos x="66" y="138"/>
                </a:cxn>
                <a:cxn ang="0">
                  <a:pos x="32" y="196"/>
                </a:cxn>
                <a:cxn ang="0">
                  <a:pos x="10" y="262"/>
                </a:cxn>
                <a:cxn ang="0">
                  <a:pos x="2" y="296"/>
                </a:cxn>
                <a:cxn ang="0">
                  <a:pos x="0" y="364"/>
                </a:cxn>
                <a:cxn ang="0">
                  <a:pos x="12" y="430"/>
                </a:cxn>
                <a:cxn ang="0">
                  <a:pos x="36" y="492"/>
                </a:cxn>
                <a:cxn ang="0">
                  <a:pos x="70" y="548"/>
                </a:cxn>
                <a:cxn ang="0">
                  <a:pos x="114" y="596"/>
                </a:cxn>
                <a:cxn ang="0">
                  <a:pos x="168" y="636"/>
                </a:cxn>
                <a:cxn ang="0">
                  <a:pos x="230" y="666"/>
                </a:cxn>
                <a:cxn ang="0">
                  <a:pos x="264" y="676"/>
                </a:cxn>
                <a:cxn ang="0">
                  <a:pos x="332" y="684"/>
                </a:cxn>
                <a:cxn ang="0">
                  <a:pos x="400" y="680"/>
                </a:cxn>
                <a:cxn ang="0">
                  <a:pos x="464" y="662"/>
                </a:cxn>
                <a:cxn ang="0">
                  <a:pos x="522" y="634"/>
                </a:cxn>
                <a:cxn ang="0">
                  <a:pos x="575" y="594"/>
                </a:cxn>
                <a:cxn ang="0">
                  <a:pos x="619" y="546"/>
                </a:cxn>
                <a:cxn ang="0">
                  <a:pos x="653" y="488"/>
                </a:cxn>
                <a:cxn ang="0">
                  <a:pos x="677" y="422"/>
                </a:cxn>
                <a:cxn ang="0">
                  <a:pos x="683" y="388"/>
                </a:cxn>
                <a:cxn ang="0">
                  <a:pos x="685" y="320"/>
                </a:cxn>
                <a:cxn ang="0">
                  <a:pos x="673" y="254"/>
                </a:cxn>
                <a:cxn ang="0">
                  <a:pos x="651" y="192"/>
                </a:cxn>
                <a:cxn ang="0">
                  <a:pos x="617" y="136"/>
                </a:cxn>
                <a:cxn ang="0">
                  <a:pos x="571" y="88"/>
                </a:cxn>
                <a:cxn ang="0">
                  <a:pos x="518" y="48"/>
                </a:cxn>
                <a:cxn ang="0">
                  <a:pos x="456" y="18"/>
                </a:cxn>
                <a:cxn ang="0">
                  <a:pos x="424" y="8"/>
                </a:cxn>
              </a:cxnLst>
              <a:rect l="0" t="0" r="0" b="0"/>
              <a:pathLst>
                <a:path w="685" h="684">
                  <a:moveTo>
                    <a:pt x="424" y="8"/>
                  </a:moveTo>
                  <a:lnTo>
                    <a:pt x="424" y="8"/>
                  </a:lnTo>
                  <a:lnTo>
                    <a:pt x="388" y="2"/>
                  </a:lnTo>
                  <a:lnTo>
                    <a:pt x="354" y="0"/>
                  </a:lnTo>
                  <a:lnTo>
                    <a:pt x="320" y="0"/>
                  </a:lnTo>
                  <a:lnTo>
                    <a:pt x="288" y="4"/>
                  </a:lnTo>
                  <a:lnTo>
                    <a:pt x="254" y="10"/>
                  </a:lnTo>
                  <a:lnTo>
                    <a:pt x="224" y="22"/>
                  </a:lnTo>
                  <a:lnTo>
                    <a:pt x="192" y="34"/>
                  </a:lnTo>
                  <a:lnTo>
                    <a:pt x="164" y="50"/>
                  </a:lnTo>
                  <a:lnTo>
                    <a:pt x="136" y="68"/>
                  </a:lnTo>
                  <a:lnTo>
                    <a:pt x="112" y="90"/>
                  </a:lnTo>
                  <a:lnTo>
                    <a:pt x="88" y="114"/>
                  </a:lnTo>
                  <a:lnTo>
                    <a:pt x="66" y="138"/>
                  </a:lnTo>
                  <a:lnTo>
                    <a:pt x="48" y="166"/>
                  </a:lnTo>
                  <a:lnTo>
                    <a:pt x="32" y="196"/>
                  </a:lnTo>
                  <a:lnTo>
                    <a:pt x="20" y="228"/>
                  </a:lnTo>
                  <a:lnTo>
                    <a:pt x="10" y="262"/>
                  </a:lnTo>
                  <a:lnTo>
                    <a:pt x="2" y="296"/>
                  </a:lnTo>
                  <a:lnTo>
                    <a:pt x="0" y="330"/>
                  </a:lnTo>
                  <a:lnTo>
                    <a:pt x="0" y="364"/>
                  </a:lnTo>
                  <a:lnTo>
                    <a:pt x="4" y="398"/>
                  </a:lnTo>
                  <a:lnTo>
                    <a:pt x="12" y="430"/>
                  </a:lnTo>
                  <a:lnTo>
                    <a:pt x="22" y="462"/>
                  </a:lnTo>
                  <a:lnTo>
                    <a:pt x="36" y="492"/>
                  </a:lnTo>
                  <a:lnTo>
                    <a:pt x="50" y="520"/>
                  </a:lnTo>
                  <a:lnTo>
                    <a:pt x="70" y="548"/>
                  </a:lnTo>
                  <a:lnTo>
                    <a:pt x="90" y="574"/>
                  </a:lnTo>
                  <a:lnTo>
                    <a:pt x="114" y="596"/>
                  </a:lnTo>
                  <a:lnTo>
                    <a:pt x="140" y="618"/>
                  </a:lnTo>
                  <a:lnTo>
                    <a:pt x="168" y="636"/>
                  </a:lnTo>
                  <a:lnTo>
                    <a:pt x="198" y="652"/>
                  </a:lnTo>
                  <a:lnTo>
                    <a:pt x="230" y="666"/>
                  </a:lnTo>
                  <a:lnTo>
                    <a:pt x="264" y="676"/>
                  </a:lnTo>
                  <a:lnTo>
                    <a:pt x="298" y="682"/>
                  </a:lnTo>
                  <a:lnTo>
                    <a:pt x="332" y="684"/>
                  </a:lnTo>
                  <a:lnTo>
                    <a:pt x="366" y="684"/>
                  </a:lnTo>
                  <a:lnTo>
                    <a:pt x="400" y="680"/>
                  </a:lnTo>
                  <a:lnTo>
                    <a:pt x="432" y="674"/>
                  </a:lnTo>
                  <a:lnTo>
                    <a:pt x="464" y="662"/>
                  </a:lnTo>
                  <a:lnTo>
                    <a:pt x="494" y="650"/>
                  </a:lnTo>
                  <a:lnTo>
                    <a:pt x="522" y="634"/>
                  </a:lnTo>
                  <a:lnTo>
                    <a:pt x="549" y="616"/>
                  </a:lnTo>
                  <a:lnTo>
                    <a:pt x="575" y="594"/>
                  </a:lnTo>
                  <a:lnTo>
                    <a:pt x="597" y="570"/>
                  </a:lnTo>
                  <a:lnTo>
                    <a:pt x="619" y="546"/>
                  </a:lnTo>
                  <a:lnTo>
                    <a:pt x="637" y="518"/>
                  </a:lnTo>
                  <a:lnTo>
                    <a:pt x="653" y="488"/>
                  </a:lnTo>
                  <a:lnTo>
                    <a:pt x="667" y="456"/>
                  </a:lnTo>
                  <a:lnTo>
                    <a:pt x="677" y="422"/>
                  </a:lnTo>
                  <a:lnTo>
                    <a:pt x="683" y="388"/>
                  </a:lnTo>
                  <a:lnTo>
                    <a:pt x="685" y="354"/>
                  </a:lnTo>
                  <a:lnTo>
                    <a:pt x="685" y="320"/>
                  </a:lnTo>
                  <a:lnTo>
                    <a:pt x="681" y="286"/>
                  </a:lnTo>
                  <a:lnTo>
                    <a:pt x="673" y="254"/>
                  </a:lnTo>
                  <a:lnTo>
                    <a:pt x="663" y="222"/>
                  </a:lnTo>
                  <a:lnTo>
                    <a:pt x="651" y="192"/>
                  </a:lnTo>
                  <a:lnTo>
                    <a:pt x="635" y="164"/>
                  </a:lnTo>
                  <a:lnTo>
                    <a:pt x="617" y="136"/>
                  </a:lnTo>
                  <a:lnTo>
                    <a:pt x="595" y="110"/>
                  </a:lnTo>
                  <a:lnTo>
                    <a:pt x="571" y="88"/>
                  </a:lnTo>
                  <a:lnTo>
                    <a:pt x="545" y="66"/>
                  </a:lnTo>
                  <a:lnTo>
                    <a:pt x="518" y="48"/>
                  </a:lnTo>
                  <a:lnTo>
                    <a:pt x="488" y="32"/>
                  </a:lnTo>
                  <a:lnTo>
                    <a:pt x="456" y="18"/>
                  </a:lnTo>
                  <a:lnTo>
                    <a:pt x="424" y="8"/>
                  </a:lnTo>
                  <a:close/>
                </a:path>
              </a:pathLst>
            </a:custGeom>
            <a:solidFill>
              <a:srgbClr val="98CA3C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4" name="Freeform 174"/>
            <p:cNvSpPr/>
            <p:nvPr/>
          </p:nvSpPr>
          <p:spPr>
            <a:xfrm>
              <a:off x="820" y="247"/>
              <a:ext cx="671" cy="670"/>
            </a:xfrm>
            <a:custGeom>
              <a:avLst/>
              <a:gdLst/>
              <a:ahLst/>
              <a:cxnLst>
                <a:cxn ang="0">
                  <a:pos x="414" y="10"/>
                </a:cxn>
                <a:cxn ang="0">
                  <a:pos x="346" y="0"/>
                </a:cxn>
                <a:cxn ang="0">
                  <a:pos x="280" y="4"/>
                </a:cxn>
                <a:cxn ang="0">
                  <a:pos x="218" y="22"/>
                </a:cxn>
                <a:cxn ang="0">
                  <a:pos x="160" y="50"/>
                </a:cxn>
                <a:cxn ang="0">
                  <a:pos x="108" y="88"/>
                </a:cxn>
                <a:cxn ang="0">
                  <a:pos x="66" y="136"/>
                </a:cxn>
                <a:cxn ang="0">
                  <a:pos x="32" y="194"/>
                </a:cxn>
                <a:cxn ang="0">
                  <a:pos x="10" y="258"/>
                </a:cxn>
                <a:cxn ang="0">
                  <a:pos x="4" y="290"/>
                </a:cxn>
                <a:cxn ang="0">
                  <a:pos x="0" y="358"/>
                </a:cxn>
                <a:cxn ang="0">
                  <a:pos x="12" y="422"/>
                </a:cxn>
                <a:cxn ang="0">
                  <a:pos x="34" y="482"/>
                </a:cxn>
                <a:cxn ang="0">
                  <a:pos x="68" y="538"/>
                </a:cxn>
                <a:cxn ang="0">
                  <a:pos x="112" y="584"/>
                </a:cxn>
                <a:cxn ang="0">
                  <a:pos x="164" y="624"/>
                </a:cxn>
                <a:cxn ang="0">
                  <a:pos x="224" y="652"/>
                </a:cxn>
                <a:cxn ang="0">
                  <a:pos x="258" y="662"/>
                </a:cxn>
                <a:cxn ang="0">
                  <a:pos x="326" y="670"/>
                </a:cxn>
                <a:cxn ang="0">
                  <a:pos x="390" y="666"/>
                </a:cxn>
                <a:cxn ang="0">
                  <a:pos x="454" y="650"/>
                </a:cxn>
                <a:cxn ang="0">
                  <a:pos x="512" y="622"/>
                </a:cxn>
                <a:cxn ang="0">
                  <a:pos x="561" y="582"/>
                </a:cxn>
                <a:cxn ang="0">
                  <a:pos x="605" y="534"/>
                </a:cxn>
                <a:cxn ang="0">
                  <a:pos x="639" y="478"/>
                </a:cxn>
                <a:cxn ang="0">
                  <a:pos x="661" y="414"/>
                </a:cxn>
                <a:cxn ang="0">
                  <a:pos x="667" y="380"/>
                </a:cxn>
                <a:cxn ang="0">
                  <a:pos x="669" y="314"/>
                </a:cxn>
                <a:cxn ang="0">
                  <a:pos x="659" y="250"/>
                </a:cxn>
                <a:cxn ang="0">
                  <a:pos x="637" y="188"/>
                </a:cxn>
                <a:cxn ang="0">
                  <a:pos x="603" y="134"/>
                </a:cxn>
                <a:cxn ang="0">
                  <a:pos x="559" y="86"/>
                </a:cxn>
                <a:cxn ang="0">
                  <a:pos x="508" y="48"/>
                </a:cxn>
                <a:cxn ang="0">
                  <a:pos x="446" y="20"/>
                </a:cxn>
                <a:cxn ang="0">
                  <a:pos x="414" y="10"/>
                </a:cxn>
              </a:cxnLst>
              <a:rect l="0" t="0" r="0" b="0"/>
              <a:pathLst>
                <a:path w="671" h="670">
                  <a:moveTo>
                    <a:pt x="414" y="10"/>
                  </a:moveTo>
                  <a:lnTo>
                    <a:pt x="414" y="10"/>
                  </a:lnTo>
                  <a:lnTo>
                    <a:pt x="380" y="4"/>
                  </a:lnTo>
                  <a:lnTo>
                    <a:pt x="346" y="0"/>
                  </a:lnTo>
                  <a:lnTo>
                    <a:pt x="314" y="2"/>
                  </a:lnTo>
                  <a:lnTo>
                    <a:pt x="280" y="4"/>
                  </a:lnTo>
                  <a:lnTo>
                    <a:pt x="250" y="12"/>
                  </a:lnTo>
                  <a:lnTo>
                    <a:pt x="218" y="22"/>
                  </a:lnTo>
                  <a:lnTo>
                    <a:pt x="188" y="34"/>
                  </a:lnTo>
                  <a:lnTo>
                    <a:pt x="160" y="50"/>
                  </a:lnTo>
                  <a:lnTo>
                    <a:pt x="134" y="68"/>
                  </a:lnTo>
                  <a:lnTo>
                    <a:pt x="108" y="88"/>
                  </a:lnTo>
                  <a:lnTo>
                    <a:pt x="86" y="112"/>
                  </a:lnTo>
                  <a:lnTo>
                    <a:pt x="66" y="136"/>
                  </a:lnTo>
                  <a:lnTo>
                    <a:pt x="48" y="164"/>
                  </a:lnTo>
                  <a:lnTo>
                    <a:pt x="32" y="194"/>
                  </a:lnTo>
                  <a:lnTo>
                    <a:pt x="20" y="224"/>
                  </a:lnTo>
                  <a:lnTo>
                    <a:pt x="10" y="258"/>
                  </a:lnTo>
                  <a:lnTo>
                    <a:pt x="4" y="290"/>
                  </a:lnTo>
                  <a:lnTo>
                    <a:pt x="0" y="324"/>
                  </a:lnTo>
                  <a:lnTo>
                    <a:pt x="0" y="358"/>
                  </a:lnTo>
                  <a:lnTo>
                    <a:pt x="4" y="390"/>
                  </a:lnTo>
                  <a:lnTo>
                    <a:pt x="12" y="422"/>
                  </a:lnTo>
                  <a:lnTo>
                    <a:pt x="22" y="452"/>
                  </a:lnTo>
                  <a:lnTo>
                    <a:pt x="34" y="482"/>
                  </a:lnTo>
                  <a:lnTo>
                    <a:pt x="50" y="510"/>
                  </a:lnTo>
                  <a:lnTo>
                    <a:pt x="68" y="538"/>
                  </a:lnTo>
                  <a:lnTo>
                    <a:pt x="88" y="562"/>
                  </a:lnTo>
                  <a:lnTo>
                    <a:pt x="112" y="584"/>
                  </a:lnTo>
                  <a:lnTo>
                    <a:pt x="138" y="606"/>
                  </a:lnTo>
                  <a:lnTo>
                    <a:pt x="164" y="624"/>
                  </a:lnTo>
                  <a:lnTo>
                    <a:pt x="194" y="640"/>
                  </a:lnTo>
                  <a:lnTo>
                    <a:pt x="224" y="652"/>
                  </a:lnTo>
                  <a:lnTo>
                    <a:pt x="258" y="662"/>
                  </a:lnTo>
                  <a:lnTo>
                    <a:pt x="292" y="668"/>
                  </a:lnTo>
                  <a:lnTo>
                    <a:pt x="326" y="670"/>
                  </a:lnTo>
                  <a:lnTo>
                    <a:pt x="358" y="670"/>
                  </a:lnTo>
                  <a:lnTo>
                    <a:pt x="390" y="666"/>
                  </a:lnTo>
                  <a:lnTo>
                    <a:pt x="422" y="660"/>
                  </a:lnTo>
                  <a:lnTo>
                    <a:pt x="454" y="650"/>
                  </a:lnTo>
                  <a:lnTo>
                    <a:pt x="484" y="636"/>
                  </a:lnTo>
                  <a:lnTo>
                    <a:pt x="512" y="622"/>
                  </a:lnTo>
                  <a:lnTo>
                    <a:pt x="537" y="602"/>
                  </a:lnTo>
                  <a:lnTo>
                    <a:pt x="561" y="582"/>
                  </a:lnTo>
                  <a:lnTo>
                    <a:pt x="585" y="560"/>
                  </a:lnTo>
                  <a:lnTo>
                    <a:pt x="605" y="534"/>
                  </a:lnTo>
                  <a:lnTo>
                    <a:pt x="623" y="508"/>
                  </a:lnTo>
                  <a:lnTo>
                    <a:pt x="639" y="478"/>
                  </a:lnTo>
                  <a:lnTo>
                    <a:pt x="651" y="446"/>
                  </a:lnTo>
                  <a:lnTo>
                    <a:pt x="661" y="414"/>
                  </a:lnTo>
                  <a:lnTo>
                    <a:pt x="667" y="380"/>
                  </a:lnTo>
                  <a:lnTo>
                    <a:pt x="671" y="346"/>
                  </a:lnTo>
                  <a:lnTo>
                    <a:pt x="669" y="314"/>
                  </a:lnTo>
                  <a:lnTo>
                    <a:pt x="667" y="282"/>
                  </a:lnTo>
                  <a:lnTo>
                    <a:pt x="659" y="250"/>
                  </a:lnTo>
                  <a:lnTo>
                    <a:pt x="649" y="218"/>
                  </a:lnTo>
                  <a:lnTo>
                    <a:pt x="637" y="188"/>
                  </a:lnTo>
                  <a:lnTo>
                    <a:pt x="621" y="160"/>
                  </a:lnTo>
                  <a:lnTo>
                    <a:pt x="603" y="134"/>
                  </a:lnTo>
                  <a:lnTo>
                    <a:pt x="581" y="110"/>
                  </a:lnTo>
                  <a:lnTo>
                    <a:pt x="559" y="86"/>
                  </a:lnTo>
                  <a:lnTo>
                    <a:pt x="533" y="66"/>
                  </a:lnTo>
                  <a:lnTo>
                    <a:pt x="508" y="48"/>
                  </a:lnTo>
                  <a:lnTo>
                    <a:pt x="478" y="32"/>
                  </a:lnTo>
                  <a:lnTo>
                    <a:pt x="446" y="20"/>
                  </a:lnTo>
                  <a:lnTo>
                    <a:pt x="414" y="10"/>
                  </a:lnTo>
                  <a:close/>
                </a:path>
              </a:pathLst>
            </a:custGeom>
            <a:solidFill>
              <a:srgbClr val="9BCB3C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5" name="Freeform 175"/>
            <p:cNvSpPr/>
            <p:nvPr/>
          </p:nvSpPr>
          <p:spPr>
            <a:xfrm>
              <a:off x="828" y="253"/>
              <a:ext cx="655" cy="654"/>
            </a:xfrm>
            <a:custGeom>
              <a:avLst/>
              <a:gdLst/>
              <a:ahLst/>
              <a:cxnLst>
                <a:cxn ang="0">
                  <a:pos x="404" y="8"/>
                </a:cxn>
                <a:cxn ang="0">
                  <a:pos x="340" y="0"/>
                </a:cxn>
                <a:cxn ang="0">
                  <a:pos x="274" y="4"/>
                </a:cxn>
                <a:cxn ang="0">
                  <a:pos x="214" y="20"/>
                </a:cxn>
                <a:cxn ang="0">
                  <a:pos x="156" y="48"/>
                </a:cxn>
                <a:cxn ang="0">
                  <a:pos x="106" y="86"/>
                </a:cxn>
                <a:cxn ang="0">
                  <a:pos x="64" y="132"/>
                </a:cxn>
                <a:cxn ang="0">
                  <a:pos x="32" y="188"/>
                </a:cxn>
                <a:cxn ang="0">
                  <a:pos x="10" y="250"/>
                </a:cxn>
                <a:cxn ang="0">
                  <a:pos x="4" y="284"/>
                </a:cxn>
                <a:cxn ang="0">
                  <a:pos x="2" y="348"/>
                </a:cxn>
                <a:cxn ang="0">
                  <a:pos x="12" y="412"/>
                </a:cxn>
                <a:cxn ang="0">
                  <a:pos x="34" y="470"/>
                </a:cxn>
                <a:cxn ang="0">
                  <a:pos x="66" y="524"/>
                </a:cxn>
                <a:cxn ang="0">
                  <a:pos x="110" y="570"/>
                </a:cxn>
                <a:cxn ang="0">
                  <a:pos x="160" y="608"/>
                </a:cxn>
                <a:cxn ang="0">
                  <a:pos x="220" y="636"/>
                </a:cxn>
                <a:cxn ang="0">
                  <a:pos x="252" y="646"/>
                </a:cxn>
                <a:cxn ang="0">
                  <a:pos x="318" y="654"/>
                </a:cxn>
                <a:cxn ang="0">
                  <a:pos x="382" y="650"/>
                </a:cxn>
                <a:cxn ang="0">
                  <a:pos x="444" y="634"/>
                </a:cxn>
                <a:cxn ang="0">
                  <a:pos x="500" y="606"/>
                </a:cxn>
                <a:cxn ang="0">
                  <a:pos x="549" y="568"/>
                </a:cxn>
                <a:cxn ang="0">
                  <a:pos x="591" y="522"/>
                </a:cxn>
                <a:cxn ang="0">
                  <a:pos x="625" y="466"/>
                </a:cxn>
                <a:cxn ang="0">
                  <a:pos x="647" y="404"/>
                </a:cxn>
                <a:cxn ang="0">
                  <a:pos x="653" y="370"/>
                </a:cxn>
                <a:cxn ang="0">
                  <a:pos x="655" y="306"/>
                </a:cxn>
                <a:cxn ang="0">
                  <a:pos x="645" y="242"/>
                </a:cxn>
                <a:cxn ang="0">
                  <a:pos x="623" y="184"/>
                </a:cxn>
                <a:cxn ang="0">
                  <a:pos x="589" y="130"/>
                </a:cxn>
                <a:cxn ang="0">
                  <a:pos x="547" y="84"/>
                </a:cxn>
                <a:cxn ang="0">
                  <a:pos x="496" y="46"/>
                </a:cxn>
                <a:cxn ang="0">
                  <a:pos x="436" y="18"/>
                </a:cxn>
                <a:cxn ang="0">
                  <a:pos x="404" y="8"/>
                </a:cxn>
              </a:cxnLst>
              <a:rect l="0" t="0" r="0" b="0"/>
              <a:pathLst>
                <a:path w="655" h="654">
                  <a:moveTo>
                    <a:pt x="404" y="8"/>
                  </a:moveTo>
                  <a:lnTo>
                    <a:pt x="404" y="8"/>
                  </a:lnTo>
                  <a:lnTo>
                    <a:pt x="372" y="2"/>
                  </a:lnTo>
                  <a:lnTo>
                    <a:pt x="340" y="0"/>
                  </a:lnTo>
                  <a:lnTo>
                    <a:pt x="306" y="0"/>
                  </a:lnTo>
                  <a:lnTo>
                    <a:pt x="274" y="4"/>
                  </a:lnTo>
                  <a:lnTo>
                    <a:pt x="244" y="10"/>
                  </a:lnTo>
                  <a:lnTo>
                    <a:pt x="214" y="20"/>
                  </a:lnTo>
                  <a:lnTo>
                    <a:pt x="184" y="32"/>
                  </a:lnTo>
                  <a:lnTo>
                    <a:pt x="156" y="48"/>
                  </a:lnTo>
                  <a:lnTo>
                    <a:pt x="130" y="66"/>
                  </a:lnTo>
                  <a:lnTo>
                    <a:pt x="106" y="86"/>
                  </a:lnTo>
                  <a:lnTo>
                    <a:pt x="84" y="108"/>
                  </a:lnTo>
                  <a:lnTo>
                    <a:pt x="64" y="132"/>
                  </a:lnTo>
                  <a:lnTo>
                    <a:pt x="46" y="160"/>
                  </a:lnTo>
                  <a:lnTo>
                    <a:pt x="32" y="188"/>
                  </a:lnTo>
                  <a:lnTo>
                    <a:pt x="18" y="218"/>
                  </a:lnTo>
                  <a:lnTo>
                    <a:pt x="10" y="250"/>
                  </a:lnTo>
                  <a:lnTo>
                    <a:pt x="4" y="284"/>
                  </a:lnTo>
                  <a:lnTo>
                    <a:pt x="0" y="316"/>
                  </a:lnTo>
                  <a:lnTo>
                    <a:pt x="2" y="348"/>
                  </a:lnTo>
                  <a:lnTo>
                    <a:pt x="4" y="380"/>
                  </a:lnTo>
                  <a:lnTo>
                    <a:pt x="12" y="412"/>
                  </a:lnTo>
                  <a:lnTo>
                    <a:pt x="22" y="442"/>
                  </a:lnTo>
                  <a:lnTo>
                    <a:pt x="34" y="470"/>
                  </a:lnTo>
                  <a:lnTo>
                    <a:pt x="50" y="498"/>
                  </a:lnTo>
                  <a:lnTo>
                    <a:pt x="66" y="524"/>
                  </a:lnTo>
                  <a:lnTo>
                    <a:pt x="86" y="548"/>
                  </a:lnTo>
                  <a:lnTo>
                    <a:pt x="110" y="570"/>
                  </a:lnTo>
                  <a:lnTo>
                    <a:pt x="134" y="590"/>
                  </a:lnTo>
                  <a:lnTo>
                    <a:pt x="160" y="608"/>
                  </a:lnTo>
                  <a:lnTo>
                    <a:pt x="190" y="624"/>
                  </a:lnTo>
                  <a:lnTo>
                    <a:pt x="220" y="636"/>
                  </a:lnTo>
                  <a:lnTo>
                    <a:pt x="252" y="646"/>
                  </a:lnTo>
                  <a:lnTo>
                    <a:pt x="286" y="652"/>
                  </a:lnTo>
                  <a:lnTo>
                    <a:pt x="318" y="654"/>
                  </a:lnTo>
                  <a:lnTo>
                    <a:pt x="350" y="654"/>
                  </a:lnTo>
                  <a:lnTo>
                    <a:pt x="382" y="650"/>
                  </a:lnTo>
                  <a:lnTo>
                    <a:pt x="414" y="644"/>
                  </a:lnTo>
                  <a:lnTo>
                    <a:pt x="444" y="634"/>
                  </a:lnTo>
                  <a:lnTo>
                    <a:pt x="472" y="622"/>
                  </a:lnTo>
                  <a:lnTo>
                    <a:pt x="500" y="606"/>
                  </a:lnTo>
                  <a:lnTo>
                    <a:pt x="525" y="588"/>
                  </a:lnTo>
                  <a:lnTo>
                    <a:pt x="549" y="568"/>
                  </a:lnTo>
                  <a:lnTo>
                    <a:pt x="571" y="546"/>
                  </a:lnTo>
                  <a:lnTo>
                    <a:pt x="591" y="522"/>
                  </a:lnTo>
                  <a:lnTo>
                    <a:pt x="609" y="494"/>
                  </a:lnTo>
                  <a:lnTo>
                    <a:pt x="625" y="466"/>
                  </a:lnTo>
                  <a:lnTo>
                    <a:pt x="637" y="436"/>
                  </a:lnTo>
                  <a:lnTo>
                    <a:pt x="647" y="404"/>
                  </a:lnTo>
                  <a:lnTo>
                    <a:pt x="653" y="370"/>
                  </a:lnTo>
                  <a:lnTo>
                    <a:pt x="655" y="338"/>
                  </a:lnTo>
                  <a:lnTo>
                    <a:pt x="655" y="306"/>
                  </a:lnTo>
                  <a:lnTo>
                    <a:pt x="651" y="274"/>
                  </a:lnTo>
                  <a:lnTo>
                    <a:pt x="645" y="242"/>
                  </a:lnTo>
                  <a:lnTo>
                    <a:pt x="635" y="212"/>
                  </a:lnTo>
                  <a:lnTo>
                    <a:pt x="623" y="184"/>
                  </a:lnTo>
                  <a:lnTo>
                    <a:pt x="607" y="156"/>
                  </a:lnTo>
                  <a:lnTo>
                    <a:pt x="589" y="130"/>
                  </a:lnTo>
                  <a:lnTo>
                    <a:pt x="569" y="106"/>
                  </a:lnTo>
                  <a:lnTo>
                    <a:pt x="547" y="84"/>
                  </a:lnTo>
                  <a:lnTo>
                    <a:pt x="522" y="64"/>
                  </a:lnTo>
                  <a:lnTo>
                    <a:pt x="496" y="46"/>
                  </a:lnTo>
                  <a:lnTo>
                    <a:pt x="468" y="30"/>
                  </a:lnTo>
                  <a:lnTo>
                    <a:pt x="436" y="18"/>
                  </a:lnTo>
                  <a:lnTo>
                    <a:pt x="404" y="8"/>
                  </a:lnTo>
                  <a:close/>
                </a:path>
              </a:pathLst>
            </a:custGeom>
            <a:solidFill>
              <a:srgbClr val="9DCB3B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6" name="Freeform 176"/>
            <p:cNvSpPr/>
            <p:nvPr/>
          </p:nvSpPr>
          <p:spPr>
            <a:xfrm>
              <a:off x="836" y="257"/>
              <a:ext cx="641" cy="640"/>
            </a:xfrm>
            <a:custGeom>
              <a:avLst/>
              <a:gdLst/>
              <a:ahLst/>
              <a:cxnLst>
                <a:cxn ang="0">
                  <a:pos x="396" y="10"/>
                </a:cxn>
                <a:cxn ang="0">
                  <a:pos x="332" y="0"/>
                </a:cxn>
                <a:cxn ang="0">
                  <a:pos x="268" y="6"/>
                </a:cxn>
                <a:cxn ang="0">
                  <a:pos x="208" y="22"/>
                </a:cxn>
                <a:cxn ang="0">
                  <a:pos x="154" y="48"/>
                </a:cxn>
                <a:cxn ang="0">
                  <a:pos x="104" y="86"/>
                </a:cxn>
                <a:cxn ang="0">
                  <a:pos x="62" y="132"/>
                </a:cxn>
                <a:cxn ang="0">
                  <a:pos x="30" y="186"/>
                </a:cxn>
                <a:cxn ang="0">
                  <a:pos x="10" y="246"/>
                </a:cxn>
                <a:cxn ang="0">
                  <a:pos x="4" y="278"/>
                </a:cxn>
                <a:cxn ang="0">
                  <a:pos x="2" y="342"/>
                </a:cxn>
                <a:cxn ang="0">
                  <a:pos x="12" y="404"/>
                </a:cxn>
                <a:cxn ang="0">
                  <a:pos x="34" y="460"/>
                </a:cxn>
                <a:cxn ang="0">
                  <a:pos x="66" y="514"/>
                </a:cxn>
                <a:cxn ang="0">
                  <a:pos x="108" y="558"/>
                </a:cxn>
                <a:cxn ang="0">
                  <a:pos x="158" y="596"/>
                </a:cxn>
                <a:cxn ang="0">
                  <a:pos x="216" y="622"/>
                </a:cxn>
                <a:cxn ang="0">
                  <a:pos x="246" y="632"/>
                </a:cxn>
                <a:cxn ang="0">
                  <a:pos x="310" y="640"/>
                </a:cxn>
                <a:cxn ang="0">
                  <a:pos x="374" y="636"/>
                </a:cxn>
                <a:cxn ang="0">
                  <a:pos x="434" y="620"/>
                </a:cxn>
                <a:cxn ang="0">
                  <a:pos x="488" y="594"/>
                </a:cxn>
                <a:cxn ang="0">
                  <a:pos x="537" y="556"/>
                </a:cxn>
                <a:cxn ang="0">
                  <a:pos x="579" y="510"/>
                </a:cxn>
                <a:cxn ang="0">
                  <a:pos x="611" y="456"/>
                </a:cxn>
                <a:cxn ang="0">
                  <a:pos x="631" y="396"/>
                </a:cxn>
                <a:cxn ang="0">
                  <a:pos x="637" y="364"/>
                </a:cxn>
                <a:cxn ang="0">
                  <a:pos x="639" y="300"/>
                </a:cxn>
                <a:cxn ang="0">
                  <a:pos x="629" y="238"/>
                </a:cxn>
                <a:cxn ang="0">
                  <a:pos x="607" y="180"/>
                </a:cxn>
                <a:cxn ang="0">
                  <a:pos x="575" y="128"/>
                </a:cxn>
                <a:cxn ang="0">
                  <a:pos x="533" y="82"/>
                </a:cxn>
                <a:cxn ang="0">
                  <a:pos x="484" y="46"/>
                </a:cxn>
                <a:cxn ang="0">
                  <a:pos x="428" y="18"/>
                </a:cxn>
                <a:cxn ang="0">
                  <a:pos x="396" y="10"/>
                </a:cxn>
              </a:cxnLst>
              <a:rect l="0" t="0" r="0" b="0"/>
              <a:pathLst>
                <a:path w="641" h="640">
                  <a:moveTo>
                    <a:pt x="396" y="10"/>
                  </a:moveTo>
                  <a:lnTo>
                    <a:pt x="396" y="10"/>
                  </a:lnTo>
                  <a:lnTo>
                    <a:pt x="364" y="4"/>
                  </a:lnTo>
                  <a:lnTo>
                    <a:pt x="332" y="0"/>
                  </a:lnTo>
                  <a:lnTo>
                    <a:pt x="300" y="2"/>
                  </a:lnTo>
                  <a:lnTo>
                    <a:pt x="268" y="6"/>
                  </a:lnTo>
                  <a:lnTo>
                    <a:pt x="238" y="12"/>
                  </a:lnTo>
                  <a:lnTo>
                    <a:pt x="208" y="22"/>
                  </a:lnTo>
                  <a:lnTo>
                    <a:pt x="180" y="34"/>
                  </a:lnTo>
                  <a:lnTo>
                    <a:pt x="154" y="48"/>
                  </a:lnTo>
                  <a:lnTo>
                    <a:pt x="128" y="66"/>
                  </a:lnTo>
                  <a:lnTo>
                    <a:pt x="104" y="86"/>
                  </a:lnTo>
                  <a:lnTo>
                    <a:pt x="82" y="106"/>
                  </a:lnTo>
                  <a:lnTo>
                    <a:pt x="62" y="132"/>
                  </a:lnTo>
                  <a:lnTo>
                    <a:pt x="46" y="158"/>
                  </a:lnTo>
                  <a:lnTo>
                    <a:pt x="30" y="186"/>
                  </a:lnTo>
                  <a:lnTo>
                    <a:pt x="18" y="214"/>
                  </a:lnTo>
                  <a:lnTo>
                    <a:pt x="10" y="246"/>
                  </a:lnTo>
                  <a:lnTo>
                    <a:pt x="4" y="278"/>
                  </a:lnTo>
                  <a:lnTo>
                    <a:pt x="0" y="310"/>
                  </a:lnTo>
                  <a:lnTo>
                    <a:pt x="2" y="342"/>
                  </a:lnTo>
                  <a:lnTo>
                    <a:pt x="4" y="372"/>
                  </a:lnTo>
                  <a:lnTo>
                    <a:pt x="12" y="404"/>
                  </a:lnTo>
                  <a:lnTo>
                    <a:pt x="22" y="432"/>
                  </a:lnTo>
                  <a:lnTo>
                    <a:pt x="34" y="460"/>
                  </a:lnTo>
                  <a:lnTo>
                    <a:pt x="48" y="488"/>
                  </a:lnTo>
                  <a:lnTo>
                    <a:pt x="66" y="514"/>
                  </a:lnTo>
                  <a:lnTo>
                    <a:pt x="86" y="536"/>
                  </a:lnTo>
                  <a:lnTo>
                    <a:pt x="108" y="558"/>
                  </a:lnTo>
                  <a:lnTo>
                    <a:pt x="132" y="578"/>
                  </a:lnTo>
                  <a:lnTo>
                    <a:pt x="158" y="596"/>
                  </a:lnTo>
                  <a:lnTo>
                    <a:pt x="186" y="610"/>
                  </a:lnTo>
                  <a:lnTo>
                    <a:pt x="216" y="622"/>
                  </a:lnTo>
                  <a:lnTo>
                    <a:pt x="246" y="632"/>
                  </a:lnTo>
                  <a:lnTo>
                    <a:pt x="278" y="638"/>
                  </a:lnTo>
                  <a:lnTo>
                    <a:pt x="310" y="640"/>
                  </a:lnTo>
                  <a:lnTo>
                    <a:pt x="342" y="640"/>
                  </a:lnTo>
                  <a:lnTo>
                    <a:pt x="374" y="636"/>
                  </a:lnTo>
                  <a:lnTo>
                    <a:pt x="404" y="630"/>
                  </a:lnTo>
                  <a:lnTo>
                    <a:pt x="434" y="620"/>
                  </a:lnTo>
                  <a:lnTo>
                    <a:pt x="462" y="608"/>
                  </a:lnTo>
                  <a:lnTo>
                    <a:pt x="488" y="594"/>
                  </a:lnTo>
                  <a:lnTo>
                    <a:pt x="514" y="576"/>
                  </a:lnTo>
                  <a:lnTo>
                    <a:pt x="537" y="556"/>
                  </a:lnTo>
                  <a:lnTo>
                    <a:pt x="559" y="534"/>
                  </a:lnTo>
                  <a:lnTo>
                    <a:pt x="579" y="510"/>
                  </a:lnTo>
                  <a:lnTo>
                    <a:pt x="595" y="484"/>
                  </a:lnTo>
                  <a:lnTo>
                    <a:pt x="611" y="456"/>
                  </a:lnTo>
                  <a:lnTo>
                    <a:pt x="623" y="426"/>
                  </a:lnTo>
                  <a:lnTo>
                    <a:pt x="631" y="396"/>
                  </a:lnTo>
                  <a:lnTo>
                    <a:pt x="637" y="364"/>
                  </a:lnTo>
                  <a:lnTo>
                    <a:pt x="641" y="332"/>
                  </a:lnTo>
                  <a:lnTo>
                    <a:pt x="639" y="300"/>
                  </a:lnTo>
                  <a:lnTo>
                    <a:pt x="637" y="268"/>
                  </a:lnTo>
                  <a:lnTo>
                    <a:pt x="629" y="238"/>
                  </a:lnTo>
                  <a:lnTo>
                    <a:pt x="621" y="208"/>
                  </a:lnTo>
                  <a:lnTo>
                    <a:pt x="607" y="180"/>
                  </a:lnTo>
                  <a:lnTo>
                    <a:pt x="593" y="154"/>
                  </a:lnTo>
                  <a:lnTo>
                    <a:pt x="575" y="128"/>
                  </a:lnTo>
                  <a:lnTo>
                    <a:pt x="555" y="104"/>
                  </a:lnTo>
                  <a:lnTo>
                    <a:pt x="533" y="82"/>
                  </a:lnTo>
                  <a:lnTo>
                    <a:pt x="510" y="64"/>
                  </a:lnTo>
                  <a:lnTo>
                    <a:pt x="484" y="46"/>
                  </a:lnTo>
                  <a:lnTo>
                    <a:pt x="456" y="30"/>
                  </a:lnTo>
                  <a:lnTo>
                    <a:pt x="428" y="18"/>
                  </a:lnTo>
                  <a:lnTo>
                    <a:pt x="396" y="10"/>
                  </a:lnTo>
                  <a:close/>
                </a:path>
              </a:pathLst>
            </a:custGeom>
            <a:solidFill>
              <a:srgbClr val="9FCC3B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7" name="Freeform 177"/>
            <p:cNvSpPr/>
            <p:nvPr/>
          </p:nvSpPr>
          <p:spPr>
            <a:xfrm>
              <a:off x="844" y="263"/>
              <a:ext cx="625" cy="624"/>
            </a:xfrm>
            <a:custGeom>
              <a:avLst/>
              <a:gdLst/>
              <a:ahLst/>
              <a:cxnLst>
                <a:cxn ang="0">
                  <a:pos x="386" y="8"/>
                </a:cxn>
                <a:cxn ang="0">
                  <a:pos x="324" y="0"/>
                </a:cxn>
                <a:cxn ang="0">
                  <a:pos x="262" y="4"/>
                </a:cxn>
                <a:cxn ang="0">
                  <a:pos x="204" y="20"/>
                </a:cxn>
                <a:cxn ang="0">
                  <a:pos x="150" y="46"/>
                </a:cxn>
                <a:cxn ang="0">
                  <a:pos x="102" y="82"/>
                </a:cxn>
                <a:cxn ang="0">
                  <a:pos x="62" y="128"/>
                </a:cxn>
                <a:cxn ang="0">
                  <a:pos x="30" y="180"/>
                </a:cxn>
                <a:cxn ang="0">
                  <a:pos x="10" y="240"/>
                </a:cxn>
                <a:cxn ang="0">
                  <a:pos x="4" y="270"/>
                </a:cxn>
                <a:cxn ang="0">
                  <a:pos x="2" y="332"/>
                </a:cxn>
                <a:cxn ang="0">
                  <a:pos x="12" y="392"/>
                </a:cxn>
                <a:cxn ang="0">
                  <a:pos x="32" y="450"/>
                </a:cxn>
                <a:cxn ang="0">
                  <a:pos x="64" y="500"/>
                </a:cxn>
                <a:cxn ang="0">
                  <a:pos x="104" y="544"/>
                </a:cxn>
                <a:cxn ang="0">
                  <a:pos x="154" y="580"/>
                </a:cxn>
                <a:cxn ang="0">
                  <a:pos x="210" y="608"/>
                </a:cxn>
                <a:cxn ang="0">
                  <a:pos x="240" y="616"/>
                </a:cxn>
                <a:cxn ang="0">
                  <a:pos x="304" y="624"/>
                </a:cxn>
                <a:cxn ang="0">
                  <a:pos x="364" y="620"/>
                </a:cxn>
                <a:cxn ang="0">
                  <a:pos x="424" y="604"/>
                </a:cxn>
                <a:cxn ang="0">
                  <a:pos x="478" y="578"/>
                </a:cxn>
                <a:cxn ang="0">
                  <a:pos x="525" y="542"/>
                </a:cxn>
                <a:cxn ang="0">
                  <a:pos x="565" y="498"/>
                </a:cxn>
                <a:cxn ang="0">
                  <a:pos x="597" y="444"/>
                </a:cxn>
                <a:cxn ang="0">
                  <a:pos x="617" y="386"/>
                </a:cxn>
                <a:cxn ang="0">
                  <a:pos x="623" y="354"/>
                </a:cxn>
                <a:cxn ang="0">
                  <a:pos x="625" y="292"/>
                </a:cxn>
                <a:cxn ang="0">
                  <a:pos x="615" y="232"/>
                </a:cxn>
                <a:cxn ang="0">
                  <a:pos x="593" y="176"/>
                </a:cxn>
                <a:cxn ang="0">
                  <a:pos x="563" y="124"/>
                </a:cxn>
                <a:cxn ang="0">
                  <a:pos x="521" y="80"/>
                </a:cxn>
                <a:cxn ang="0">
                  <a:pos x="474" y="44"/>
                </a:cxn>
                <a:cxn ang="0">
                  <a:pos x="418" y="18"/>
                </a:cxn>
                <a:cxn ang="0">
                  <a:pos x="386" y="8"/>
                </a:cxn>
              </a:cxnLst>
              <a:rect l="0" t="0" r="0" b="0"/>
              <a:pathLst>
                <a:path w="625" h="624">
                  <a:moveTo>
                    <a:pt x="386" y="8"/>
                  </a:moveTo>
                  <a:lnTo>
                    <a:pt x="386" y="8"/>
                  </a:lnTo>
                  <a:lnTo>
                    <a:pt x="354" y="2"/>
                  </a:lnTo>
                  <a:lnTo>
                    <a:pt x="324" y="0"/>
                  </a:lnTo>
                  <a:lnTo>
                    <a:pt x="292" y="0"/>
                  </a:lnTo>
                  <a:lnTo>
                    <a:pt x="262" y="4"/>
                  </a:lnTo>
                  <a:lnTo>
                    <a:pt x="232" y="10"/>
                  </a:lnTo>
                  <a:lnTo>
                    <a:pt x="204" y="20"/>
                  </a:lnTo>
                  <a:lnTo>
                    <a:pt x="176" y="32"/>
                  </a:lnTo>
                  <a:lnTo>
                    <a:pt x="150" y="46"/>
                  </a:lnTo>
                  <a:lnTo>
                    <a:pt x="126" y="64"/>
                  </a:lnTo>
                  <a:lnTo>
                    <a:pt x="102" y="82"/>
                  </a:lnTo>
                  <a:lnTo>
                    <a:pt x="80" y="104"/>
                  </a:lnTo>
                  <a:lnTo>
                    <a:pt x="62" y="128"/>
                  </a:lnTo>
                  <a:lnTo>
                    <a:pt x="44" y="152"/>
                  </a:lnTo>
                  <a:lnTo>
                    <a:pt x="30" y="180"/>
                  </a:lnTo>
                  <a:lnTo>
                    <a:pt x="18" y="208"/>
                  </a:lnTo>
                  <a:lnTo>
                    <a:pt x="10" y="240"/>
                  </a:lnTo>
                  <a:lnTo>
                    <a:pt x="4" y="270"/>
                  </a:lnTo>
                  <a:lnTo>
                    <a:pt x="0" y="302"/>
                  </a:lnTo>
                  <a:lnTo>
                    <a:pt x="2" y="332"/>
                  </a:lnTo>
                  <a:lnTo>
                    <a:pt x="4" y="364"/>
                  </a:lnTo>
                  <a:lnTo>
                    <a:pt x="12" y="392"/>
                  </a:lnTo>
                  <a:lnTo>
                    <a:pt x="20" y="422"/>
                  </a:lnTo>
                  <a:lnTo>
                    <a:pt x="32" y="450"/>
                  </a:lnTo>
                  <a:lnTo>
                    <a:pt x="48" y="476"/>
                  </a:lnTo>
                  <a:lnTo>
                    <a:pt x="64" y="500"/>
                  </a:lnTo>
                  <a:lnTo>
                    <a:pt x="84" y="524"/>
                  </a:lnTo>
                  <a:lnTo>
                    <a:pt x="104" y="544"/>
                  </a:lnTo>
                  <a:lnTo>
                    <a:pt x="128" y="564"/>
                  </a:lnTo>
                  <a:lnTo>
                    <a:pt x="154" y="580"/>
                  </a:lnTo>
                  <a:lnTo>
                    <a:pt x="182" y="596"/>
                  </a:lnTo>
                  <a:lnTo>
                    <a:pt x="210" y="608"/>
                  </a:lnTo>
                  <a:lnTo>
                    <a:pt x="240" y="616"/>
                  </a:lnTo>
                  <a:lnTo>
                    <a:pt x="272" y="622"/>
                  </a:lnTo>
                  <a:lnTo>
                    <a:pt x="304" y="624"/>
                  </a:lnTo>
                  <a:lnTo>
                    <a:pt x="334" y="624"/>
                  </a:lnTo>
                  <a:lnTo>
                    <a:pt x="364" y="620"/>
                  </a:lnTo>
                  <a:lnTo>
                    <a:pt x="394" y="614"/>
                  </a:lnTo>
                  <a:lnTo>
                    <a:pt x="424" y="604"/>
                  </a:lnTo>
                  <a:lnTo>
                    <a:pt x="450" y="592"/>
                  </a:lnTo>
                  <a:lnTo>
                    <a:pt x="478" y="578"/>
                  </a:lnTo>
                  <a:lnTo>
                    <a:pt x="502" y="562"/>
                  </a:lnTo>
                  <a:lnTo>
                    <a:pt x="525" y="542"/>
                  </a:lnTo>
                  <a:lnTo>
                    <a:pt x="545" y="522"/>
                  </a:lnTo>
                  <a:lnTo>
                    <a:pt x="565" y="498"/>
                  </a:lnTo>
                  <a:lnTo>
                    <a:pt x="581" y="472"/>
                  </a:lnTo>
                  <a:lnTo>
                    <a:pt x="597" y="444"/>
                  </a:lnTo>
                  <a:lnTo>
                    <a:pt x="607" y="416"/>
                  </a:lnTo>
                  <a:lnTo>
                    <a:pt x="617" y="386"/>
                  </a:lnTo>
                  <a:lnTo>
                    <a:pt x="623" y="354"/>
                  </a:lnTo>
                  <a:lnTo>
                    <a:pt x="625" y="322"/>
                  </a:lnTo>
                  <a:lnTo>
                    <a:pt x="625" y="292"/>
                  </a:lnTo>
                  <a:lnTo>
                    <a:pt x="621" y="262"/>
                  </a:lnTo>
                  <a:lnTo>
                    <a:pt x="615" y="232"/>
                  </a:lnTo>
                  <a:lnTo>
                    <a:pt x="605" y="204"/>
                  </a:lnTo>
                  <a:lnTo>
                    <a:pt x="593" y="176"/>
                  </a:lnTo>
                  <a:lnTo>
                    <a:pt x="579" y="150"/>
                  </a:lnTo>
                  <a:lnTo>
                    <a:pt x="563" y="124"/>
                  </a:lnTo>
                  <a:lnTo>
                    <a:pt x="543" y="102"/>
                  </a:lnTo>
                  <a:lnTo>
                    <a:pt x="521" y="80"/>
                  </a:lnTo>
                  <a:lnTo>
                    <a:pt x="498" y="60"/>
                  </a:lnTo>
                  <a:lnTo>
                    <a:pt x="474" y="44"/>
                  </a:lnTo>
                  <a:lnTo>
                    <a:pt x="446" y="30"/>
                  </a:lnTo>
                  <a:lnTo>
                    <a:pt x="418" y="18"/>
                  </a:lnTo>
                  <a:lnTo>
                    <a:pt x="386" y="8"/>
                  </a:lnTo>
                  <a:close/>
                </a:path>
              </a:pathLst>
            </a:custGeom>
            <a:solidFill>
              <a:srgbClr val="A1CD3A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8" name="Freeform 178"/>
            <p:cNvSpPr/>
            <p:nvPr/>
          </p:nvSpPr>
          <p:spPr>
            <a:xfrm>
              <a:off x="854" y="269"/>
              <a:ext cx="609" cy="608"/>
            </a:xfrm>
            <a:custGeom>
              <a:avLst/>
              <a:gdLst/>
              <a:ahLst/>
              <a:cxnLst>
                <a:cxn ang="0">
                  <a:pos x="376" y="8"/>
                </a:cxn>
                <a:cxn ang="0">
                  <a:pos x="314" y="0"/>
                </a:cxn>
                <a:cxn ang="0">
                  <a:pos x="254" y="4"/>
                </a:cxn>
                <a:cxn ang="0">
                  <a:pos x="198" y="18"/>
                </a:cxn>
                <a:cxn ang="0">
                  <a:pos x="144" y="44"/>
                </a:cxn>
                <a:cxn ang="0">
                  <a:pos x="98" y="80"/>
                </a:cxn>
                <a:cxn ang="0">
                  <a:pos x="58" y="124"/>
                </a:cxn>
                <a:cxn ang="0">
                  <a:pos x="28" y="174"/>
                </a:cxn>
                <a:cxn ang="0">
                  <a:pos x="8" y="232"/>
                </a:cxn>
                <a:cxn ang="0">
                  <a:pos x="2" y="264"/>
                </a:cxn>
                <a:cxn ang="0">
                  <a:pos x="0" y="324"/>
                </a:cxn>
                <a:cxn ang="0">
                  <a:pos x="10" y="382"/>
                </a:cxn>
                <a:cxn ang="0">
                  <a:pos x="30" y="438"/>
                </a:cxn>
                <a:cxn ang="0">
                  <a:pos x="60" y="488"/>
                </a:cxn>
                <a:cxn ang="0">
                  <a:pos x="100" y="530"/>
                </a:cxn>
                <a:cxn ang="0">
                  <a:pos x="148" y="566"/>
                </a:cxn>
                <a:cxn ang="0">
                  <a:pos x="204" y="592"/>
                </a:cxn>
                <a:cxn ang="0">
                  <a:pos x="234" y="600"/>
                </a:cxn>
                <a:cxn ang="0">
                  <a:pos x="294" y="608"/>
                </a:cxn>
                <a:cxn ang="0">
                  <a:pos x="354" y="604"/>
                </a:cxn>
                <a:cxn ang="0">
                  <a:pos x="412" y="590"/>
                </a:cxn>
                <a:cxn ang="0">
                  <a:pos x="464" y="564"/>
                </a:cxn>
                <a:cxn ang="0">
                  <a:pos x="509" y="528"/>
                </a:cxn>
                <a:cxn ang="0">
                  <a:pos x="549" y="484"/>
                </a:cxn>
                <a:cxn ang="0">
                  <a:pos x="579" y="434"/>
                </a:cxn>
                <a:cxn ang="0">
                  <a:pos x="601" y="376"/>
                </a:cxn>
                <a:cxn ang="0">
                  <a:pos x="605" y="344"/>
                </a:cxn>
                <a:cxn ang="0">
                  <a:pos x="607" y="284"/>
                </a:cxn>
                <a:cxn ang="0">
                  <a:pos x="599" y="226"/>
                </a:cxn>
                <a:cxn ang="0">
                  <a:pos x="577" y="170"/>
                </a:cxn>
                <a:cxn ang="0">
                  <a:pos x="547" y="120"/>
                </a:cxn>
                <a:cxn ang="0">
                  <a:pos x="507" y="78"/>
                </a:cxn>
                <a:cxn ang="0">
                  <a:pos x="460" y="42"/>
                </a:cxn>
                <a:cxn ang="0">
                  <a:pos x="406" y="16"/>
                </a:cxn>
                <a:cxn ang="0">
                  <a:pos x="376" y="8"/>
                </a:cxn>
              </a:cxnLst>
              <a:rect l="0" t="0" r="0" b="0"/>
              <a:pathLst>
                <a:path w="609" h="608">
                  <a:moveTo>
                    <a:pt x="376" y="8"/>
                  </a:moveTo>
                  <a:lnTo>
                    <a:pt x="376" y="8"/>
                  </a:lnTo>
                  <a:lnTo>
                    <a:pt x="344" y="2"/>
                  </a:lnTo>
                  <a:lnTo>
                    <a:pt x="314" y="0"/>
                  </a:lnTo>
                  <a:lnTo>
                    <a:pt x="284" y="0"/>
                  </a:lnTo>
                  <a:lnTo>
                    <a:pt x="254" y="4"/>
                  </a:lnTo>
                  <a:lnTo>
                    <a:pt x="226" y="10"/>
                  </a:lnTo>
                  <a:lnTo>
                    <a:pt x="198" y="18"/>
                  </a:lnTo>
                  <a:lnTo>
                    <a:pt x="170" y="30"/>
                  </a:lnTo>
                  <a:lnTo>
                    <a:pt x="144" y="44"/>
                  </a:lnTo>
                  <a:lnTo>
                    <a:pt x="120" y="60"/>
                  </a:lnTo>
                  <a:lnTo>
                    <a:pt x="98" y="80"/>
                  </a:lnTo>
                  <a:lnTo>
                    <a:pt x="76" y="100"/>
                  </a:lnTo>
                  <a:lnTo>
                    <a:pt x="58" y="124"/>
                  </a:lnTo>
                  <a:lnTo>
                    <a:pt x="42" y="148"/>
                  </a:lnTo>
                  <a:lnTo>
                    <a:pt x="28" y="174"/>
                  </a:lnTo>
                  <a:lnTo>
                    <a:pt x="16" y="202"/>
                  </a:lnTo>
                  <a:lnTo>
                    <a:pt x="8" y="232"/>
                  </a:lnTo>
                  <a:lnTo>
                    <a:pt x="2" y="264"/>
                  </a:lnTo>
                  <a:lnTo>
                    <a:pt x="0" y="294"/>
                  </a:lnTo>
                  <a:lnTo>
                    <a:pt x="0" y="324"/>
                  </a:lnTo>
                  <a:lnTo>
                    <a:pt x="4" y="354"/>
                  </a:lnTo>
                  <a:lnTo>
                    <a:pt x="10" y="382"/>
                  </a:lnTo>
                  <a:lnTo>
                    <a:pt x="18" y="410"/>
                  </a:lnTo>
                  <a:lnTo>
                    <a:pt x="30" y="438"/>
                  </a:lnTo>
                  <a:lnTo>
                    <a:pt x="44" y="464"/>
                  </a:lnTo>
                  <a:lnTo>
                    <a:pt x="60" y="488"/>
                  </a:lnTo>
                  <a:lnTo>
                    <a:pt x="80" y="510"/>
                  </a:lnTo>
                  <a:lnTo>
                    <a:pt x="100" y="530"/>
                  </a:lnTo>
                  <a:lnTo>
                    <a:pt x="124" y="550"/>
                  </a:lnTo>
                  <a:lnTo>
                    <a:pt x="148" y="566"/>
                  </a:lnTo>
                  <a:lnTo>
                    <a:pt x="174" y="580"/>
                  </a:lnTo>
                  <a:lnTo>
                    <a:pt x="204" y="592"/>
                  </a:lnTo>
                  <a:lnTo>
                    <a:pt x="234" y="600"/>
                  </a:lnTo>
                  <a:lnTo>
                    <a:pt x="264" y="606"/>
                  </a:lnTo>
                  <a:lnTo>
                    <a:pt x="294" y="608"/>
                  </a:lnTo>
                  <a:lnTo>
                    <a:pt x="324" y="608"/>
                  </a:lnTo>
                  <a:lnTo>
                    <a:pt x="354" y="604"/>
                  </a:lnTo>
                  <a:lnTo>
                    <a:pt x="384" y="598"/>
                  </a:lnTo>
                  <a:lnTo>
                    <a:pt x="412" y="590"/>
                  </a:lnTo>
                  <a:lnTo>
                    <a:pt x="438" y="578"/>
                  </a:lnTo>
                  <a:lnTo>
                    <a:pt x="464" y="564"/>
                  </a:lnTo>
                  <a:lnTo>
                    <a:pt x="488" y="548"/>
                  </a:lnTo>
                  <a:lnTo>
                    <a:pt x="509" y="528"/>
                  </a:lnTo>
                  <a:lnTo>
                    <a:pt x="531" y="508"/>
                  </a:lnTo>
                  <a:lnTo>
                    <a:pt x="549" y="484"/>
                  </a:lnTo>
                  <a:lnTo>
                    <a:pt x="565" y="460"/>
                  </a:lnTo>
                  <a:lnTo>
                    <a:pt x="579" y="434"/>
                  </a:lnTo>
                  <a:lnTo>
                    <a:pt x="591" y="404"/>
                  </a:lnTo>
                  <a:lnTo>
                    <a:pt x="601" y="376"/>
                  </a:lnTo>
                  <a:lnTo>
                    <a:pt x="605" y="344"/>
                  </a:lnTo>
                  <a:lnTo>
                    <a:pt x="609" y="314"/>
                  </a:lnTo>
                  <a:lnTo>
                    <a:pt x="607" y="284"/>
                  </a:lnTo>
                  <a:lnTo>
                    <a:pt x="605" y="254"/>
                  </a:lnTo>
                  <a:lnTo>
                    <a:pt x="599" y="226"/>
                  </a:lnTo>
                  <a:lnTo>
                    <a:pt x="589" y="198"/>
                  </a:lnTo>
                  <a:lnTo>
                    <a:pt x="577" y="170"/>
                  </a:lnTo>
                  <a:lnTo>
                    <a:pt x="563" y="144"/>
                  </a:lnTo>
                  <a:lnTo>
                    <a:pt x="547" y="120"/>
                  </a:lnTo>
                  <a:lnTo>
                    <a:pt x="527" y="98"/>
                  </a:lnTo>
                  <a:lnTo>
                    <a:pt x="507" y="78"/>
                  </a:lnTo>
                  <a:lnTo>
                    <a:pt x="486" y="58"/>
                  </a:lnTo>
                  <a:lnTo>
                    <a:pt x="460" y="42"/>
                  </a:lnTo>
                  <a:lnTo>
                    <a:pt x="434" y="28"/>
                  </a:lnTo>
                  <a:lnTo>
                    <a:pt x="406" y="16"/>
                  </a:lnTo>
                  <a:lnTo>
                    <a:pt x="376" y="8"/>
                  </a:lnTo>
                  <a:close/>
                </a:path>
              </a:pathLst>
            </a:custGeom>
            <a:solidFill>
              <a:srgbClr val="A3CD3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9" name="Freeform 179"/>
            <p:cNvSpPr/>
            <p:nvPr/>
          </p:nvSpPr>
          <p:spPr>
            <a:xfrm>
              <a:off x="862" y="273"/>
              <a:ext cx="593" cy="594"/>
            </a:xfrm>
            <a:custGeom>
              <a:avLst/>
              <a:gdLst/>
              <a:ahLst/>
              <a:cxnLst>
                <a:cxn ang="0">
                  <a:pos x="366" y="8"/>
                </a:cxn>
                <a:cxn ang="0">
                  <a:pos x="306" y="0"/>
                </a:cxn>
                <a:cxn ang="0">
                  <a:pos x="248" y="4"/>
                </a:cxn>
                <a:cxn ang="0">
                  <a:pos x="192" y="20"/>
                </a:cxn>
                <a:cxn ang="0">
                  <a:pos x="142" y="44"/>
                </a:cxn>
                <a:cxn ang="0">
                  <a:pos x="96" y="78"/>
                </a:cxn>
                <a:cxn ang="0">
                  <a:pos x="56" y="122"/>
                </a:cxn>
                <a:cxn ang="0">
                  <a:pos x="28" y="172"/>
                </a:cxn>
                <a:cxn ang="0">
                  <a:pos x="8" y="228"/>
                </a:cxn>
                <a:cxn ang="0">
                  <a:pos x="2" y="258"/>
                </a:cxn>
                <a:cxn ang="0">
                  <a:pos x="0" y="318"/>
                </a:cxn>
                <a:cxn ang="0">
                  <a:pos x="10" y="374"/>
                </a:cxn>
                <a:cxn ang="0">
                  <a:pos x="30" y="428"/>
                </a:cxn>
                <a:cxn ang="0">
                  <a:pos x="60" y="476"/>
                </a:cxn>
                <a:cxn ang="0">
                  <a:pos x="98" y="518"/>
                </a:cxn>
                <a:cxn ang="0">
                  <a:pos x="144" y="552"/>
                </a:cxn>
                <a:cxn ang="0">
                  <a:pos x="198" y="578"/>
                </a:cxn>
                <a:cxn ang="0">
                  <a:pos x="228" y="586"/>
                </a:cxn>
                <a:cxn ang="0">
                  <a:pos x="288" y="594"/>
                </a:cxn>
                <a:cxn ang="0">
                  <a:pos x="346" y="590"/>
                </a:cxn>
                <a:cxn ang="0">
                  <a:pos x="402" y="576"/>
                </a:cxn>
                <a:cxn ang="0">
                  <a:pos x="452" y="550"/>
                </a:cxn>
                <a:cxn ang="0">
                  <a:pos x="497" y="516"/>
                </a:cxn>
                <a:cxn ang="0">
                  <a:pos x="535" y="474"/>
                </a:cxn>
                <a:cxn ang="0">
                  <a:pos x="565" y="424"/>
                </a:cxn>
                <a:cxn ang="0">
                  <a:pos x="585" y="366"/>
                </a:cxn>
                <a:cxn ang="0">
                  <a:pos x="591" y="338"/>
                </a:cxn>
                <a:cxn ang="0">
                  <a:pos x="593" y="278"/>
                </a:cxn>
                <a:cxn ang="0">
                  <a:pos x="583" y="220"/>
                </a:cxn>
                <a:cxn ang="0">
                  <a:pos x="563" y="168"/>
                </a:cxn>
                <a:cxn ang="0">
                  <a:pos x="533" y="118"/>
                </a:cxn>
                <a:cxn ang="0">
                  <a:pos x="495" y="76"/>
                </a:cxn>
                <a:cxn ang="0">
                  <a:pos x="448" y="42"/>
                </a:cxn>
                <a:cxn ang="0">
                  <a:pos x="396" y="18"/>
                </a:cxn>
                <a:cxn ang="0">
                  <a:pos x="366" y="8"/>
                </a:cxn>
              </a:cxnLst>
              <a:rect l="0" t="0" r="0" b="0"/>
              <a:pathLst>
                <a:path w="593" h="594">
                  <a:moveTo>
                    <a:pt x="366" y="8"/>
                  </a:moveTo>
                  <a:lnTo>
                    <a:pt x="366" y="8"/>
                  </a:lnTo>
                  <a:lnTo>
                    <a:pt x="336" y="2"/>
                  </a:lnTo>
                  <a:lnTo>
                    <a:pt x="306" y="0"/>
                  </a:lnTo>
                  <a:lnTo>
                    <a:pt x="276" y="0"/>
                  </a:lnTo>
                  <a:lnTo>
                    <a:pt x="248" y="4"/>
                  </a:lnTo>
                  <a:lnTo>
                    <a:pt x="220" y="10"/>
                  </a:lnTo>
                  <a:lnTo>
                    <a:pt x="192" y="20"/>
                  </a:lnTo>
                  <a:lnTo>
                    <a:pt x="166" y="30"/>
                  </a:lnTo>
                  <a:lnTo>
                    <a:pt x="142" y="44"/>
                  </a:lnTo>
                  <a:lnTo>
                    <a:pt x="118" y="60"/>
                  </a:lnTo>
                  <a:lnTo>
                    <a:pt x="96" y="78"/>
                  </a:lnTo>
                  <a:lnTo>
                    <a:pt x="76" y="98"/>
                  </a:lnTo>
                  <a:lnTo>
                    <a:pt x="56" y="122"/>
                  </a:lnTo>
                  <a:lnTo>
                    <a:pt x="40" y="146"/>
                  </a:lnTo>
                  <a:lnTo>
                    <a:pt x="28" y="172"/>
                  </a:lnTo>
                  <a:lnTo>
                    <a:pt x="16" y="198"/>
                  </a:lnTo>
                  <a:lnTo>
                    <a:pt x="8" y="228"/>
                  </a:lnTo>
                  <a:lnTo>
                    <a:pt x="2" y="258"/>
                  </a:lnTo>
                  <a:lnTo>
                    <a:pt x="0" y="288"/>
                  </a:lnTo>
                  <a:lnTo>
                    <a:pt x="0" y="318"/>
                  </a:lnTo>
                  <a:lnTo>
                    <a:pt x="4" y="346"/>
                  </a:lnTo>
                  <a:lnTo>
                    <a:pt x="10" y="374"/>
                  </a:lnTo>
                  <a:lnTo>
                    <a:pt x="18" y="402"/>
                  </a:lnTo>
                  <a:lnTo>
                    <a:pt x="30" y="428"/>
                  </a:lnTo>
                  <a:lnTo>
                    <a:pt x="44" y="452"/>
                  </a:lnTo>
                  <a:lnTo>
                    <a:pt x="60" y="476"/>
                  </a:lnTo>
                  <a:lnTo>
                    <a:pt x="78" y="498"/>
                  </a:lnTo>
                  <a:lnTo>
                    <a:pt x="98" y="518"/>
                  </a:lnTo>
                  <a:lnTo>
                    <a:pt x="120" y="536"/>
                  </a:lnTo>
                  <a:lnTo>
                    <a:pt x="144" y="552"/>
                  </a:lnTo>
                  <a:lnTo>
                    <a:pt x="170" y="566"/>
                  </a:lnTo>
                  <a:lnTo>
                    <a:pt x="198" y="578"/>
                  </a:lnTo>
                  <a:lnTo>
                    <a:pt x="228" y="586"/>
                  </a:lnTo>
                  <a:lnTo>
                    <a:pt x="258" y="592"/>
                  </a:lnTo>
                  <a:lnTo>
                    <a:pt x="288" y="594"/>
                  </a:lnTo>
                  <a:lnTo>
                    <a:pt x="316" y="594"/>
                  </a:lnTo>
                  <a:lnTo>
                    <a:pt x="346" y="590"/>
                  </a:lnTo>
                  <a:lnTo>
                    <a:pt x="374" y="584"/>
                  </a:lnTo>
                  <a:lnTo>
                    <a:pt x="402" y="576"/>
                  </a:lnTo>
                  <a:lnTo>
                    <a:pt x="428" y="564"/>
                  </a:lnTo>
                  <a:lnTo>
                    <a:pt x="452" y="550"/>
                  </a:lnTo>
                  <a:lnTo>
                    <a:pt x="476" y="534"/>
                  </a:lnTo>
                  <a:lnTo>
                    <a:pt x="497" y="516"/>
                  </a:lnTo>
                  <a:lnTo>
                    <a:pt x="517" y="496"/>
                  </a:lnTo>
                  <a:lnTo>
                    <a:pt x="535" y="474"/>
                  </a:lnTo>
                  <a:lnTo>
                    <a:pt x="551" y="450"/>
                  </a:lnTo>
                  <a:lnTo>
                    <a:pt x="565" y="424"/>
                  </a:lnTo>
                  <a:lnTo>
                    <a:pt x="577" y="396"/>
                  </a:lnTo>
                  <a:lnTo>
                    <a:pt x="585" y="366"/>
                  </a:lnTo>
                  <a:lnTo>
                    <a:pt x="591" y="338"/>
                  </a:lnTo>
                  <a:lnTo>
                    <a:pt x="593" y="308"/>
                  </a:lnTo>
                  <a:lnTo>
                    <a:pt x="593" y="278"/>
                  </a:lnTo>
                  <a:lnTo>
                    <a:pt x="589" y="250"/>
                  </a:lnTo>
                  <a:lnTo>
                    <a:pt x="583" y="220"/>
                  </a:lnTo>
                  <a:lnTo>
                    <a:pt x="575" y="194"/>
                  </a:lnTo>
                  <a:lnTo>
                    <a:pt x="563" y="168"/>
                  </a:lnTo>
                  <a:lnTo>
                    <a:pt x="549" y="142"/>
                  </a:lnTo>
                  <a:lnTo>
                    <a:pt x="533" y="118"/>
                  </a:lnTo>
                  <a:lnTo>
                    <a:pt x="515" y="96"/>
                  </a:lnTo>
                  <a:lnTo>
                    <a:pt x="495" y="76"/>
                  </a:lnTo>
                  <a:lnTo>
                    <a:pt x="474" y="58"/>
                  </a:lnTo>
                  <a:lnTo>
                    <a:pt x="448" y="42"/>
                  </a:lnTo>
                  <a:lnTo>
                    <a:pt x="422" y="28"/>
                  </a:lnTo>
                  <a:lnTo>
                    <a:pt x="396" y="18"/>
                  </a:lnTo>
                  <a:lnTo>
                    <a:pt x="366" y="8"/>
                  </a:lnTo>
                  <a:close/>
                </a:path>
              </a:pathLst>
            </a:custGeom>
            <a:solidFill>
              <a:srgbClr val="A5CE3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0" name="Freeform 180"/>
            <p:cNvSpPr/>
            <p:nvPr/>
          </p:nvSpPr>
          <p:spPr>
            <a:xfrm>
              <a:off x="870" y="279"/>
              <a:ext cx="579" cy="578"/>
            </a:xfrm>
            <a:custGeom>
              <a:avLst/>
              <a:gdLst/>
              <a:ahLst/>
              <a:cxnLst>
                <a:cxn ang="0">
                  <a:pos x="356" y="8"/>
                </a:cxn>
                <a:cxn ang="0">
                  <a:pos x="298" y="0"/>
                </a:cxn>
                <a:cxn ang="0">
                  <a:pos x="242" y="4"/>
                </a:cxn>
                <a:cxn ang="0">
                  <a:pos x="188" y="18"/>
                </a:cxn>
                <a:cxn ang="0">
                  <a:pos x="138" y="42"/>
                </a:cxn>
                <a:cxn ang="0">
                  <a:pos x="94" y="76"/>
                </a:cxn>
                <a:cxn ang="0">
                  <a:pos x="56" y="118"/>
                </a:cxn>
                <a:cxn ang="0">
                  <a:pos x="26" y="166"/>
                </a:cxn>
                <a:cxn ang="0">
                  <a:pos x="8" y="222"/>
                </a:cxn>
                <a:cxn ang="0">
                  <a:pos x="2" y="250"/>
                </a:cxn>
                <a:cxn ang="0">
                  <a:pos x="0" y="308"/>
                </a:cxn>
                <a:cxn ang="0">
                  <a:pos x="10" y="364"/>
                </a:cxn>
                <a:cxn ang="0">
                  <a:pos x="28" y="416"/>
                </a:cxn>
                <a:cxn ang="0">
                  <a:pos x="58" y="464"/>
                </a:cxn>
                <a:cxn ang="0">
                  <a:pos x="96" y="504"/>
                </a:cxn>
                <a:cxn ang="0">
                  <a:pos x="142" y="538"/>
                </a:cxn>
                <a:cxn ang="0">
                  <a:pos x="194" y="562"/>
                </a:cxn>
                <a:cxn ang="0">
                  <a:pos x="222" y="570"/>
                </a:cxn>
                <a:cxn ang="0">
                  <a:pos x="280" y="578"/>
                </a:cxn>
                <a:cxn ang="0">
                  <a:pos x="336" y="574"/>
                </a:cxn>
                <a:cxn ang="0">
                  <a:pos x="392" y="560"/>
                </a:cxn>
                <a:cxn ang="0">
                  <a:pos x="442" y="536"/>
                </a:cxn>
                <a:cxn ang="0">
                  <a:pos x="485" y="502"/>
                </a:cxn>
                <a:cxn ang="0">
                  <a:pos x="523" y="460"/>
                </a:cxn>
                <a:cxn ang="0">
                  <a:pos x="551" y="412"/>
                </a:cxn>
                <a:cxn ang="0">
                  <a:pos x="571" y="356"/>
                </a:cxn>
                <a:cxn ang="0">
                  <a:pos x="575" y="328"/>
                </a:cxn>
                <a:cxn ang="0">
                  <a:pos x="577" y="270"/>
                </a:cxn>
                <a:cxn ang="0">
                  <a:pos x="569" y="214"/>
                </a:cxn>
                <a:cxn ang="0">
                  <a:pos x="549" y="162"/>
                </a:cxn>
                <a:cxn ang="0">
                  <a:pos x="519" y="114"/>
                </a:cxn>
                <a:cxn ang="0">
                  <a:pos x="481" y="74"/>
                </a:cxn>
                <a:cxn ang="0">
                  <a:pos x="438" y="40"/>
                </a:cxn>
                <a:cxn ang="0">
                  <a:pos x="386" y="16"/>
                </a:cxn>
                <a:cxn ang="0">
                  <a:pos x="356" y="8"/>
                </a:cxn>
              </a:cxnLst>
              <a:rect l="0" t="0" r="0" b="0"/>
              <a:pathLst>
                <a:path w="579" h="578">
                  <a:moveTo>
                    <a:pt x="356" y="8"/>
                  </a:moveTo>
                  <a:lnTo>
                    <a:pt x="356" y="8"/>
                  </a:lnTo>
                  <a:lnTo>
                    <a:pt x="328" y="2"/>
                  </a:lnTo>
                  <a:lnTo>
                    <a:pt x="298" y="0"/>
                  </a:lnTo>
                  <a:lnTo>
                    <a:pt x="270" y="0"/>
                  </a:lnTo>
                  <a:lnTo>
                    <a:pt x="242" y="4"/>
                  </a:lnTo>
                  <a:lnTo>
                    <a:pt x="214" y="10"/>
                  </a:lnTo>
                  <a:lnTo>
                    <a:pt x="188" y="18"/>
                  </a:lnTo>
                  <a:lnTo>
                    <a:pt x="162" y="28"/>
                  </a:lnTo>
                  <a:lnTo>
                    <a:pt x="138" y="42"/>
                  </a:lnTo>
                  <a:lnTo>
                    <a:pt x="114" y="58"/>
                  </a:lnTo>
                  <a:lnTo>
                    <a:pt x="94" y="76"/>
                  </a:lnTo>
                  <a:lnTo>
                    <a:pt x="74" y="96"/>
                  </a:lnTo>
                  <a:lnTo>
                    <a:pt x="56" y="118"/>
                  </a:lnTo>
                  <a:lnTo>
                    <a:pt x="40" y="140"/>
                  </a:lnTo>
                  <a:lnTo>
                    <a:pt x="26" y="166"/>
                  </a:lnTo>
                  <a:lnTo>
                    <a:pt x="16" y="194"/>
                  </a:lnTo>
                  <a:lnTo>
                    <a:pt x="8" y="222"/>
                  </a:lnTo>
                  <a:lnTo>
                    <a:pt x="2" y="250"/>
                  </a:lnTo>
                  <a:lnTo>
                    <a:pt x="0" y="280"/>
                  </a:lnTo>
                  <a:lnTo>
                    <a:pt x="0" y="308"/>
                  </a:lnTo>
                  <a:lnTo>
                    <a:pt x="4" y="336"/>
                  </a:lnTo>
                  <a:lnTo>
                    <a:pt x="10" y="364"/>
                  </a:lnTo>
                  <a:lnTo>
                    <a:pt x="18" y="390"/>
                  </a:lnTo>
                  <a:lnTo>
                    <a:pt x="28" y="416"/>
                  </a:lnTo>
                  <a:lnTo>
                    <a:pt x="42" y="440"/>
                  </a:lnTo>
                  <a:lnTo>
                    <a:pt x="58" y="464"/>
                  </a:lnTo>
                  <a:lnTo>
                    <a:pt x="76" y="484"/>
                  </a:lnTo>
                  <a:lnTo>
                    <a:pt x="96" y="504"/>
                  </a:lnTo>
                  <a:lnTo>
                    <a:pt x="118" y="522"/>
                  </a:lnTo>
                  <a:lnTo>
                    <a:pt x="142" y="538"/>
                  </a:lnTo>
                  <a:lnTo>
                    <a:pt x="166" y="552"/>
                  </a:lnTo>
                  <a:lnTo>
                    <a:pt x="194" y="562"/>
                  </a:lnTo>
                  <a:lnTo>
                    <a:pt x="222" y="570"/>
                  </a:lnTo>
                  <a:lnTo>
                    <a:pt x="252" y="576"/>
                  </a:lnTo>
                  <a:lnTo>
                    <a:pt x="280" y="578"/>
                  </a:lnTo>
                  <a:lnTo>
                    <a:pt x="308" y="578"/>
                  </a:lnTo>
                  <a:lnTo>
                    <a:pt x="336" y="574"/>
                  </a:lnTo>
                  <a:lnTo>
                    <a:pt x="364" y="568"/>
                  </a:lnTo>
                  <a:lnTo>
                    <a:pt x="392" y="560"/>
                  </a:lnTo>
                  <a:lnTo>
                    <a:pt x="416" y="550"/>
                  </a:lnTo>
                  <a:lnTo>
                    <a:pt x="442" y="536"/>
                  </a:lnTo>
                  <a:lnTo>
                    <a:pt x="464" y="520"/>
                  </a:lnTo>
                  <a:lnTo>
                    <a:pt x="485" y="502"/>
                  </a:lnTo>
                  <a:lnTo>
                    <a:pt x="505" y="482"/>
                  </a:lnTo>
                  <a:lnTo>
                    <a:pt x="523" y="460"/>
                  </a:lnTo>
                  <a:lnTo>
                    <a:pt x="537" y="438"/>
                  </a:lnTo>
                  <a:lnTo>
                    <a:pt x="551" y="412"/>
                  </a:lnTo>
                  <a:lnTo>
                    <a:pt x="563" y="386"/>
                  </a:lnTo>
                  <a:lnTo>
                    <a:pt x="571" y="356"/>
                  </a:lnTo>
                  <a:lnTo>
                    <a:pt x="575" y="328"/>
                  </a:lnTo>
                  <a:lnTo>
                    <a:pt x="579" y="298"/>
                  </a:lnTo>
                  <a:lnTo>
                    <a:pt x="577" y="270"/>
                  </a:lnTo>
                  <a:lnTo>
                    <a:pt x="575" y="242"/>
                  </a:lnTo>
                  <a:lnTo>
                    <a:pt x="569" y="214"/>
                  </a:lnTo>
                  <a:lnTo>
                    <a:pt x="559" y="188"/>
                  </a:lnTo>
                  <a:lnTo>
                    <a:pt x="549" y="162"/>
                  </a:lnTo>
                  <a:lnTo>
                    <a:pt x="535" y="138"/>
                  </a:lnTo>
                  <a:lnTo>
                    <a:pt x="519" y="114"/>
                  </a:lnTo>
                  <a:lnTo>
                    <a:pt x="501" y="94"/>
                  </a:lnTo>
                  <a:lnTo>
                    <a:pt x="481" y="74"/>
                  </a:lnTo>
                  <a:lnTo>
                    <a:pt x="462" y="56"/>
                  </a:lnTo>
                  <a:lnTo>
                    <a:pt x="438" y="40"/>
                  </a:lnTo>
                  <a:lnTo>
                    <a:pt x="412" y="26"/>
                  </a:lnTo>
                  <a:lnTo>
                    <a:pt x="386" y="16"/>
                  </a:lnTo>
                  <a:lnTo>
                    <a:pt x="356" y="8"/>
                  </a:lnTo>
                  <a:close/>
                </a:path>
              </a:pathLst>
            </a:custGeom>
            <a:solidFill>
              <a:srgbClr val="A8CF38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1" name="Freeform 181"/>
            <p:cNvSpPr/>
            <p:nvPr/>
          </p:nvSpPr>
          <p:spPr>
            <a:xfrm>
              <a:off x="878" y="283"/>
              <a:ext cx="563" cy="564"/>
            </a:xfrm>
            <a:custGeom>
              <a:avLst/>
              <a:gdLst/>
              <a:ahLst/>
              <a:cxnLst>
                <a:cxn ang="0">
                  <a:pos x="348" y="8"/>
                </a:cxn>
                <a:cxn ang="0">
                  <a:pos x="292" y="0"/>
                </a:cxn>
                <a:cxn ang="0">
                  <a:pos x="236" y="4"/>
                </a:cxn>
                <a:cxn ang="0">
                  <a:pos x="182" y="18"/>
                </a:cxn>
                <a:cxn ang="0">
                  <a:pos x="134" y="42"/>
                </a:cxn>
                <a:cxn ang="0">
                  <a:pos x="90" y="74"/>
                </a:cxn>
                <a:cxn ang="0">
                  <a:pos x="54" y="116"/>
                </a:cxn>
                <a:cxn ang="0">
                  <a:pos x="26" y="164"/>
                </a:cxn>
                <a:cxn ang="0">
                  <a:pos x="8" y="216"/>
                </a:cxn>
                <a:cxn ang="0">
                  <a:pos x="2" y="246"/>
                </a:cxn>
                <a:cxn ang="0">
                  <a:pos x="0" y="302"/>
                </a:cxn>
                <a:cxn ang="0">
                  <a:pos x="10" y="356"/>
                </a:cxn>
                <a:cxn ang="0">
                  <a:pos x="28" y="406"/>
                </a:cxn>
                <a:cxn ang="0">
                  <a:pos x="56" y="452"/>
                </a:cxn>
                <a:cxn ang="0">
                  <a:pos x="94" y="492"/>
                </a:cxn>
                <a:cxn ang="0">
                  <a:pos x="138" y="526"/>
                </a:cxn>
                <a:cxn ang="0">
                  <a:pos x="188" y="548"/>
                </a:cxn>
                <a:cxn ang="0">
                  <a:pos x="216" y="556"/>
                </a:cxn>
                <a:cxn ang="0">
                  <a:pos x="272" y="564"/>
                </a:cxn>
                <a:cxn ang="0">
                  <a:pos x="328" y="560"/>
                </a:cxn>
                <a:cxn ang="0">
                  <a:pos x="380" y="546"/>
                </a:cxn>
                <a:cxn ang="0">
                  <a:pos x="430" y="522"/>
                </a:cxn>
                <a:cxn ang="0">
                  <a:pos x="472" y="490"/>
                </a:cxn>
                <a:cxn ang="0">
                  <a:pos x="509" y="450"/>
                </a:cxn>
                <a:cxn ang="0">
                  <a:pos x="537" y="402"/>
                </a:cxn>
                <a:cxn ang="0">
                  <a:pos x="555" y="348"/>
                </a:cxn>
                <a:cxn ang="0">
                  <a:pos x="561" y="320"/>
                </a:cxn>
                <a:cxn ang="0">
                  <a:pos x="563" y="264"/>
                </a:cxn>
                <a:cxn ang="0">
                  <a:pos x="553" y="210"/>
                </a:cxn>
                <a:cxn ang="0">
                  <a:pos x="535" y="160"/>
                </a:cxn>
                <a:cxn ang="0">
                  <a:pos x="507" y="114"/>
                </a:cxn>
                <a:cxn ang="0">
                  <a:pos x="470" y="72"/>
                </a:cxn>
                <a:cxn ang="0">
                  <a:pos x="426" y="40"/>
                </a:cxn>
                <a:cxn ang="0">
                  <a:pos x="376" y="16"/>
                </a:cxn>
                <a:cxn ang="0">
                  <a:pos x="348" y="8"/>
                </a:cxn>
              </a:cxnLst>
              <a:rect l="0" t="0" r="0" b="0"/>
              <a:pathLst>
                <a:path w="563" h="564">
                  <a:moveTo>
                    <a:pt x="348" y="8"/>
                  </a:moveTo>
                  <a:lnTo>
                    <a:pt x="348" y="8"/>
                  </a:lnTo>
                  <a:lnTo>
                    <a:pt x="320" y="4"/>
                  </a:lnTo>
                  <a:lnTo>
                    <a:pt x="292" y="0"/>
                  </a:lnTo>
                  <a:lnTo>
                    <a:pt x="264" y="2"/>
                  </a:lnTo>
                  <a:lnTo>
                    <a:pt x="236" y="4"/>
                  </a:lnTo>
                  <a:lnTo>
                    <a:pt x="208" y="10"/>
                  </a:lnTo>
                  <a:lnTo>
                    <a:pt x="182" y="18"/>
                  </a:lnTo>
                  <a:lnTo>
                    <a:pt x="158" y="30"/>
                  </a:lnTo>
                  <a:lnTo>
                    <a:pt x="134" y="42"/>
                  </a:lnTo>
                  <a:lnTo>
                    <a:pt x="112" y="58"/>
                  </a:lnTo>
                  <a:lnTo>
                    <a:pt x="90" y="74"/>
                  </a:lnTo>
                  <a:lnTo>
                    <a:pt x="72" y="94"/>
                  </a:lnTo>
                  <a:lnTo>
                    <a:pt x="54" y="116"/>
                  </a:lnTo>
                  <a:lnTo>
                    <a:pt x="40" y="138"/>
                  </a:lnTo>
                  <a:lnTo>
                    <a:pt x="26" y="164"/>
                  </a:lnTo>
                  <a:lnTo>
                    <a:pt x="16" y="190"/>
                  </a:lnTo>
                  <a:lnTo>
                    <a:pt x="8" y="216"/>
                  </a:lnTo>
                  <a:lnTo>
                    <a:pt x="2" y="246"/>
                  </a:lnTo>
                  <a:lnTo>
                    <a:pt x="0" y="274"/>
                  </a:lnTo>
                  <a:lnTo>
                    <a:pt x="0" y="302"/>
                  </a:lnTo>
                  <a:lnTo>
                    <a:pt x="4" y="328"/>
                  </a:lnTo>
                  <a:lnTo>
                    <a:pt x="10" y="356"/>
                  </a:lnTo>
                  <a:lnTo>
                    <a:pt x="18" y="382"/>
                  </a:lnTo>
                  <a:lnTo>
                    <a:pt x="28" y="406"/>
                  </a:lnTo>
                  <a:lnTo>
                    <a:pt x="42" y="430"/>
                  </a:lnTo>
                  <a:lnTo>
                    <a:pt x="56" y="452"/>
                  </a:lnTo>
                  <a:lnTo>
                    <a:pt x="74" y="474"/>
                  </a:lnTo>
                  <a:lnTo>
                    <a:pt x="94" y="492"/>
                  </a:lnTo>
                  <a:lnTo>
                    <a:pt x="114" y="510"/>
                  </a:lnTo>
                  <a:lnTo>
                    <a:pt x="138" y="526"/>
                  </a:lnTo>
                  <a:lnTo>
                    <a:pt x="162" y="538"/>
                  </a:lnTo>
                  <a:lnTo>
                    <a:pt x="188" y="548"/>
                  </a:lnTo>
                  <a:lnTo>
                    <a:pt x="216" y="556"/>
                  </a:lnTo>
                  <a:lnTo>
                    <a:pt x="244" y="562"/>
                  </a:lnTo>
                  <a:lnTo>
                    <a:pt x="272" y="564"/>
                  </a:lnTo>
                  <a:lnTo>
                    <a:pt x="300" y="564"/>
                  </a:lnTo>
                  <a:lnTo>
                    <a:pt x="328" y="560"/>
                  </a:lnTo>
                  <a:lnTo>
                    <a:pt x="354" y="556"/>
                  </a:lnTo>
                  <a:lnTo>
                    <a:pt x="380" y="546"/>
                  </a:lnTo>
                  <a:lnTo>
                    <a:pt x="406" y="536"/>
                  </a:lnTo>
                  <a:lnTo>
                    <a:pt x="430" y="522"/>
                  </a:lnTo>
                  <a:lnTo>
                    <a:pt x="452" y="508"/>
                  </a:lnTo>
                  <a:lnTo>
                    <a:pt x="472" y="490"/>
                  </a:lnTo>
                  <a:lnTo>
                    <a:pt x="491" y="472"/>
                  </a:lnTo>
                  <a:lnTo>
                    <a:pt x="509" y="450"/>
                  </a:lnTo>
                  <a:lnTo>
                    <a:pt x="523" y="426"/>
                  </a:lnTo>
                  <a:lnTo>
                    <a:pt x="537" y="402"/>
                  </a:lnTo>
                  <a:lnTo>
                    <a:pt x="547" y="376"/>
                  </a:lnTo>
                  <a:lnTo>
                    <a:pt x="555" y="348"/>
                  </a:lnTo>
                  <a:lnTo>
                    <a:pt x="561" y="320"/>
                  </a:lnTo>
                  <a:lnTo>
                    <a:pt x="563" y="292"/>
                  </a:lnTo>
                  <a:lnTo>
                    <a:pt x="563" y="264"/>
                  </a:lnTo>
                  <a:lnTo>
                    <a:pt x="559" y="236"/>
                  </a:lnTo>
                  <a:lnTo>
                    <a:pt x="553" y="210"/>
                  </a:lnTo>
                  <a:lnTo>
                    <a:pt x="545" y="184"/>
                  </a:lnTo>
                  <a:lnTo>
                    <a:pt x="535" y="160"/>
                  </a:lnTo>
                  <a:lnTo>
                    <a:pt x="521" y="136"/>
                  </a:lnTo>
                  <a:lnTo>
                    <a:pt x="507" y="114"/>
                  </a:lnTo>
                  <a:lnTo>
                    <a:pt x="489" y="92"/>
                  </a:lnTo>
                  <a:lnTo>
                    <a:pt x="470" y="72"/>
                  </a:lnTo>
                  <a:lnTo>
                    <a:pt x="450" y="56"/>
                  </a:lnTo>
                  <a:lnTo>
                    <a:pt x="426" y="40"/>
                  </a:lnTo>
                  <a:lnTo>
                    <a:pt x="402" y="28"/>
                  </a:lnTo>
                  <a:lnTo>
                    <a:pt x="376" y="16"/>
                  </a:lnTo>
                  <a:lnTo>
                    <a:pt x="348" y="8"/>
                  </a:lnTo>
                  <a:close/>
                </a:path>
              </a:pathLst>
            </a:custGeom>
            <a:solidFill>
              <a:srgbClr val="AAD037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2" name="Freeform 182"/>
            <p:cNvSpPr/>
            <p:nvPr/>
          </p:nvSpPr>
          <p:spPr>
            <a:xfrm>
              <a:off x="886" y="289"/>
              <a:ext cx="549" cy="548"/>
            </a:xfrm>
            <a:custGeom>
              <a:avLst/>
              <a:gdLst/>
              <a:ahLst/>
              <a:cxnLst>
                <a:cxn ang="0">
                  <a:pos x="338" y="8"/>
                </a:cxn>
                <a:cxn ang="0">
                  <a:pos x="284" y="0"/>
                </a:cxn>
                <a:cxn ang="0">
                  <a:pos x="230" y="4"/>
                </a:cxn>
                <a:cxn ang="0">
                  <a:pos x="178" y="18"/>
                </a:cxn>
                <a:cxn ang="0">
                  <a:pos x="130" y="40"/>
                </a:cxn>
                <a:cxn ang="0">
                  <a:pos x="88" y="72"/>
                </a:cxn>
                <a:cxn ang="0">
                  <a:pos x="54" y="112"/>
                </a:cxn>
                <a:cxn ang="0">
                  <a:pos x="26" y="158"/>
                </a:cxn>
                <a:cxn ang="0">
                  <a:pos x="8" y="210"/>
                </a:cxn>
                <a:cxn ang="0">
                  <a:pos x="2" y="238"/>
                </a:cxn>
                <a:cxn ang="0">
                  <a:pos x="0" y="292"/>
                </a:cxn>
                <a:cxn ang="0">
                  <a:pos x="10" y="344"/>
                </a:cxn>
                <a:cxn ang="0">
                  <a:pos x="28" y="394"/>
                </a:cxn>
                <a:cxn ang="0">
                  <a:pos x="56" y="440"/>
                </a:cxn>
                <a:cxn ang="0">
                  <a:pos x="92" y="478"/>
                </a:cxn>
                <a:cxn ang="0">
                  <a:pos x="134" y="510"/>
                </a:cxn>
                <a:cxn ang="0">
                  <a:pos x="184" y="534"/>
                </a:cxn>
                <a:cxn ang="0">
                  <a:pos x="210" y="542"/>
                </a:cxn>
                <a:cxn ang="0">
                  <a:pos x="266" y="548"/>
                </a:cxn>
                <a:cxn ang="0">
                  <a:pos x="320" y="544"/>
                </a:cxn>
                <a:cxn ang="0">
                  <a:pos x="370" y="532"/>
                </a:cxn>
                <a:cxn ang="0">
                  <a:pos x="418" y="508"/>
                </a:cxn>
                <a:cxn ang="0">
                  <a:pos x="460" y="476"/>
                </a:cxn>
                <a:cxn ang="0">
                  <a:pos x="495" y="436"/>
                </a:cxn>
                <a:cxn ang="0">
                  <a:pos x="523" y="390"/>
                </a:cxn>
                <a:cxn ang="0">
                  <a:pos x="541" y="338"/>
                </a:cxn>
                <a:cxn ang="0">
                  <a:pos x="547" y="310"/>
                </a:cxn>
                <a:cxn ang="0">
                  <a:pos x="547" y="256"/>
                </a:cxn>
                <a:cxn ang="0">
                  <a:pos x="539" y="204"/>
                </a:cxn>
                <a:cxn ang="0">
                  <a:pos x="521" y="154"/>
                </a:cxn>
                <a:cxn ang="0">
                  <a:pos x="493" y="110"/>
                </a:cxn>
                <a:cxn ang="0">
                  <a:pos x="458" y="70"/>
                </a:cxn>
                <a:cxn ang="0">
                  <a:pos x="414" y="38"/>
                </a:cxn>
                <a:cxn ang="0">
                  <a:pos x="366" y="16"/>
                </a:cxn>
                <a:cxn ang="0">
                  <a:pos x="338" y="8"/>
                </a:cxn>
              </a:cxnLst>
              <a:rect l="0" t="0" r="0" b="0"/>
              <a:pathLst>
                <a:path w="549" h="548">
                  <a:moveTo>
                    <a:pt x="338" y="8"/>
                  </a:moveTo>
                  <a:lnTo>
                    <a:pt x="338" y="8"/>
                  </a:lnTo>
                  <a:lnTo>
                    <a:pt x="310" y="2"/>
                  </a:lnTo>
                  <a:lnTo>
                    <a:pt x="284" y="0"/>
                  </a:lnTo>
                  <a:lnTo>
                    <a:pt x="256" y="0"/>
                  </a:lnTo>
                  <a:lnTo>
                    <a:pt x="230" y="4"/>
                  </a:lnTo>
                  <a:lnTo>
                    <a:pt x="204" y="10"/>
                  </a:lnTo>
                  <a:lnTo>
                    <a:pt x="178" y="18"/>
                  </a:lnTo>
                  <a:lnTo>
                    <a:pt x="154" y="28"/>
                  </a:lnTo>
                  <a:lnTo>
                    <a:pt x="130" y="40"/>
                  </a:lnTo>
                  <a:lnTo>
                    <a:pt x="108" y="56"/>
                  </a:lnTo>
                  <a:lnTo>
                    <a:pt x="88" y="72"/>
                  </a:lnTo>
                  <a:lnTo>
                    <a:pt x="70" y="90"/>
                  </a:lnTo>
                  <a:lnTo>
                    <a:pt x="54" y="112"/>
                  </a:lnTo>
                  <a:lnTo>
                    <a:pt x="38" y="134"/>
                  </a:lnTo>
                  <a:lnTo>
                    <a:pt x="26" y="158"/>
                  </a:lnTo>
                  <a:lnTo>
                    <a:pt x="16" y="184"/>
                  </a:lnTo>
                  <a:lnTo>
                    <a:pt x="8" y="210"/>
                  </a:lnTo>
                  <a:lnTo>
                    <a:pt x="2" y="238"/>
                  </a:lnTo>
                  <a:lnTo>
                    <a:pt x="0" y="266"/>
                  </a:lnTo>
                  <a:lnTo>
                    <a:pt x="0" y="292"/>
                  </a:lnTo>
                  <a:lnTo>
                    <a:pt x="4" y="318"/>
                  </a:lnTo>
                  <a:lnTo>
                    <a:pt x="10" y="344"/>
                  </a:lnTo>
                  <a:lnTo>
                    <a:pt x="18" y="370"/>
                  </a:lnTo>
                  <a:lnTo>
                    <a:pt x="28" y="394"/>
                  </a:lnTo>
                  <a:lnTo>
                    <a:pt x="40" y="418"/>
                  </a:lnTo>
                  <a:lnTo>
                    <a:pt x="56" y="440"/>
                  </a:lnTo>
                  <a:lnTo>
                    <a:pt x="72" y="460"/>
                  </a:lnTo>
                  <a:lnTo>
                    <a:pt x="92" y="478"/>
                  </a:lnTo>
                  <a:lnTo>
                    <a:pt x="112" y="496"/>
                  </a:lnTo>
                  <a:lnTo>
                    <a:pt x="134" y="510"/>
                  </a:lnTo>
                  <a:lnTo>
                    <a:pt x="158" y="522"/>
                  </a:lnTo>
                  <a:lnTo>
                    <a:pt x="184" y="534"/>
                  </a:lnTo>
                  <a:lnTo>
                    <a:pt x="210" y="542"/>
                  </a:lnTo>
                  <a:lnTo>
                    <a:pt x="238" y="546"/>
                  </a:lnTo>
                  <a:lnTo>
                    <a:pt x="266" y="548"/>
                  </a:lnTo>
                  <a:lnTo>
                    <a:pt x="292" y="548"/>
                  </a:lnTo>
                  <a:lnTo>
                    <a:pt x="320" y="544"/>
                  </a:lnTo>
                  <a:lnTo>
                    <a:pt x="346" y="540"/>
                  </a:lnTo>
                  <a:lnTo>
                    <a:pt x="370" y="532"/>
                  </a:lnTo>
                  <a:lnTo>
                    <a:pt x="396" y="520"/>
                  </a:lnTo>
                  <a:lnTo>
                    <a:pt x="418" y="508"/>
                  </a:lnTo>
                  <a:lnTo>
                    <a:pt x="440" y="494"/>
                  </a:lnTo>
                  <a:lnTo>
                    <a:pt x="460" y="476"/>
                  </a:lnTo>
                  <a:lnTo>
                    <a:pt x="479" y="458"/>
                  </a:lnTo>
                  <a:lnTo>
                    <a:pt x="495" y="436"/>
                  </a:lnTo>
                  <a:lnTo>
                    <a:pt x="509" y="414"/>
                  </a:lnTo>
                  <a:lnTo>
                    <a:pt x="523" y="390"/>
                  </a:lnTo>
                  <a:lnTo>
                    <a:pt x="533" y="366"/>
                  </a:lnTo>
                  <a:lnTo>
                    <a:pt x="541" y="338"/>
                  </a:lnTo>
                  <a:lnTo>
                    <a:pt x="547" y="310"/>
                  </a:lnTo>
                  <a:lnTo>
                    <a:pt x="549" y="284"/>
                  </a:lnTo>
                  <a:lnTo>
                    <a:pt x="547" y="256"/>
                  </a:lnTo>
                  <a:lnTo>
                    <a:pt x="545" y="230"/>
                  </a:lnTo>
                  <a:lnTo>
                    <a:pt x="539" y="204"/>
                  </a:lnTo>
                  <a:lnTo>
                    <a:pt x="531" y="178"/>
                  </a:lnTo>
                  <a:lnTo>
                    <a:pt x="521" y="154"/>
                  </a:lnTo>
                  <a:lnTo>
                    <a:pt x="507" y="130"/>
                  </a:lnTo>
                  <a:lnTo>
                    <a:pt x="493" y="110"/>
                  </a:lnTo>
                  <a:lnTo>
                    <a:pt x="475" y="88"/>
                  </a:lnTo>
                  <a:lnTo>
                    <a:pt x="458" y="70"/>
                  </a:lnTo>
                  <a:lnTo>
                    <a:pt x="438" y="54"/>
                  </a:lnTo>
                  <a:lnTo>
                    <a:pt x="414" y="38"/>
                  </a:lnTo>
                  <a:lnTo>
                    <a:pt x="390" y="26"/>
                  </a:lnTo>
                  <a:lnTo>
                    <a:pt x="366" y="16"/>
                  </a:lnTo>
                  <a:lnTo>
                    <a:pt x="338" y="8"/>
                  </a:lnTo>
                  <a:close/>
                </a:path>
              </a:pathLst>
            </a:custGeom>
            <a:solidFill>
              <a:srgbClr val="ACD037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3" name="Freeform 183"/>
            <p:cNvSpPr/>
            <p:nvPr/>
          </p:nvSpPr>
          <p:spPr>
            <a:xfrm>
              <a:off x="894" y="295"/>
              <a:ext cx="533" cy="532"/>
            </a:xfrm>
            <a:custGeom>
              <a:avLst/>
              <a:gdLst/>
              <a:ahLst/>
              <a:cxnLst>
                <a:cxn ang="0">
                  <a:pos x="330" y="6"/>
                </a:cxn>
                <a:cxn ang="0">
                  <a:pos x="276" y="0"/>
                </a:cxn>
                <a:cxn ang="0">
                  <a:pos x="224" y="2"/>
                </a:cxn>
                <a:cxn ang="0">
                  <a:pos x="174" y="16"/>
                </a:cxn>
                <a:cxn ang="0">
                  <a:pos x="128" y="38"/>
                </a:cxn>
                <a:cxn ang="0">
                  <a:pos x="86" y="70"/>
                </a:cxn>
                <a:cxn ang="0">
                  <a:pos x="52" y="108"/>
                </a:cxn>
                <a:cxn ang="0">
                  <a:pos x="24" y="152"/>
                </a:cxn>
                <a:cxn ang="0">
                  <a:pos x="8" y="204"/>
                </a:cxn>
                <a:cxn ang="0">
                  <a:pos x="2" y="230"/>
                </a:cxn>
                <a:cxn ang="0">
                  <a:pos x="0" y="284"/>
                </a:cxn>
                <a:cxn ang="0">
                  <a:pos x="8" y="334"/>
                </a:cxn>
                <a:cxn ang="0">
                  <a:pos x="28" y="382"/>
                </a:cxn>
                <a:cxn ang="0">
                  <a:pos x="54" y="426"/>
                </a:cxn>
                <a:cxn ang="0">
                  <a:pos x="88" y="464"/>
                </a:cxn>
                <a:cxn ang="0">
                  <a:pos x="130" y="496"/>
                </a:cxn>
                <a:cxn ang="0">
                  <a:pos x="178" y="518"/>
                </a:cxn>
                <a:cxn ang="0">
                  <a:pos x="204" y="526"/>
                </a:cxn>
                <a:cxn ang="0">
                  <a:pos x="258" y="532"/>
                </a:cxn>
                <a:cxn ang="0">
                  <a:pos x="310" y="530"/>
                </a:cxn>
                <a:cxn ang="0">
                  <a:pos x="360" y="516"/>
                </a:cxn>
                <a:cxn ang="0">
                  <a:pos x="406" y="494"/>
                </a:cxn>
                <a:cxn ang="0">
                  <a:pos x="448" y="462"/>
                </a:cxn>
                <a:cxn ang="0">
                  <a:pos x="481" y="424"/>
                </a:cxn>
                <a:cxn ang="0">
                  <a:pos x="509" y="380"/>
                </a:cxn>
                <a:cxn ang="0">
                  <a:pos x="527" y="328"/>
                </a:cxn>
                <a:cxn ang="0">
                  <a:pos x="531" y="302"/>
                </a:cxn>
                <a:cxn ang="0">
                  <a:pos x="533" y="248"/>
                </a:cxn>
                <a:cxn ang="0">
                  <a:pos x="525" y="198"/>
                </a:cxn>
                <a:cxn ang="0">
                  <a:pos x="507" y="148"/>
                </a:cxn>
                <a:cxn ang="0">
                  <a:pos x="479" y="106"/>
                </a:cxn>
                <a:cxn ang="0">
                  <a:pos x="446" y="68"/>
                </a:cxn>
                <a:cxn ang="0">
                  <a:pos x="404" y="36"/>
                </a:cxn>
                <a:cxn ang="0">
                  <a:pos x="356" y="14"/>
                </a:cxn>
                <a:cxn ang="0">
                  <a:pos x="330" y="6"/>
                </a:cxn>
              </a:cxnLst>
              <a:rect l="0" t="0" r="0" b="0"/>
              <a:pathLst>
                <a:path w="533" h="532">
                  <a:moveTo>
                    <a:pt x="330" y="6"/>
                  </a:moveTo>
                  <a:lnTo>
                    <a:pt x="330" y="6"/>
                  </a:lnTo>
                  <a:lnTo>
                    <a:pt x="302" y="2"/>
                  </a:lnTo>
                  <a:lnTo>
                    <a:pt x="276" y="0"/>
                  </a:lnTo>
                  <a:lnTo>
                    <a:pt x="250" y="0"/>
                  </a:lnTo>
                  <a:lnTo>
                    <a:pt x="224" y="2"/>
                  </a:lnTo>
                  <a:lnTo>
                    <a:pt x="198" y="8"/>
                  </a:lnTo>
                  <a:lnTo>
                    <a:pt x="174" y="16"/>
                  </a:lnTo>
                  <a:lnTo>
                    <a:pt x="150" y="26"/>
                  </a:lnTo>
                  <a:lnTo>
                    <a:pt x="128" y="38"/>
                  </a:lnTo>
                  <a:lnTo>
                    <a:pt x="106" y="52"/>
                  </a:lnTo>
                  <a:lnTo>
                    <a:pt x="86" y="70"/>
                  </a:lnTo>
                  <a:lnTo>
                    <a:pt x="68" y="88"/>
                  </a:lnTo>
                  <a:lnTo>
                    <a:pt x="52" y="108"/>
                  </a:lnTo>
                  <a:lnTo>
                    <a:pt x="38" y="130"/>
                  </a:lnTo>
                  <a:lnTo>
                    <a:pt x="24" y="152"/>
                  </a:lnTo>
                  <a:lnTo>
                    <a:pt x="14" y="178"/>
                  </a:lnTo>
                  <a:lnTo>
                    <a:pt x="8" y="204"/>
                  </a:lnTo>
                  <a:lnTo>
                    <a:pt x="2" y="230"/>
                  </a:lnTo>
                  <a:lnTo>
                    <a:pt x="0" y="256"/>
                  </a:lnTo>
                  <a:lnTo>
                    <a:pt x="0" y="284"/>
                  </a:lnTo>
                  <a:lnTo>
                    <a:pt x="4" y="310"/>
                  </a:lnTo>
                  <a:lnTo>
                    <a:pt x="8" y="334"/>
                  </a:lnTo>
                  <a:lnTo>
                    <a:pt x="16" y="360"/>
                  </a:lnTo>
                  <a:lnTo>
                    <a:pt x="28" y="382"/>
                  </a:lnTo>
                  <a:lnTo>
                    <a:pt x="40" y="406"/>
                  </a:lnTo>
                  <a:lnTo>
                    <a:pt x="54" y="426"/>
                  </a:lnTo>
                  <a:lnTo>
                    <a:pt x="70" y="446"/>
                  </a:lnTo>
                  <a:lnTo>
                    <a:pt x="88" y="464"/>
                  </a:lnTo>
                  <a:lnTo>
                    <a:pt x="108" y="480"/>
                  </a:lnTo>
                  <a:lnTo>
                    <a:pt x="130" y="496"/>
                  </a:lnTo>
                  <a:lnTo>
                    <a:pt x="154" y="508"/>
                  </a:lnTo>
                  <a:lnTo>
                    <a:pt x="178" y="518"/>
                  </a:lnTo>
                  <a:lnTo>
                    <a:pt x="204" y="526"/>
                  </a:lnTo>
                  <a:lnTo>
                    <a:pt x="232" y="530"/>
                  </a:lnTo>
                  <a:lnTo>
                    <a:pt x="258" y="532"/>
                  </a:lnTo>
                  <a:lnTo>
                    <a:pt x="284" y="532"/>
                  </a:lnTo>
                  <a:lnTo>
                    <a:pt x="310" y="530"/>
                  </a:lnTo>
                  <a:lnTo>
                    <a:pt x="336" y="524"/>
                  </a:lnTo>
                  <a:lnTo>
                    <a:pt x="360" y="516"/>
                  </a:lnTo>
                  <a:lnTo>
                    <a:pt x="384" y="506"/>
                  </a:lnTo>
                  <a:lnTo>
                    <a:pt x="406" y="494"/>
                  </a:lnTo>
                  <a:lnTo>
                    <a:pt x="428" y="478"/>
                  </a:lnTo>
                  <a:lnTo>
                    <a:pt x="448" y="462"/>
                  </a:lnTo>
                  <a:lnTo>
                    <a:pt x="465" y="444"/>
                  </a:lnTo>
                  <a:lnTo>
                    <a:pt x="481" y="424"/>
                  </a:lnTo>
                  <a:lnTo>
                    <a:pt x="495" y="402"/>
                  </a:lnTo>
                  <a:lnTo>
                    <a:pt x="509" y="380"/>
                  </a:lnTo>
                  <a:lnTo>
                    <a:pt x="519" y="354"/>
                  </a:lnTo>
                  <a:lnTo>
                    <a:pt x="527" y="328"/>
                  </a:lnTo>
                  <a:lnTo>
                    <a:pt x="531" y="302"/>
                  </a:lnTo>
                  <a:lnTo>
                    <a:pt x="533" y="274"/>
                  </a:lnTo>
                  <a:lnTo>
                    <a:pt x="533" y="248"/>
                  </a:lnTo>
                  <a:lnTo>
                    <a:pt x="529" y="222"/>
                  </a:lnTo>
                  <a:lnTo>
                    <a:pt x="525" y="198"/>
                  </a:lnTo>
                  <a:lnTo>
                    <a:pt x="517" y="172"/>
                  </a:lnTo>
                  <a:lnTo>
                    <a:pt x="507" y="148"/>
                  </a:lnTo>
                  <a:lnTo>
                    <a:pt x="493" y="126"/>
                  </a:lnTo>
                  <a:lnTo>
                    <a:pt x="479" y="106"/>
                  </a:lnTo>
                  <a:lnTo>
                    <a:pt x="463" y="86"/>
                  </a:lnTo>
                  <a:lnTo>
                    <a:pt x="446" y="68"/>
                  </a:lnTo>
                  <a:lnTo>
                    <a:pt x="426" y="50"/>
                  </a:lnTo>
                  <a:lnTo>
                    <a:pt x="404" y="36"/>
                  </a:lnTo>
                  <a:lnTo>
                    <a:pt x="380" y="24"/>
                  </a:lnTo>
                  <a:lnTo>
                    <a:pt x="356" y="14"/>
                  </a:lnTo>
                  <a:lnTo>
                    <a:pt x="330" y="6"/>
                  </a:lnTo>
                  <a:close/>
                </a:path>
              </a:pathLst>
            </a:custGeom>
            <a:solidFill>
              <a:srgbClr val="AED136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4" name="Freeform 184"/>
            <p:cNvSpPr/>
            <p:nvPr/>
          </p:nvSpPr>
          <p:spPr>
            <a:xfrm>
              <a:off x="902" y="299"/>
              <a:ext cx="519" cy="518"/>
            </a:xfrm>
            <a:custGeom>
              <a:avLst/>
              <a:gdLst/>
              <a:ahLst/>
              <a:cxnLst>
                <a:cxn ang="0">
                  <a:pos x="320" y="8"/>
                </a:cxn>
                <a:cxn ang="0">
                  <a:pos x="268" y="0"/>
                </a:cxn>
                <a:cxn ang="0">
                  <a:pos x="218" y="4"/>
                </a:cxn>
                <a:cxn ang="0">
                  <a:pos x="168" y="16"/>
                </a:cxn>
                <a:cxn ang="0">
                  <a:pos x="124" y="38"/>
                </a:cxn>
                <a:cxn ang="0">
                  <a:pos x="84" y="68"/>
                </a:cxn>
                <a:cxn ang="0">
                  <a:pos x="50" y="106"/>
                </a:cxn>
                <a:cxn ang="0">
                  <a:pos x="24" y="150"/>
                </a:cxn>
                <a:cxn ang="0">
                  <a:pos x="8" y="198"/>
                </a:cxn>
                <a:cxn ang="0">
                  <a:pos x="2" y="224"/>
                </a:cxn>
                <a:cxn ang="0">
                  <a:pos x="0" y="276"/>
                </a:cxn>
                <a:cxn ang="0">
                  <a:pos x="8" y="326"/>
                </a:cxn>
                <a:cxn ang="0">
                  <a:pos x="26" y="372"/>
                </a:cxn>
                <a:cxn ang="0">
                  <a:pos x="52" y="416"/>
                </a:cxn>
                <a:cxn ang="0">
                  <a:pos x="86" y="452"/>
                </a:cxn>
                <a:cxn ang="0">
                  <a:pos x="128" y="482"/>
                </a:cxn>
                <a:cxn ang="0">
                  <a:pos x="174" y="504"/>
                </a:cxn>
                <a:cxn ang="0">
                  <a:pos x="200" y="512"/>
                </a:cxn>
                <a:cxn ang="0">
                  <a:pos x="252" y="518"/>
                </a:cxn>
                <a:cxn ang="0">
                  <a:pos x="302" y="516"/>
                </a:cxn>
                <a:cxn ang="0">
                  <a:pos x="350" y="502"/>
                </a:cxn>
                <a:cxn ang="0">
                  <a:pos x="396" y="480"/>
                </a:cxn>
                <a:cxn ang="0">
                  <a:pos x="436" y="450"/>
                </a:cxn>
                <a:cxn ang="0">
                  <a:pos x="467" y="414"/>
                </a:cxn>
                <a:cxn ang="0">
                  <a:pos x="493" y="370"/>
                </a:cxn>
                <a:cxn ang="0">
                  <a:pos x="511" y="320"/>
                </a:cxn>
                <a:cxn ang="0">
                  <a:pos x="517" y="294"/>
                </a:cxn>
                <a:cxn ang="0">
                  <a:pos x="517" y="242"/>
                </a:cxn>
                <a:cxn ang="0">
                  <a:pos x="509" y="192"/>
                </a:cxn>
                <a:cxn ang="0">
                  <a:pos x="491" y="146"/>
                </a:cxn>
                <a:cxn ang="0">
                  <a:pos x="465" y="104"/>
                </a:cxn>
                <a:cxn ang="0">
                  <a:pos x="434" y="66"/>
                </a:cxn>
                <a:cxn ang="0">
                  <a:pos x="392" y="36"/>
                </a:cxn>
                <a:cxn ang="0">
                  <a:pos x="346" y="14"/>
                </a:cxn>
                <a:cxn ang="0">
                  <a:pos x="320" y="8"/>
                </a:cxn>
              </a:cxnLst>
              <a:rect l="0" t="0" r="0" b="0"/>
              <a:pathLst>
                <a:path w="519" h="518">
                  <a:moveTo>
                    <a:pt x="320" y="8"/>
                  </a:moveTo>
                  <a:lnTo>
                    <a:pt x="320" y="8"/>
                  </a:lnTo>
                  <a:lnTo>
                    <a:pt x="294" y="2"/>
                  </a:lnTo>
                  <a:lnTo>
                    <a:pt x="268" y="0"/>
                  </a:lnTo>
                  <a:lnTo>
                    <a:pt x="242" y="0"/>
                  </a:lnTo>
                  <a:lnTo>
                    <a:pt x="218" y="4"/>
                  </a:lnTo>
                  <a:lnTo>
                    <a:pt x="192" y="8"/>
                  </a:lnTo>
                  <a:lnTo>
                    <a:pt x="168" y="16"/>
                  </a:lnTo>
                  <a:lnTo>
                    <a:pt x="146" y="26"/>
                  </a:lnTo>
                  <a:lnTo>
                    <a:pt x="124" y="38"/>
                  </a:lnTo>
                  <a:lnTo>
                    <a:pt x="104" y="52"/>
                  </a:lnTo>
                  <a:lnTo>
                    <a:pt x="84" y="68"/>
                  </a:lnTo>
                  <a:lnTo>
                    <a:pt x="66" y="86"/>
                  </a:lnTo>
                  <a:lnTo>
                    <a:pt x="50" y="106"/>
                  </a:lnTo>
                  <a:lnTo>
                    <a:pt x="36" y="126"/>
                  </a:lnTo>
                  <a:lnTo>
                    <a:pt x="24" y="150"/>
                  </a:lnTo>
                  <a:lnTo>
                    <a:pt x="14" y="174"/>
                  </a:lnTo>
                  <a:lnTo>
                    <a:pt x="8" y="198"/>
                  </a:lnTo>
                  <a:lnTo>
                    <a:pt x="2" y="224"/>
                  </a:lnTo>
                  <a:lnTo>
                    <a:pt x="0" y="250"/>
                  </a:lnTo>
                  <a:lnTo>
                    <a:pt x="0" y="276"/>
                  </a:lnTo>
                  <a:lnTo>
                    <a:pt x="4" y="302"/>
                  </a:lnTo>
                  <a:lnTo>
                    <a:pt x="8" y="326"/>
                  </a:lnTo>
                  <a:lnTo>
                    <a:pt x="16" y="350"/>
                  </a:lnTo>
                  <a:lnTo>
                    <a:pt x="26" y="372"/>
                  </a:lnTo>
                  <a:lnTo>
                    <a:pt x="38" y="394"/>
                  </a:lnTo>
                  <a:lnTo>
                    <a:pt x="52" y="416"/>
                  </a:lnTo>
                  <a:lnTo>
                    <a:pt x="68" y="434"/>
                  </a:lnTo>
                  <a:lnTo>
                    <a:pt x="86" y="452"/>
                  </a:lnTo>
                  <a:lnTo>
                    <a:pt x="106" y="468"/>
                  </a:lnTo>
                  <a:lnTo>
                    <a:pt x="128" y="482"/>
                  </a:lnTo>
                  <a:lnTo>
                    <a:pt x="150" y="494"/>
                  </a:lnTo>
                  <a:lnTo>
                    <a:pt x="174" y="504"/>
                  </a:lnTo>
                  <a:lnTo>
                    <a:pt x="200" y="512"/>
                  </a:lnTo>
                  <a:lnTo>
                    <a:pt x="226" y="516"/>
                  </a:lnTo>
                  <a:lnTo>
                    <a:pt x="252" y="518"/>
                  </a:lnTo>
                  <a:lnTo>
                    <a:pt x="276" y="518"/>
                  </a:lnTo>
                  <a:lnTo>
                    <a:pt x="302" y="516"/>
                  </a:lnTo>
                  <a:lnTo>
                    <a:pt x="326" y="510"/>
                  </a:lnTo>
                  <a:lnTo>
                    <a:pt x="350" y="502"/>
                  </a:lnTo>
                  <a:lnTo>
                    <a:pt x="374" y="492"/>
                  </a:lnTo>
                  <a:lnTo>
                    <a:pt x="396" y="480"/>
                  </a:lnTo>
                  <a:lnTo>
                    <a:pt x="416" y="466"/>
                  </a:lnTo>
                  <a:lnTo>
                    <a:pt x="436" y="450"/>
                  </a:lnTo>
                  <a:lnTo>
                    <a:pt x="451" y="432"/>
                  </a:lnTo>
                  <a:lnTo>
                    <a:pt x="467" y="414"/>
                  </a:lnTo>
                  <a:lnTo>
                    <a:pt x="481" y="392"/>
                  </a:lnTo>
                  <a:lnTo>
                    <a:pt x="493" y="370"/>
                  </a:lnTo>
                  <a:lnTo>
                    <a:pt x="503" y="346"/>
                  </a:lnTo>
                  <a:lnTo>
                    <a:pt x="511" y="320"/>
                  </a:lnTo>
                  <a:lnTo>
                    <a:pt x="517" y="294"/>
                  </a:lnTo>
                  <a:lnTo>
                    <a:pt x="519" y="268"/>
                  </a:lnTo>
                  <a:lnTo>
                    <a:pt x="517" y="242"/>
                  </a:lnTo>
                  <a:lnTo>
                    <a:pt x="515" y="218"/>
                  </a:lnTo>
                  <a:lnTo>
                    <a:pt x="509" y="192"/>
                  </a:lnTo>
                  <a:lnTo>
                    <a:pt x="501" y="168"/>
                  </a:lnTo>
                  <a:lnTo>
                    <a:pt x="491" y="146"/>
                  </a:lnTo>
                  <a:lnTo>
                    <a:pt x="479" y="124"/>
                  </a:lnTo>
                  <a:lnTo>
                    <a:pt x="465" y="104"/>
                  </a:lnTo>
                  <a:lnTo>
                    <a:pt x="449" y="84"/>
                  </a:lnTo>
                  <a:lnTo>
                    <a:pt x="434" y="66"/>
                  </a:lnTo>
                  <a:lnTo>
                    <a:pt x="414" y="50"/>
                  </a:lnTo>
                  <a:lnTo>
                    <a:pt x="392" y="36"/>
                  </a:lnTo>
                  <a:lnTo>
                    <a:pt x="370" y="24"/>
                  </a:lnTo>
                  <a:lnTo>
                    <a:pt x="346" y="14"/>
                  </a:lnTo>
                  <a:lnTo>
                    <a:pt x="320" y="8"/>
                  </a:lnTo>
                  <a:close/>
                </a:path>
              </a:pathLst>
            </a:custGeom>
            <a:solidFill>
              <a:srgbClr val="B0D236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5" name="Freeform 185"/>
            <p:cNvSpPr/>
            <p:nvPr/>
          </p:nvSpPr>
          <p:spPr>
            <a:xfrm>
              <a:off x="910" y="305"/>
              <a:ext cx="503" cy="502"/>
            </a:xfrm>
            <a:custGeom>
              <a:avLst/>
              <a:gdLst/>
              <a:ahLst/>
              <a:cxnLst>
                <a:cxn ang="0">
                  <a:pos x="310" y="6"/>
                </a:cxn>
                <a:cxn ang="0">
                  <a:pos x="260" y="0"/>
                </a:cxn>
                <a:cxn ang="0">
                  <a:pos x="210" y="2"/>
                </a:cxn>
                <a:cxn ang="0">
                  <a:pos x="164" y="16"/>
                </a:cxn>
                <a:cxn ang="0">
                  <a:pos x="120" y="36"/>
                </a:cxn>
                <a:cxn ang="0">
                  <a:pos x="82" y="66"/>
                </a:cxn>
                <a:cxn ang="0">
                  <a:pos x="50" y="102"/>
                </a:cxn>
                <a:cxn ang="0">
                  <a:pos x="24" y="144"/>
                </a:cxn>
                <a:cxn ang="0">
                  <a:pos x="8" y="192"/>
                </a:cxn>
                <a:cxn ang="0">
                  <a:pos x="2" y="218"/>
                </a:cxn>
                <a:cxn ang="0">
                  <a:pos x="0" y="268"/>
                </a:cxn>
                <a:cxn ang="0">
                  <a:pos x="8" y="316"/>
                </a:cxn>
                <a:cxn ang="0">
                  <a:pos x="26" y="362"/>
                </a:cxn>
                <a:cxn ang="0">
                  <a:pos x="52" y="402"/>
                </a:cxn>
                <a:cxn ang="0">
                  <a:pos x="84" y="438"/>
                </a:cxn>
                <a:cxn ang="0">
                  <a:pos x="124" y="468"/>
                </a:cxn>
                <a:cxn ang="0">
                  <a:pos x="168" y="488"/>
                </a:cxn>
                <a:cxn ang="0">
                  <a:pos x="194" y="496"/>
                </a:cxn>
                <a:cxn ang="0">
                  <a:pos x="244" y="502"/>
                </a:cxn>
                <a:cxn ang="0">
                  <a:pos x="294" y="500"/>
                </a:cxn>
                <a:cxn ang="0">
                  <a:pos x="340" y="486"/>
                </a:cxn>
                <a:cxn ang="0">
                  <a:pos x="384" y="466"/>
                </a:cxn>
                <a:cxn ang="0">
                  <a:pos x="422" y="436"/>
                </a:cxn>
                <a:cxn ang="0">
                  <a:pos x="455" y="400"/>
                </a:cxn>
                <a:cxn ang="0">
                  <a:pos x="479" y="358"/>
                </a:cxn>
                <a:cxn ang="0">
                  <a:pos x="497" y="310"/>
                </a:cxn>
                <a:cxn ang="0">
                  <a:pos x="501" y="284"/>
                </a:cxn>
                <a:cxn ang="0">
                  <a:pos x="503" y="234"/>
                </a:cxn>
                <a:cxn ang="0">
                  <a:pos x="495" y="186"/>
                </a:cxn>
                <a:cxn ang="0">
                  <a:pos x="477" y="140"/>
                </a:cxn>
                <a:cxn ang="0">
                  <a:pos x="453" y="100"/>
                </a:cxn>
                <a:cxn ang="0">
                  <a:pos x="420" y="64"/>
                </a:cxn>
                <a:cxn ang="0">
                  <a:pos x="382" y="34"/>
                </a:cxn>
                <a:cxn ang="0">
                  <a:pos x="336" y="14"/>
                </a:cxn>
                <a:cxn ang="0">
                  <a:pos x="310" y="6"/>
                </a:cxn>
              </a:cxnLst>
              <a:rect l="0" t="0" r="0" b="0"/>
              <a:pathLst>
                <a:path w="503" h="502">
                  <a:moveTo>
                    <a:pt x="310" y="6"/>
                  </a:moveTo>
                  <a:lnTo>
                    <a:pt x="310" y="6"/>
                  </a:lnTo>
                  <a:lnTo>
                    <a:pt x="286" y="2"/>
                  </a:lnTo>
                  <a:lnTo>
                    <a:pt x="260" y="0"/>
                  </a:lnTo>
                  <a:lnTo>
                    <a:pt x="236" y="0"/>
                  </a:lnTo>
                  <a:lnTo>
                    <a:pt x="210" y="2"/>
                  </a:lnTo>
                  <a:lnTo>
                    <a:pt x="188" y="8"/>
                  </a:lnTo>
                  <a:lnTo>
                    <a:pt x="164" y="16"/>
                  </a:lnTo>
                  <a:lnTo>
                    <a:pt x="142" y="24"/>
                  </a:lnTo>
                  <a:lnTo>
                    <a:pt x="120" y="36"/>
                  </a:lnTo>
                  <a:lnTo>
                    <a:pt x="100" y="50"/>
                  </a:lnTo>
                  <a:lnTo>
                    <a:pt x="82" y="66"/>
                  </a:lnTo>
                  <a:lnTo>
                    <a:pt x="64" y="82"/>
                  </a:lnTo>
                  <a:lnTo>
                    <a:pt x="50" y="102"/>
                  </a:lnTo>
                  <a:lnTo>
                    <a:pt x="36" y="122"/>
                  </a:lnTo>
                  <a:lnTo>
                    <a:pt x="24" y="144"/>
                  </a:lnTo>
                  <a:lnTo>
                    <a:pt x="14" y="168"/>
                  </a:lnTo>
                  <a:lnTo>
                    <a:pt x="8" y="192"/>
                  </a:lnTo>
                  <a:lnTo>
                    <a:pt x="2" y="218"/>
                  </a:lnTo>
                  <a:lnTo>
                    <a:pt x="0" y="242"/>
                  </a:lnTo>
                  <a:lnTo>
                    <a:pt x="0" y="268"/>
                  </a:lnTo>
                  <a:lnTo>
                    <a:pt x="4" y="292"/>
                  </a:lnTo>
                  <a:lnTo>
                    <a:pt x="8" y="316"/>
                  </a:lnTo>
                  <a:lnTo>
                    <a:pt x="16" y="338"/>
                  </a:lnTo>
                  <a:lnTo>
                    <a:pt x="26" y="362"/>
                  </a:lnTo>
                  <a:lnTo>
                    <a:pt x="38" y="382"/>
                  </a:lnTo>
                  <a:lnTo>
                    <a:pt x="52" y="402"/>
                  </a:lnTo>
                  <a:lnTo>
                    <a:pt x="66" y="422"/>
                  </a:lnTo>
                  <a:lnTo>
                    <a:pt x="84" y="438"/>
                  </a:lnTo>
                  <a:lnTo>
                    <a:pt x="102" y="454"/>
                  </a:lnTo>
                  <a:lnTo>
                    <a:pt x="124" y="468"/>
                  </a:lnTo>
                  <a:lnTo>
                    <a:pt x="146" y="478"/>
                  </a:lnTo>
                  <a:lnTo>
                    <a:pt x="168" y="488"/>
                  </a:lnTo>
                  <a:lnTo>
                    <a:pt x="194" y="496"/>
                  </a:lnTo>
                  <a:lnTo>
                    <a:pt x="218" y="500"/>
                  </a:lnTo>
                  <a:lnTo>
                    <a:pt x="244" y="502"/>
                  </a:lnTo>
                  <a:lnTo>
                    <a:pt x="270" y="502"/>
                  </a:lnTo>
                  <a:lnTo>
                    <a:pt x="294" y="500"/>
                  </a:lnTo>
                  <a:lnTo>
                    <a:pt x="318" y="494"/>
                  </a:lnTo>
                  <a:lnTo>
                    <a:pt x="340" y="486"/>
                  </a:lnTo>
                  <a:lnTo>
                    <a:pt x="362" y="478"/>
                  </a:lnTo>
                  <a:lnTo>
                    <a:pt x="384" y="466"/>
                  </a:lnTo>
                  <a:lnTo>
                    <a:pt x="404" y="452"/>
                  </a:lnTo>
                  <a:lnTo>
                    <a:pt x="422" y="436"/>
                  </a:lnTo>
                  <a:lnTo>
                    <a:pt x="440" y="420"/>
                  </a:lnTo>
                  <a:lnTo>
                    <a:pt x="455" y="400"/>
                  </a:lnTo>
                  <a:lnTo>
                    <a:pt x="469" y="380"/>
                  </a:lnTo>
                  <a:lnTo>
                    <a:pt x="479" y="358"/>
                  </a:lnTo>
                  <a:lnTo>
                    <a:pt x="489" y="334"/>
                  </a:lnTo>
                  <a:lnTo>
                    <a:pt x="497" y="310"/>
                  </a:lnTo>
                  <a:lnTo>
                    <a:pt x="501" y="284"/>
                  </a:lnTo>
                  <a:lnTo>
                    <a:pt x="503" y="260"/>
                  </a:lnTo>
                  <a:lnTo>
                    <a:pt x="503" y="234"/>
                  </a:lnTo>
                  <a:lnTo>
                    <a:pt x="499" y="210"/>
                  </a:lnTo>
                  <a:lnTo>
                    <a:pt x="495" y="186"/>
                  </a:lnTo>
                  <a:lnTo>
                    <a:pt x="487" y="164"/>
                  </a:lnTo>
                  <a:lnTo>
                    <a:pt x="477" y="140"/>
                  </a:lnTo>
                  <a:lnTo>
                    <a:pt x="465" y="120"/>
                  </a:lnTo>
                  <a:lnTo>
                    <a:pt x="453" y="100"/>
                  </a:lnTo>
                  <a:lnTo>
                    <a:pt x="438" y="80"/>
                  </a:lnTo>
                  <a:lnTo>
                    <a:pt x="420" y="64"/>
                  </a:lnTo>
                  <a:lnTo>
                    <a:pt x="402" y="48"/>
                  </a:lnTo>
                  <a:lnTo>
                    <a:pt x="382" y="34"/>
                  </a:lnTo>
                  <a:lnTo>
                    <a:pt x="360" y="24"/>
                  </a:lnTo>
                  <a:lnTo>
                    <a:pt x="336" y="14"/>
                  </a:lnTo>
                  <a:lnTo>
                    <a:pt x="310" y="6"/>
                  </a:lnTo>
                  <a:close/>
                </a:path>
              </a:pathLst>
            </a:custGeom>
            <a:solidFill>
              <a:srgbClr val="B2D235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6" name="Freeform 186"/>
            <p:cNvSpPr/>
            <p:nvPr/>
          </p:nvSpPr>
          <p:spPr>
            <a:xfrm>
              <a:off x="918" y="309"/>
              <a:ext cx="489" cy="488"/>
            </a:xfrm>
            <a:custGeom>
              <a:avLst/>
              <a:gdLst/>
              <a:ahLst/>
              <a:cxnLst>
                <a:cxn ang="0">
                  <a:pos x="302" y="8"/>
                </a:cxn>
                <a:cxn ang="0">
                  <a:pos x="252" y="0"/>
                </a:cxn>
                <a:cxn ang="0">
                  <a:pos x="204" y="4"/>
                </a:cxn>
                <a:cxn ang="0">
                  <a:pos x="160" y="16"/>
                </a:cxn>
                <a:cxn ang="0">
                  <a:pos x="116" y="36"/>
                </a:cxn>
                <a:cxn ang="0">
                  <a:pos x="80" y="64"/>
                </a:cxn>
                <a:cxn ang="0">
                  <a:pos x="48" y="100"/>
                </a:cxn>
                <a:cxn ang="0">
                  <a:pos x="24" y="142"/>
                </a:cxn>
                <a:cxn ang="0">
                  <a:pos x="8" y="188"/>
                </a:cxn>
                <a:cxn ang="0">
                  <a:pos x="2" y="212"/>
                </a:cxn>
                <a:cxn ang="0">
                  <a:pos x="0" y="260"/>
                </a:cxn>
                <a:cxn ang="0">
                  <a:pos x="8" y="308"/>
                </a:cxn>
                <a:cxn ang="0">
                  <a:pos x="26" y="352"/>
                </a:cxn>
                <a:cxn ang="0">
                  <a:pos x="50" y="392"/>
                </a:cxn>
                <a:cxn ang="0">
                  <a:pos x="82" y="426"/>
                </a:cxn>
                <a:cxn ang="0">
                  <a:pos x="120" y="454"/>
                </a:cxn>
                <a:cxn ang="0">
                  <a:pos x="164" y="474"/>
                </a:cxn>
                <a:cxn ang="0">
                  <a:pos x="188" y="482"/>
                </a:cxn>
                <a:cxn ang="0">
                  <a:pos x="236" y="488"/>
                </a:cxn>
                <a:cxn ang="0">
                  <a:pos x="284" y="486"/>
                </a:cxn>
                <a:cxn ang="0">
                  <a:pos x="330" y="474"/>
                </a:cxn>
                <a:cxn ang="0">
                  <a:pos x="372" y="452"/>
                </a:cxn>
                <a:cxn ang="0">
                  <a:pos x="410" y="424"/>
                </a:cxn>
                <a:cxn ang="0">
                  <a:pos x="441" y="390"/>
                </a:cxn>
                <a:cxn ang="0">
                  <a:pos x="465" y="348"/>
                </a:cxn>
                <a:cxn ang="0">
                  <a:pos x="481" y="302"/>
                </a:cxn>
                <a:cxn ang="0">
                  <a:pos x="487" y="278"/>
                </a:cxn>
                <a:cxn ang="0">
                  <a:pos x="487" y="228"/>
                </a:cxn>
                <a:cxn ang="0">
                  <a:pos x="479" y="182"/>
                </a:cxn>
                <a:cxn ang="0">
                  <a:pos x="463" y="138"/>
                </a:cxn>
                <a:cxn ang="0">
                  <a:pos x="439" y="98"/>
                </a:cxn>
                <a:cxn ang="0">
                  <a:pos x="408" y="64"/>
                </a:cxn>
                <a:cxn ang="0">
                  <a:pos x="370" y="34"/>
                </a:cxn>
                <a:cxn ang="0">
                  <a:pos x="326" y="14"/>
                </a:cxn>
                <a:cxn ang="0">
                  <a:pos x="302" y="8"/>
                </a:cxn>
              </a:cxnLst>
              <a:rect l="0" t="0" r="0" b="0"/>
              <a:pathLst>
                <a:path w="489" h="488">
                  <a:moveTo>
                    <a:pt x="302" y="8"/>
                  </a:moveTo>
                  <a:lnTo>
                    <a:pt x="302" y="8"/>
                  </a:lnTo>
                  <a:lnTo>
                    <a:pt x="278" y="2"/>
                  </a:lnTo>
                  <a:lnTo>
                    <a:pt x="252" y="0"/>
                  </a:lnTo>
                  <a:lnTo>
                    <a:pt x="228" y="2"/>
                  </a:lnTo>
                  <a:lnTo>
                    <a:pt x="204" y="4"/>
                  </a:lnTo>
                  <a:lnTo>
                    <a:pt x="182" y="8"/>
                  </a:lnTo>
                  <a:lnTo>
                    <a:pt x="160" y="16"/>
                  </a:lnTo>
                  <a:lnTo>
                    <a:pt x="138" y="26"/>
                  </a:lnTo>
                  <a:lnTo>
                    <a:pt x="116" y="36"/>
                  </a:lnTo>
                  <a:lnTo>
                    <a:pt x="98" y="50"/>
                  </a:lnTo>
                  <a:lnTo>
                    <a:pt x="80" y="64"/>
                  </a:lnTo>
                  <a:lnTo>
                    <a:pt x="62" y="82"/>
                  </a:lnTo>
                  <a:lnTo>
                    <a:pt x="48" y="100"/>
                  </a:lnTo>
                  <a:lnTo>
                    <a:pt x="34" y="120"/>
                  </a:lnTo>
                  <a:lnTo>
                    <a:pt x="24" y="142"/>
                  </a:lnTo>
                  <a:lnTo>
                    <a:pt x="14" y="164"/>
                  </a:lnTo>
                  <a:lnTo>
                    <a:pt x="8" y="188"/>
                  </a:lnTo>
                  <a:lnTo>
                    <a:pt x="2" y="212"/>
                  </a:lnTo>
                  <a:lnTo>
                    <a:pt x="0" y="236"/>
                  </a:lnTo>
                  <a:lnTo>
                    <a:pt x="0" y="260"/>
                  </a:lnTo>
                  <a:lnTo>
                    <a:pt x="4" y="284"/>
                  </a:lnTo>
                  <a:lnTo>
                    <a:pt x="8" y="308"/>
                  </a:lnTo>
                  <a:lnTo>
                    <a:pt x="16" y="330"/>
                  </a:lnTo>
                  <a:lnTo>
                    <a:pt x="26" y="352"/>
                  </a:lnTo>
                  <a:lnTo>
                    <a:pt x="36" y="372"/>
                  </a:lnTo>
                  <a:lnTo>
                    <a:pt x="50" y="392"/>
                  </a:lnTo>
                  <a:lnTo>
                    <a:pt x="64" y="410"/>
                  </a:lnTo>
                  <a:lnTo>
                    <a:pt x="82" y="426"/>
                  </a:lnTo>
                  <a:lnTo>
                    <a:pt x="100" y="442"/>
                  </a:lnTo>
                  <a:lnTo>
                    <a:pt x="120" y="454"/>
                  </a:lnTo>
                  <a:lnTo>
                    <a:pt x="142" y="466"/>
                  </a:lnTo>
                  <a:lnTo>
                    <a:pt x="164" y="474"/>
                  </a:lnTo>
                  <a:lnTo>
                    <a:pt x="188" y="482"/>
                  </a:lnTo>
                  <a:lnTo>
                    <a:pt x="212" y="486"/>
                  </a:lnTo>
                  <a:lnTo>
                    <a:pt x="236" y="488"/>
                  </a:lnTo>
                  <a:lnTo>
                    <a:pt x="262" y="488"/>
                  </a:lnTo>
                  <a:lnTo>
                    <a:pt x="284" y="486"/>
                  </a:lnTo>
                  <a:lnTo>
                    <a:pt x="308" y="480"/>
                  </a:lnTo>
                  <a:lnTo>
                    <a:pt x="330" y="474"/>
                  </a:lnTo>
                  <a:lnTo>
                    <a:pt x="352" y="464"/>
                  </a:lnTo>
                  <a:lnTo>
                    <a:pt x="372" y="452"/>
                  </a:lnTo>
                  <a:lnTo>
                    <a:pt x="392" y="440"/>
                  </a:lnTo>
                  <a:lnTo>
                    <a:pt x="410" y="424"/>
                  </a:lnTo>
                  <a:lnTo>
                    <a:pt x="426" y="408"/>
                  </a:lnTo>
                  <a:lnTo>
                    <a:pt x="441" y="390"/>
                  </a:lnTo>
                  <a:lnTo>
                    <a:pt x="455" y="370"/>
                  </a:lnTo>
                  <a:lnTo>
                    <a:pt x="465" y="348"/>
                  </a:lnTo>
                  <a:lnTo>
                    <a:pt x="475" y="326"/>
                  </a:lnTo>
                  <a:lnTo>
                    <a:pt x="481" y="302"/>
                  </a:lnTo>
                  <a:lnTo>
                    <a:pt x="487" y="278"/>
                  </a:lnTo>
                  <a:lnTo>
                    <a:pt x="489" y="252"/>
                  </a:lnTo>
                  <a:lnTo>
                    <a:pt x="487" y="228"/>
                  </a:lnTo>
                  <a:lnTo>
                    <a:pt x="485" y="204"/>
                  </a:lnTo>
                  <a:lnTo>
                    <a:pt x="479" y="182"/>
                  </a:lnTo>
                  <a:lnTo>
                    <a:pt x="473" y="160"/>
                  </a:lnTo>
                  <a:lnTo>
                    <a:pt x="463" y="138"/>
                  </a:lnTo>
                  <a:lnTo>
                    <a:pt x="453" y="118"/>
                  </a:lnTo>
                  <a:lnTo>
                    <a:pt x="439" y="98"/>
                  </a:lnTo>
                  <a:lnTo>
                    <a:pt x="424" y="80"/>
                  </a:lnTo>
                  <a:lnTo>
                    <a:pt x="408" y="64"/>
                  </a:lnTo>
                  <a:lnTo>
                    <a:pt x="390" y="48"/>
                  </a:lnTo>
                  <a:lnTo>
                    <a:pt x="370" y="34"/>
                  </a:lnTo>
                  <a:lnTo>
                    <a:pt x="348" y="24"/>
                  </a:lnTo>
                  <a:lnTo>
                    <a:pt x="326" y="14"/>
                  </a:lnTo>
                  <a:lnTo>
                    <a:pt x="302" y="8"/>
                  </a:lnTo>
                  <a:close/>
                </a:path>
              </a:pathLst>
            </a:custGeom>
            <a:solidFill>
              <a:srgbClr val="B5D334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7" name="Freeform 187"/>
            <p:cNvSpPr/>
            <p:nvPr/>
          </p:nvSpPr>
          <p:spPr>
            <a:xfrm>
              <a:off x="926" y="315"/>
              <a:ext cx="473" cy="472"/>
            </a:xfrm>
            <a:custGeom>
              <a:avLst/>
              <a:gdLst/>
              <a:ahLst/>
              <a:cxnLst>
                <a:cxn ang="0">
                  <a:pos x="292" y="6"/>
                </a:cxn>
                <a:cxn ang="0">
                  <a:pos x="246" y="0"/>
                </a:cxn>
                <a:cxn ang="0">
                  <a:pos x="198" y="2"/>
                </a:cxn>
                <a:cxn ang="0">
                  <a:pos x="154" y="14"/>
                </a:cxn>
                <a:cxn ang="0">
                  <a:pos x="114" y="34"/>
                </a:cxn>
                <a:cxn ang="0">
                  <a:pos x="78" y="62"/>
                </a:cxn>
                <a:cxn ang="0">
                  <a:pos x="46" y="96"/>
                </a:cxn>
                <a:cxn ang="0">
                  <a:pos x="22" y="136"/>
                </a:cxn>
                <a:cxn ang="0">
                  <a:pos x="6" y="180"/>
                </a:cxn>
                <a:cxn ang="0">
                  <a:pos x="2" y="204"/>
                </a:cxn>
                <a:cxn ang="0">
                  <a:pos x="2" y="252"/>
                </a:cxn>
                <a:cxn ang="0">
                  <a:pos x="8" y="298"/>
                </a:cxn>
                <a:cxn ang="0">
                  <a:pos x="24" y="340"/>
                </a:cxn>
                <a:cxn ang="0">
                  <a:pos x="48" y="378"/>
                </a:cxn>
                <a:cxn ang="0">
                  <a:pos x="80" y="412"/>
                </a:cxn>
                <a:cxn ang="0">
                  <a:pos x="116" y="440"/>
                </a:cxn>
                <a:cxn ang="0">
                  <a:pos x="160" y="460"/>
                </a:cxn>
                <a:cxn ang="0">
                  <a:pos x="182" y="466"/>
                </a:cxn>
                <a:cxn ang="0">
                  <a:pos x="230" y="472"/>
                </a:cxn>
                <a:cxn ang="0">
                  <a:pos x="276" y="470"/>
                </a:cxn>
                <a:cxn ang="0">
                  <a:pos x="320" y="458"/>
                </a:cxn>
                <a:cxn ang="0">
                  <a:pos x="362" y="438"/>
                </a:cxn>
                <a:cxn ang="0">
                  <a:pos x="398" y="410"/>
                </a:cxn>
                <a:cxn ang="0">
                  <a:pos x="427" y="376"/>
                </a:cxn>
                <a:cxn ang="0">
                  <a:pos x="451" y="336"/>
                </a:cxn>
                <a:cxn ang="0">
                  <a:pos x="467" y="292"/>
                </a:cxn>
                <a:cxn ang="0">
                  <a:pos x="471" y="268"/>
                </a:cxn>
                <a:cxn ang="0">
                  <a:pos x="473" y="220"/>
                </a:cxn>
                <a:cxn ang="0">
                  <a:pos x="465" y="176"/>
                </a:cxn>
                <a:cxn ang="0">
                  <a:pos x="449" y="132"/>
                </a:cxn>
                <a:cxn ang="0">
                  <a:pos x="425" y="94"/>
                </a:cxn>
                <a:cxn ang="0">
                  <a:pos x="396" y="60"/>
                </a:cxn>
                <a:cxn ang="0">
                  <a:pos x="358" y="32"/>
                </a:cxn>
                <a:cxn ang="0">
                  <a:pos x="316" y="14"/>
                </a:cxn>
                <a:cxn ang="0">
                  <a:pos x="292" y="6"/>
                </a:cxn>
              </a:cxnLst>
              <a:rect l="0" t="0" r="0" b="0"/>
              <a:pathLst>
                <a:path w="473" h="472">
                  <a:moveTo>
                    <a:pt x="292" y="6"/>
                  </a:moveTo>
                  <a:lnTo>
                    <a:pt x="292" y="6"/>
                  </a:lnTo>
                  <a:lnTo>
                    <a:pt x="268" y="2"/>
                  </a:lnTo>
                  <a:lnTo>
                    <a:pt x="246" y="0"/>
                  </a:lnTo>
                  <a:lnTo>
                    <a:pt x="222" y="0"/>
                  </a:lnTo>
                  <a:lnTo>
                    <a:pt x="198" y="2"/>
                  </a:lnTo>
                  <a:lnTo>
                    <a:pt x="176" y="8"/>
                  </a:lnTo>
                  <a:lnTo>
                    <a:pt x="154" y="14"/>
                  </a:lnTo>
                  <a:lnTo>
                    <a:pt x="134" y="24"/>
                  </a:lnTo>
                  <a:lnTo>
                    <a:pt x="114" y="34"/>
                  </a:lnTo>
                  <a:lnTo>
                    <a:pt x="94" y="48"/>
                  </a:lnTo>
                  <a:lnTo>
                    <a:pt x="78" y="62"/>
                  </a:lnTo>
                  <a:lnTo>
                    <a:pt x="62" y="78"/>
                  </a:lnTo>
                  <a:lnTo>
                    <a:pt x="46" y="96"/>
                  </a:lnTo>
                  <a:lnTo>
                    <a:pt x="34" y="116"/>
                  </a:lnTo>
                  <a:lnTo>
                    <a:pt x="22" y="136"/>
                  </a:lnTo>
                  <a:lnTo>
                    <a:pt x="14" y="158"/>
                  </a:lnTo>
                  <a:lnTo>
                    <a:pt x="6" y="180"/>
                  </a:lnTo>
                  <a:lnTo>
                    <a:pt x="2" y="204"/>
                  </a:lnTo>
                  <a:lnTo>
                    <a:pt x="0" y="228"/>
                  </a:lnTo>
                  <a:lnTo>
                    <a:pt x="2" y="252"/>
                  </a:lnTo>
                  <a:lnTo>
                    <a:pt x="4" y="274"/>
                  </a:lnTo>
                  <a:lnTo>
                    <a:pt x="8" y="298"/>
                  </a:lnTo>
                  <a:lnTo>
                    <a:pt x="16" y="318"/>
                  </a:lnTo>
                  <a:lnTo>
                    <a:pt x="24" y="340"/>
                  </a:lnTo>
                  <a:lnTo>
                    <a:pt x="36" y="360"/>
                  </a:lnTo>
                  <a:lnTo>
                    <a:pt x="48" y="378"/>
                  </a:lnTo>
                  <a:lnTo>
                    <a:pt x="64" y="396"/>
                  </a:lnTo>
                  <a:lnTo>
                    <a:pt x="80" y="412"/>
                  </a:lnTo>
                  <a:lnTo>
                    <a:pt x="98" y="426"/>
                  </a:lnTo>
                  <a:lnTo>
                    <a:pt x="116" y="440"/>
                  </a:lnTo>
                  <a:lnTo>
                    <a:pt x="138" y="450"/>
                  </a:lnTo>
                  <a:lnTo>
                    <a:pt x="160" y="460"/>
                  </a:lnTo>
                  <a:lnTo>
                    <a:pt x="182" y="466"/>
                  </a:lnTo>
                  <a:lnTo>
                    <a:pt x="206" y="470"/>
                  </a:lnTo>
                  <a:lnTo>
                    <a:pt x="230" y="472"/>
                  </a:lnTo>
                  <a:lnTo>
                    <a:pt x="254" y="472"/>
                  </a:lnTo>
                  <a:lnTo>
                    <a:pt x="276" y="470"/>
                  </a:lnTo>
                  <a:lnTo>
                    <a:pt x="298" y="464"/>
                  </a:lnTo>
                  <a:lnTo>
                    <a:pt x="320" y="458"/>
                  </a:lnTo>
                  <a:lnTo>
                    <a:pt x="342" y="448"/>
                  </a:lnTo>
                  <a:lnTo>
                    <a:pt x="362" y="438"/>
                  </a:lnTo>
                  <a:lnTo>
                    <a:pt x="380" y="424"/>
                  </a:lnTo>
                  <a:lnTo>
                    <a:pt x="398" y="410"/>
                  </a:lnTo>
                  <a:lnTo>
                    <a:pt x="414" y="394"/>
                  </a:lnTo>
                  <a:lnTo>
                    <a:pt x="427" y="376"/>
                  </a:lnTo>
                  <a:lnTo>
                    <a:pt x="441" y="358"/>
                  </a:lnTo>
                  <a:lnTo>
                    <a:pt x="451" y="336"/>
                  </a:lnTo>
                  <a:lnTo>
                    <a:pt x="461" y="314"/>
                  </a:lnTo>
                  <a:lnTo>
                    <a:pt x="467" y="292"/>
                  </a:lnTo>
                  <a:lnTo>
                    <a:pt x="471" y="268"/>
                  </a:lnTo>
                  <a:lnTo>
                    <a:pt x="473" y="244"/>
                  </a:lnTo>
                  <a:lnTo>
                    <a:pt x="473" y="220"/>
                  </a:lnTo>
                  <a:lnTo>
                    <a:pt x="471" y="198"/>
                  </a:lnTo>
                  <a:lnTo>
                    <a:pt x="465" y="176"/>
                  </a:lnTo>
                  <a:lnTo>
                    <a:pt x="459" y="154"/>
                  </a:lnTo>
                  <a:lnTo>
                    <a:pt x="449" y="132"/>
                  </a:lnTo>
                  <a:lnTo>
                    <a:pt x="439" y="112"/>
                  </a:lnTo>
                  <a:lnTo>
                    <a:pt x="425" y="94"/>
                  </a:lnTo>
                  <a:lnTo>
                    <a:pt x="412" y="76"/>
                  </a:lnTo>
                  <a:lnTo>
                    <a:pt x="396" y="60"/>
                  </a:lnTo>
                  <a:lnTo>
                    <a:pt x="378" y="46"/>
                  </a:lnTo>
                  <a:lnTo>
                    <a:pt x="358" y="32"/>
                  </a:lnTo>
                  <a:lnTo>
                    <a:pt x="338" y="22"/>
                  </a:lnTo>
                  <a:lnTo>
                    <a:pt x="316" y="14"/>
                  </a:lnTo>
                  <a:lnTo>
                    <a:pt x="292" y="6"/>
                  </a:lnTo>
                  <a:close/>
                </a:path>
              </a:pathLst>
            </a:custGeom>
            <a:solidFill>
              <a:srgbClr val="B7D43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8" name="Freeform 188"/>
            <p:cNvSpPr/>
            <p:nvPr/>
          </p:nvSpPr>
          <p:spPr>
            <a:xfrm>
              <a:off x="934" y="319"/>
              <a:ext cx="459" cy="458"/>
            </a:xfrm>
            <a:custGeom>
              <a:avLst/>
              <a:gdLst/>
              <a:ahLst/>
              <a:cxnLst>
                <a:cxn ang="0">
                  <a:pos x="284" y="8"/>
                </a:cxn>
                <a:cxn ang="0">
                  <a:pos x="238" y="0"/>
                </a:cxn>
                <a:cxn ang="0">
                  <a:pos x="192" y="4"/>
                </a:cxn>
                <a:cxn ang="0">
                  <a:pos x="150" y="16"/>
                </a:cxn>
                <a:cxn ang="0">
                  <a:pos x="110" y="34"/>
                </a:cxn>
                <a:cxn ang="0">
                  <a:pos x="74" y="62"/>
                </a:cxn>
                <a:cxn ang="0">
                  <a:pos x="46" y="94"/>
                </a:cxn>
                <a:cxn ang="0">
                  <a:pos x="22" y="132"/>
                </a:cxn>
                <a:cxn ang="0">
                  <a:pos x="6" y="176"/>
                </a:cxn>
                <a:cxn ang="0">
                  <a:pos x="2" y="200"/>
                </a:cxn>
                <a:cxn ang="0">
                  <a:pos x="2" y="244"/>
                </a:cxn>
                <a:cxn ang="0">
                  <a:pos x="8" y="288"/>
                </a:cxn>
                <a:cxn ang="0">
                  <a:pos x="24" y="330"/>
                </a:cxn>
                <a:cxn ang="0">
                  <a:pos x="48" y="368"/>
                </a:cxn>
                <a:cxn ang="0">
                  <a:pos x="76" y="400"/>
                </a:cxn>
                <a:cxn ang="0">
                  <a:pos x="112" y="426"/>
                </a:cxn>
                <a:cxn ang="0">
                  <a:pos x="154" y="446"/>
                </a:cxn>
                <a:cxn ang="0">
                  <a:pos x="176" y="452"/>
                </a:cxn>
                <a:cxn ang="0">
                  <a:pos x="222" y="458"/>
                </a:cxn>
                <a:cxn ang="0">
                  <a:pos x="268" y="456"/>
                </a:cxn>
                <a:cxn ang="0">
                  <a:pos x="310" y="444"/>
                </a:cxn>
                <a:cxn ang="0">
                  <a:pos x="350" y="424"/>
                </a:cxn>
                <a:cxn ang="0">
                  <a:pos x="386" y="398"/>
                </a:cxn>
                <a:cxn ang="0">
                  <a:pos x="414" y="366"/>
                </a:cxn>
                <a:cxn ang="0">
                  <a:pos x="437" y="326"/>
                </a:cxn>
                <a:cxn ang="0">
                  <a:pos x="453" y="284"/>
                </a:cxn>
                <a:cxn ang="0">
                  <a:pos x="457" y="260"/>
                </a:cxn>
                <a:cxn ang="0">
                  <a:pos x="457" y="214"/>
                </a:cxn>
                <a:cxn ang="0">
                  <a:pos x="451" y="170"/>
                </a:cxn>
                <a:cxn ang="0">
                  <a:pos x="435" y="130"/>
                </a:cxn>
                <a:cxn ang="0">
                  <a:pos x="412" y="92"/>
                </a:cxn>
                <a:cxn ang="0">
                  <a:pos x="384" y="60"/>
                </a:cxn>
                <a:cxn ang="0">
                  <a:pos x="348" y="34"/>
                </a:cxn>
                <a:cxn ang="0">
                  <a:pos x="306" y="14"/>
                </a:cxn>
                <a:cxn ang="0">
                  <a:pos x="284" y="8"/>
                </a:cxn>
              </a:cxnLst>
              <a:rect l="0" t="0" r="0" b="0"/>
              <a:pathLst>
                <a:path w="459" h="458">
                  <a:moveTo>
                    <a:pt x="284" y="8"/>
                  </a:moveTo>
                  <a:lnTo>
                    <a:pt x="284" y="8"/>
                  </a:lnTo>
                  <a:lnTo>
                    <a:pt x="260" y="2"/>
                  </a:lnTo>
                  <a:lnTo>
                    <a:pt x="238" y="0"/>
                  </a:lnTo>
                  <a:lnTo>
                    <a:pt x="214" y="2"/>
                  </a:lnTo>
                  <a:lnTo>
                    <a:pt x="192" y="4"/>
                  </a:lnTo>
                  <a:lnTo>
                    <a:pt x="170" y="8"/>
                  </a:lnTo>
                  <a:lnTo>
                    <a:pt x="150" y="16"/>
                  </a:lnTo>
                  <a:lnTo>
                    <a:pt x="130" y="24"/>
                  </a:lnTo>
                  <a:lnTo>
                    <a:pt x="110" y="34"/>
                  </a:lnTo>
                  <a:lnTo>
                    <a:pt x="92" y="48"/>
                  </a:lnTo>
                  <a:lnTo>
                    <a:pt x="74" y="62"/>
                  </a:lnTo>
                  <a:lnTo>
                    <a:pt x="60" y="76"/>
                  </a:lnTo>
                  <a:lnTo>
                    <a:pt x="46" y="94"/>
                  </a:lnTo>
                  <a:lnTo>
                    <a:pt x="32" y="112"/>
                  </a:lnTo>
                  <a:lnTo>
                    <a:pt x="22" y="132"/>
                  </a:lnTo>
                  <a:lnTo>
                    <a:pt x="14" y="154"/>
                  </a:lnTo>
                  <a:lnTo>
                    <a:pt x="6" y="176"/>
                  </a:lnTo>
                  <a:lnTo>
                    <a:pt x="2" y="200"/>
                  </a:lnTo>
                  <a:lnTo>
                    <a:pt x="0" y="222"/>
                  </a:lnTo>
                  <a:lnTo>
                    <a:pt x="2" y="244"/>
                  </a:lnTo>
                  <a:lnTo>
                    <a:pt x="4" y="268"/>
                  </a:lnTo>
                  <a:lnTo>
                    <a:pt x="8" y="288"/>
                  </a:lnTo>
                  <a:lnTo>
                    <a:pt x="16" y="310"/>
                  </a:lnTo>
                  <a:lnTo>
                    <a:pt x="24" y="330"/>
                  </a:lnTo>
                  <a:lnTo>
                    <a:pt x="34" y="350"/>
                  </a:lnTo>
                  <a:lnTo>
                    <a:pt x="48" y="368"/>
                  </a:lnTo>
                  <a:lnTo>
                    <a:pt x="62" y="384"/>
                  </a:lnTo>
                  <a:lnTo>
                    <a:pt x="76" y="400"/>
                  </a:lnTo>
                  <a:lnTo>
                    <a:pt x="94" y="414"/>
                  </a:lnTo>
                  <a:lnTo>
                    <a:pt x="112" y="426"/>
                  </a:lnTo>
                  <a:lnTo>
                    <a:pt x="132" y="438"/>
                  </a:lnTo>
                  <a:lnTo>
                    <a:pt x="154" y="446"/>
                  </a:lnTo>
                  <a:lnTo>
                    <a:pt x="176" y="452"/>
                  </a:lnTo>
                  <a:lnTo>
                    <a:pt x="200" y="456"/>
                  </a:lnTo>
                  <a:lnTo>
                    <a:pt x="222" y="458"/>
                  </a:lnTo>
                  <a:lnTo>
                    <a:pt x="246" y="458"/>
                  </a:lnTo>
                  <a:lnTo>
                    <a:pt x="268" y="456"/>
                  </a:lnTo>
                  <a:lnTo>
                    <a:pt x="290" y="450"/>
                  </a:lnTo>
                  <a:lnTo>
                    <a:pt x="310" y="444"/>
                  </a:lnTo>
                  <a:lnTo>
                    <a:pt x="330" y="436"/>
                  </a:lnTo>
                  <a:lnTo>
                    <a:pt x="350" y="424"/>
                  </a:lnTo>
                  <a:lnTo>
                    <a:pt x="368" y="412"/>
                  </a:lnTo>
                  <a:lnTo>
                    <a:pt x="386" y="398"/>
                  </a:lnTo>
                  <a:lnTo>
                    <a:pt x="400" y="382"/>
                  </a:lnTo>
                  <a:lnTo>
                    <a:pt x="414" y="366"/>
                  </a:lnTo>
                  <a:lnTo>
                    <a:pt x="427" y="346"/>
                  </a:lnTo>
                  <a:lnTo>
                    <a:pt x="437" y="326"/>
                  </a:lnTo>
                  <a:lnTo>
                    <a:pt x="445" y="306"/>
                  </a:lnTo>
                  <a:lnTo>
                    <a:pt x="453" y="284"/>
                  </a:lnTo>
                  <a:lnTo>
                    <a:pt x="457" y="260"/>
                  </a:lnTo>
                  <a:lnTo>
                    <a:pt x="459" y="238"/>
                  </a:lnTo>
                  <a:lnTo>
                    <a:pt x="457" y="214"/>
                  </a:lnTo>
                  <a:lnTo>
                    <a:pt x="455" y="192"/>
                  </a:lnTo>
                  <a:lnTo>
                    <a:pt x="451" y="170"/>
                  </a:lnTo>
                  <a:lnTo>
                    <a:pt x="443" y="150"/>
                  </a:lnTo>
                  <a:lnTo>
                    <a:pt x="435" y="130"/>
                  </a:lnTo>
                  <a:lnTo>
                    <a:pt x="425" y="110"/>
                  </a:lnTo>
                  <a:lnTo>
                    <a:pt x="412" y="92"/>
                  </a:lnTo>
                  <a:lnTo>
                    <a:pt x="398" y="76"/>
                  </a:lnTo>
                  <a:lnTo>
                    <a:pt x="384" y="60"/>
                  </a:lnTo>
                  <a:lnTo>
                    <a:pt x="366" y="46"/>
                  </a:lnTo>
                  <a:lnTo>
                    <a:pt x="348" y="34"/>
                  </a:lnTo>
                  <a:lnTo>
                    <a:pt x="328" y="22"/>
                  </a:lnTo>
                  <a:lnTo>
                    <a:pt x="306" y="14"/>
                  </a:lnTo>
                  <a:lnTo>
                    <a:pt x="284" y="8"/>
                  </a:lnTo>
                  <a:close/>
                </a:path>
              </a:pathLst>
            </a:custGeom>
            <a:solidFill>
              <a:srgbClr val="B9D53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9" name="Freeform 189"/>
            <p:cNvSpPr/>
            <p:nvPr/>
          </p:nvSpPr>
          <p:spPr>
            <a:xfrm>
              <a:off x="942" y="325"/>
              <a:ext cx="443" cy="442"/>
            </a:xfrm>
            <a:custGeom>
              <a:avLst/>
              <a:gdLst/>
              <a:ahLst/>
              <a:cxnLst>
                <a:cxn ang="0">
                  <a:pos x="274" y="6"/>
                </a:cxn>
                <a:cxn ang="0">
                  <a:pos x="230" y="0"/>
                </a:cxn>
                <a:cxn ang="0">
                  <a:pos x="186" y="2"/>
                </a:cxn>
                <a:cxn ang="0">
                  <a:pos x="144" y="14"/>
                </a:cxn>
                <a:cxn ang="0">
                  <a:pos x="106" y="32"/>
                </a:cxn>
                <a:cxn ang="0">
                  <a:pos x="72" y="58"/>
                </a:cxn>
                <a:cxn ang="0">
                  <a:pos x="44" y="90"/>
                </a:cxn>
                <a:cxn ang="0">
                  <a:pos x="22" y="128"/>
                </a:cxn>
                <a:cxn ang="0">
                  <a:pos x="6" y="170"/>
                </a:cxn>
                <a:cxn ang="0">
                  <a:pos x="2" y="192"/>
                </a:cxn>
                <a:cxn ang="0">
                  <a:pos x="2" y="236"/>
                </a:cxn>
                <a:cxn ang="0">
                  <a:pos x="8" y="278"/>
                </a:cxn>
                <a:cxn ang="0">
                  <a:pos x="24" y="318"/>
                </a:cxn>
                <a:cxn ang="0">
                  <a:pos x="46" y="354"/>
                </a:cxn>
                <a:cxn ang="0">
                  <a:pos x="74" y="386"/>
                </a:cxn>
                <a:cxn ang="0">
                  <a:pos x="110" y="412"/>
                </a:cxn>
                <a:cxn ang="0">
                  <a:pos x="150" y="430"/>
                </a:cxn>
                <a:cxn ang="0">
                  <a:pos x="170" y="436"/>
                </a:cxn>
                <a:cxn ang="0">
                  <a:pos x="216" y="442"/>
                </a:cxn>
                <a:cxn ang="0">
                  <a:pos x="258" y="440"/>
                </a:cxn>
                <a:cxn ang="0">
                  <a:pos x="300" y="428"/>
                </a:cxn>
                <a:cxn ang="0">
                  <a:pos x="338" y="410"/>
                </a:cxn>
                <a:cxn ang="0">
                  <a:pos x="372" y="384"/>
                </a:cxn>
                <a:cxn ang="0">
                  <a:pos x="402" y="352"/>
                </a:cxn>
                <a:cxn ang="0">
                  <a:pos x="423" y="316"/>
                </a:cxn>
                <a:cxn ang="0">
                  <a:pos x="437" y="274"/>
                </a:cxn>
                <a:cxn ang="0">
                  <a:pos x="441" y="250"/>
                </a:cxn>
                <a:cxn ang="0">
                  <a:pos x="443" y="206"/>
                </a:cxn>
                <a:cxn ang="0">
                  <a:pos x="435" y="164"/>
                </a:cxn>
                <a:cxn ang="0">
                  <a:pos x="421" y="124"/>
                </a:cxn>
                <a:cxn ang="0">
                  <a:pos x="400" y="88"/>
                </a:cxn>
                <a:cxn ang="0">
                  <a:pos x="370" y="56"/>
                </a:cxn>
                <a:cxn ang="0">
                  <a:pos x="336" y="32"/>
                </a:cxn>
                <a:cxn ang="0">
                  <a:pos x="296" y="12"/>
                </a:cxn>
                <a:cxn ang="0">
                  <a:pos x="274" y="6"/>
                </a:cxn>
              </a:cxnLst>
              <a:rect l="0" t="0" r="0" b="0"/>
              <a:pathLst>
                <a:path w="443" h="442">
                  <a:moveTo>
                    <a:pt x="274" y="6"/>
                  </a:moveTo>
                  <a:lnTo>
                    <a:pt x="274" y="6"/>
                  </a:lnTo>
                  <a:lnTo>
                    <a:pt x="252" y="2"/>
                  </a:lnTo>
                  <a:lnTo>
                    <a:pt x="230" y="0"/>
                  </a:lnTo>
                  <a:lnTo>
                    <a:pt x="208" y="0"/>
                  </a:lnTo>
                  <a:lnTo>
                    <a:pt x="186" y="2"/>
                  </a:lnTo>
                  <a:lnTo>
                    <a:pt x="166" y="8"/>
                  </a:lnTo>
                  <a:lnTo>
                    <a:pt x="144" y="14"/>
                  </a:lnTo>
                  <a:lnTo>
                    <a:pt x="126" y="22"/>
                  </a:lnTo>
                  <a:lnTo>
                    <a:pt x="106" y="32"/>
                  </a:lnTo>
                  <a:lnTo>
                    <a:pt x="90" y="44"/>
                  </a:lnTo>
                  <a:lnTo>
                    <a:pt x="72" y="58"/>
                  </a:lnTo>
                  <a:lnTo>
                    <a:pt x="58" y="74"/>
                  </a:lnTo>
                  <a:lnTo>
                    <a:pt x="44" y="90"/>
                  </a:lnTo>
                  <a:lnTo>
                    <a:pt x="32" y="108"/>
                  </a:lnTo>
                  <a:lnTo>
                    <a:pt x="22" y="128"/>
                  </a:lnTo>
                  <a:lnTo>
                    <a:pt x="14" y="148"/>
                  </a:lnTo>
                  <a:lnTo>
                    <a:pt x="6" y="170"/>
                  </a:lnTo>
                  <a:lnTo>
                    <a:pt x="2" y="192"/>
                  </a:lnTo>
                  <a:lnTo>
                    <a:pt x="0" y="214"/>
                  </a:lnTo>
                  <a:lnTo>
                    <a:pt x="2" y="236"/>
                  </a:lnTo>
                  <a:lnTo>
                    <a:pt x="4" y="258"/>
                  </a:lnTo>
                  <a:lnTo>
                    <a:pt x="8" y="278"/>
                  </a:lnTo>
                  <a:lnTo>
                    <a:pt x="16" y="298"/>
                  </a:lnTo>
                  <a:lnTo>
                    <a:pt x="24" y="318"/>
                  </a:lnTo>
                  <a:lnTo>
                    <a:pt x="34" y="336"/>
                  </a:lnTo>
                  <a:lnTo>
                    <a:pt x="46" y="354"/>
                  </a:lnTo>
                  <a:lnTo>
                    <a:pt x="60" y="370"/>
                  </a:lnTo>
                  <a:lnTo>
                    <a:pt x="74" y="386"/>
                  </a:lnTo>
                  <a:lnTo>
                    <a:pt x="92" y="400"/>
                  </a:lnTo>
                  <a:lnTo>
                    <a:pt x="110" y="412"/>
                  </a:lnTo>
                  <a:lnTo>
                    <a:pt x="128" y="422"/>
                  </a:lnTo>
                  <a:lnTo>
                    <a:pt x="150" y="430"/>
                  </a:lnTo>
                  <a:lnTo>
                    <a:pt x="170" y="436"/>
                  </a:lnTo>
                  <a:lnTo>
                    <a:pt x="194" y="440"/>
                  </a:lnTo>
                  <a:lnTo>
                    <a:pt x="216" y="442"/>
                  </a:lnTo>
                  <a:lnTo>
                    <a:pt x="238" y="442"/>
                  </a:lnTo>
                  <a:lnTo>
                    <a:pt x="258" y="440"/>
                  </a:lnTo>
                  <a:lnTo>
                    <a:pt x="280" y="436"/>
                  </a:lnTo>
                  <a:lnTo>
                    <a:pt x="300" y="428"/>
                  </a:lnTo>
                  <a:lnTo>
                    <a:pt x="320" y="420"/>
                  </a:lnTo>
                  <a:lnTo>
                    <a:pt x="338" y="410"/>
                  </a:lnTo>
                  <a:lnTo>
                    <a:pt x="356" y="398"/>
                  </a:lnTo>
                  <a:lnTo>
                    <a:pt x="372" y="384"/>
                  </a:lnTo>
                  <a:lnTo>
                    <a:pt x="388" y="370"/>
                  </a:lnTo>
                  <a:lnTo>
                    <a:pt x="402" y="352"/>
                  </a:lnTo>
                  <a:lnTo>
                    <a:pt x="413" y="334"/>
                  </a:lnTo>
                  <a:lnTo>
                    <a:pt x="423" y="316"/>
                  </a:lnTo>
                  <a:lnTo>
                    <a:pt x="431" y="294"/>
                  </a:lnTo>
                  <a:lnTo>
                    <a:pt x="437" y="274"/>
                  </a:lnTo>
                  <a:lnTo>
                    <a:pt x="441" y="250"/>
                  </a:lnTo>
                  <a:lnTo>
                    <a:pt x="443" y="228"/>
                  </a:lnTo>
                  <a:lnTo>
                    <a:pt x="443" y="206"/>
                  </a:lnTo>
                  <a:lnTo>
                    <a:pt x="441" y="186"/>
                  </a:lnTo>
                  <a:lnTo>
                    <a:pt x="435" y="164"/>
                  </a:lnTo>
                  <a:lnTo>
                    <a:pt x="429" y="144"/>
                  </a:lnTo>
                  <a:lnTo>
                    <a:pt x="421" y="124"/>
                  </a:lnTo>
                  <a:lnTo>
                    <a:pt x="411" y="106"/>
                  </a:lnTo>
                  <a:lnTo>
                    <a:pt x="400" y="88"/>
                  </a:lnTo>
                  <a:lnTo>
                    <a:pt x="386" y="72"/>
                  </a:lnTo>
                  <a:lnTo>
                    <a:pt x="370" y="56"/>
                  </a:lnTo>
                  <a:lnTo>
                    <a:pt x="354" y="44"/>
                  </a:lnTo>
                  <a:lnTo>
                    <a:pt x="336" y="32"/>
                  </a:lnTo>
                  <a:lnTo>
                    <a:pt x="316" y="20"/>
                  </a:lnTo>
                  <a:lnTo>
                    <a:pt x="296" y="12"/>
                  </a:lnTo>
                  <a:lnTo>
                    <a:pt x="274" y="6"/>
                  </a:lnTo>
                  <a:close/>
                </a:path>
              </a:pathLst>
            </a:custGeom>
            <a:solidFill>
              <a:srgbClr val="BAD53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0" name="Freeform 190"/>
            <p:cNvSpPr/>
            <p:nvPr/>
          </p:nvSpPr>
          <p:spPr>
            <a:xfrm>
              <a:off x="952" y="331"/>
              <a:ext cx="427" cy="426"/>
            </a:xfrm>
            <a:custGeom>
              <a:avLst/>
              <a:gdLst/>
              <a:ahLst/>
              <a:cxnLst>
                <a:cxn ang="0">
                  <a:pos x="262" y="6"/>
                </a:cxn>
                <a:cxn ang="0">
                  <a:pos x="220" y="0"/>
                </a:cxn>
                <a:cxn ang="0">
                  <a:pos x="178" y="2"/>
                </a:cxn>
                <a:cxn ang="0">
                  <a:pos x="138" y="12"/>
                </a:cxn>
                <a:cxn ang="0">
                  <a:pos x="102" y="30"/>
                </a:cxn>
                <a:cxn ang="0">
                  <a:pos x="68" y="56"/>
                </a:cxn>
                <a:cxn ang="0">
                  <a:pos x="40" y="86"/>
                </a:cxn>
                <a:cxn ang="0">
                  <a:pos x="20" y="122"/>
                </a:cxn>
                <a:cxn ang="0">
                  <a:pos x="4" y="164"/>
                </a:cxn>
                <a:cxn ang="0">
                  <a:pos x="0" y="184"/>
                </a:cxn>
                <a:cxn ang="0">
                  <a:pos x="0" y="226"/>
                </a:cxn>
                <a:cxn ang="0">
                  <a:pos x="6" y="268"/>
                </a:cxn>
                <a:cxn ang="0">
                  <a:pos x="20" y="306"/>
                </a:cxn>
                <a:cxn ang="0">
                  <a:pos x="42" y="342"/>
                </a:cxn>
                <a:cxn ang="0">
                  <a:pos x="70" y="372"/>
                </a:cxn>
                <a:cxn ang="0">
                  <a:pos x="104" y="396"/>
                </a:cxn>
                <a:cxn ang="0">
                  <a:pos x="142" y="414"/>
                </a:cxn>
                <a:cxn ang="0">
                  <a:pos x="164" y="420"/>
                </a:cxn>
                <a:cxn ang="0">
                  <a:pos x="206" y="426"/>
                </a:cxn>
                <a:cxn ang="0">
                  <a:pos x="248" y="424"/>
                </a:cxn>
                <a:cxn ang="0">
                  <a:pos x="288" y="414"/>
                </a:cxn>
                <a:cxn ang="0">
                  <a:pos x="326" y="396"/>
                </a:cxn>
                <a:cxn ang="0">
                  <a:pos x="358" y="370"/>
                </a:cxn>
                <a:cxn ang="0">
                  <a:pos x="386" y="340"/>
                </a:cxn>
                <a:cxn ang="0">
                  <a:pos x="407" y="304"/>
                </a:cxn>
                <a:cxn ang="0">
                  <a:pos x="421" y="262"/>
                </a:cxn>
                <a:cxn ang="0">
                  <a:pos x="425" y="242"/>
                </a:cxn>
                <a:cxn ang="0">
                  <a:pos x="425" y="198"/>
                </a:cxn>
                <a:cxn ang="0">
                  <a:pos x="419" y="158"/>
                </a:cxn>
                <a:cxn ang="0">
                  <a:pos x="405" y="120"/>
                </a:cxn>
                <a:cxn ang="0">
                  <a:pos x="384" y="84"/>
                </a:cxn>
                <a:cxn ang="0">
                  <a:pos x="356" y="54"/>
                </a:cxn>
                <a:cxn ang="0">
                  <a:pos x="322" y="30"/>
                </a:cxn>
                <a:cxn ang="0">
                  <a:pos x="284" y="12"/>
                </a:cxn>
                <a:cxn ang="0">
                  <a:pos x="262" y="6"/>
                </a:cxn>
              </a:cxnLst>
              <a:rect l="0" t="0" r="0" b="0"/>
              <a:pathLst>
                <a:path w="427" h="426">
                  <a:moveTo>
                    <a:pt x="262" y="6"/>
                  </a:moveTo>
                  <a:lnTo>
                    <a:pt x="262" y="6"/>
                  </a:lnTo>
                  <a:lnTo>
                    <a:pt x="242" y="2"/>
                  </a:lnTo>
                  <a:lnTo>
                    <a:pt x="220" y="0"/>
                  </a:lnTo>
                  <a:lnTo>
                    <a:pt x="198" y="0"/>
                  </a:lnTo>
                  <a:lnTo>
                    <a:pt x="178" y="2"/>
                  </a:lnTo>
                  <a:lnTo>
                    <a:pt x="158" y="6"/>
                  </a:lnTo>
                  <a:lnTo>
                    <a:pt x="138" y="12"/>
                  </a:lnTo>
                  <a:lnTo>
                    <a:pt x="120" y="20"/>
                  </a:lnTo>
                  <a:lnTo>
                    <a:pt x="102" y="30"/>
                  </a:lnTo>
                  <a:lnTo>
                    <a:pt x="84" y="42"/>
                  </a:lnTo>
                  <a:lnTo>
                    <a:pt x="68" y="56"/>
                  </a:lnTo>
                  <a:lnTo>
                    <a:pt x="54" y="70"/>
                  </a:lnTo>
                  <a:lnTo>
                    <a:pt x="40" y="86"/>
                  </a:lnTo>
                  <a:lnTo>
                    <a:pt x="30" y="104"/>
                  </a:lnTo>
                  <a:lnTo>
                    <a:pt x="20" y="122"/>
                  </a:lnTo>
                  <a:lnTo>
                    <a:pt x="12" y="142"/>
                  </a:lnTo>
                  <a:lnTo>
                    <a:pt x="4" y="164"/>
                  </a:lnTo>
                  <a:lnTo>
                    <a:pt x="0" y="184"/>
                  </a:lnTo>
                  <a:lnTo>
                    <a:pt x="0" y="206"/>
                  </a:lnTo>
                  <a:lnTo>
                    <a:pt x="0" y="226"/>
                  </a:lnTo>
                  <a:lnTo>
                    <a:pt x="2" y="248"/>
                  </a:lnTo>
                  <a:lnTo>
                    <a:pt x="6" y="268"/>
                  </a:lnTo>
                  <a:lnTo>
                    <a:pt x="12" y="288"/>
                  </a:lnTo>
                  <a:lnTo>
                    <a:pt x="20" y="306"/>
                  </a:lnTo>
                  <a:lnTo>
                    <a:pt x="30" y="324"/>
                  </a:lnTo>
                  <a:lnTo>
                    <a:pt x="42" y="342"/>
                  </a:lnTo>
                  <a:lnTo>
                    <a:pt x="56" y="358"/>
                  </a:lnTo>
                  <a:lnTo>
                    <a:pt x="70" y="372"/>
                  </a:lnTo>
                  <a:lnTo>
                    <a:pt x="86" y="386"/>
                  </a:lnTo>
                  <a:lnTo>
                    <a:pt x="104" y="396"/>
                  </a:lnTo>
                  <a:lnTo>
                    <a:pt x="122" y="406"/>
                  </a:lnTo>
                  <a:lnTo>
                    <a:pt x="142" y="414"/>
                  </a:lnTo>
                  <a:lnTo>
                    <a:pt x="164" y="420"/>
                  </a:lnTo>
                  <a:lnTo>
                    <a:pt x="184" y="424"/>
                  </a:lnTo>
                  <a:lnTo>
                    <a:pt x="206" y="426"/>
                  </a:lnTo>
                  <a:lnTo>
                    <a:pt x="228" y="426"/>
                  </a:lnTo>
                  <a:lnTo>
                    <a:pt x="248" y="424"/>
                  </a:lnTo>
                  <a:lnTo>
                    <a:pt x="268" y="420"/>
                  </a:lnTo>
                  <a:lnTo>
                    <a:pt x="288" y="414"/>
                  </a:lnTo>
                  <a:lnTo>
                    <a:pt x="308" y="404"/>
                  </a:lnTo>
                  <a:lnTo>
                    <a:pt x="326" y="396"/>
                  </a:lnTo>
                  <a:lnTo>
                    <a:pt x="342" y="384"/>
                  </a:lnTo>
                  <a:lnTo>
                    <a:pt x="358" y="370"/>
                  </a:lnTo>
                  <a:lnTo>
                    <a:pt x="372" y="356"/>
                  </a:lnTo>
                  <a:lnTo>
                    <a:pt x="386" y="340"/>
                  </a:lnTo>
                  <a:lnTo>
                    <a:pt x="398" y="322"/>
                  </a:lnTo>
                  <a:lnTo>
                    <a:pt x="407" y="304"/>
                  </a:lnTo>
                  <a:lnTo>
                    <a:pt x="415" y="284"/>
                  </a:lnTo>
                  <a:lnTo>
                    <a:pt x="421" y="262"/>
                  </a:lnTo>
                  <a:lnTo>
                    <a:pt x="425" y="242"/>
                  </a:lnTo>
                  <a:lnTo>
                    <a:pt x="427" y="220"/>
                  </a:lnTo>
                  <a:lnTo>
                    <a:pt x="425" y="198"/>
                  </a:lnTo>
                  <a:lnTo>
                    <a:pt x="423" y="178"/>
                  </a:lnTo>
                  <a:lnTo>
                    <a:pt x="419" y="158"/>
                  </a:lnTo>
                  <a:lnTo>
                    <a:pt x="413" y="138"/>
                  </a:lnTo>
                  <a:lnTo>
                    <a:pt x="405" y="120"/>
                  </a:lnTo>
                  <a:lnTo>
                    <a:pt x="396" y="102"/>
                  </a:lnTo>
                  <a:lnTo>
                    <a:pt x="384" y="84"/>
                  </a:lnTo>
                  <a:lnTo>
                    <a:pt x="370" y="68"/>
                  </a:lnTo>
                  <a:lnTo>
                    <a:pt x="356" y="54"/>
                  </a:lnTo>
                  <a:lnTo>
                    <a:pt x="340" y="40"/>
                  </a:lnTo>
                  <a:lnTo>
                    <a:pt x="322" y="30"/>
                  </a:lnTo>
                  <a:lnTo>
                    <a:pt x="304" y="20"/>
                  </a:lnTo>
                  <a:lnTo>
                    <a:pt x="284" y="12"/>
                  </a:lnTo>
                  <a:lnTo>
                    <a:pt x="262" y="6"/>
                  </a:lnTo>
                  <a:close/>
                </a:path>
              </a:pathLst>
            </a:custGeom>
            <a:solidFill>
              <a:srgbClr val="BCD63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1" name="Freeform 191"/>
            <p:cNvSpPr/>
            <p:nvPr/>
          </p:nvSpPr>
          <p:spPr>
            <a:xfrm>
              <a:off x="960" y="335"/>
              <a:ext cx="411" cy="412"/>
            </a:xfrm>
            <a:custGeom>
              <a:avLst/>
              <a:gdLst/>
              <a:ahLst/>
              <a:cxnLst>
                <a:cxn ang="0">
                  <a:pos x="254" y="6"/>
                </a:cxn>
                <a:cxn ang="0">
                  <a:pos x="212" y="0"/>
                </a:cxn>
                <a:cxn ang="0">
                  <a:pos x="172" y="4"/>
                </a:cxn>
                <a:cxn ang="0">
                  <a:pos x="134" y="14"/>
                </a:cxn>
                <a:cxn ang="0">
                  <a:pos x="98" y="30"/>
                </a:cxn>
                <a:cxn ang="0">
                  <a:pos x="66" y="54"/>
                </a:cxn>
                <a:cxn ang="0">
                  <a:pos x="40" y="84"/>
                </a:cxn>
                <a:cxn ang="0">
                  <a:pos x="18" y="120"/>
                </a:cxn>
                <a:cxn ang="0">
                  <a:pos x="4" y="158"/>
                </a:cxn>
                <a:cxn ang="0">
                  <a:pos x="2" y="180"/>
                </a:cxn>
                <a:cxn ang="0">
                  <a:pos x="0" y="220"/>
                </a:cxn>
                <a:cxn ang="0">
                  <a:pos x="6" y="260"/>
                </a:cxn>
                <a:cxn ang="0">
                  <a:pos x="20" y="296"/>
                </a:cxn>
                <a:cxn ang="0">
                  <a:pos x="42" y="330"/>
                </a:cxn>
                <a:cxn ang="0">
                  <a:pos x="68" y="360"/>
                </a:cxn>
                <a:cxn ang="0">
                  <a:pos x="100" y="384"/>
                </a:cxn>
                <a:cxn ang="0">
                  <a:pos x="138" y="402"/>
                </a:cxn>
                <a:cxn ang="0">
                  <a:pos x="158" y="406"/>
                </a:cxn>
                <a:cxn ang="0">
                  <a:pos x="200" y="412"/>
                </a:cxn>
                <a:cxn ang="0">
                  <a:pos x="240" y="410"/>
                </a:cxn>
                <a:cxn ang="0">
                  <a:pos x="278" y="400"/>
                </a:cxn>
                <a:cxn ang="0">
                  <a:pos x="314" y="382"/>
                </a:cxn>
                <a:cxn ang="0">
                  <a:pos x="346" y="358"/>
                </a:cxn>
                <a:cxn ang="0">
                  <a:pos x="372" y="328"/>
                </a:cxn>
                <a:cxn ang="0">
                  <a:pos x="391" y="294"/>
                </a:cxn>
                <a:cxn ang="0">
                  <a:pos x="405" y="254"/>
                </a:cxn>
                <a:cxn ang="0">
                  <a:pos x="409" y="234"/>
                </a:cxn>
                <a:cxn ang="0">
                  <a:pos x="411" y="192"/>
                </a:cxn>
                <a:cxn ang="0">
                  <a:pos x="405" y="154"/>
                </a:cxn>
                <a:cxn ang="0">
                  <a:pos x="391" y="116"/>
                </a:cxn>
                <a:cxn ang="0">
                  <a:pos x="370" y="82"/>
                </a:cxn>
                <a:cxn ang="0">
                  <a:pos x="344" y="54"/>
                </a:cxn>
                <a:cxn ang="0">
                  <a:pos x="312" y="30"/>
                </a:cxn>
                <a:cxn ang="0">
                  <a:pos x="274" y="12"/>
                </a:cxn>
                <a:cxn ang="0">
                  <a:pos x="254" y="6"/>
                </a:cxn>
              </a:cxnLst>
              <a:rect l="0" t="0" r="0" b="0"/>
              <a:pathLst>
                <a:path w="411" h="412">
                  <a:moveTo>
                    <a:pt x="254" y="6"/>
                  </a:moveTo>
                  <a:lnTo>
                    <a:pt x="254" y="6"/>
                  </a:lnTo>
                  <a:lnTo>
                    <a:pt x="234" y="2"/>
                  </a:lnTo>
                  <a:lnTo>
                    <a:pt x="212" y="0"/>
                  </a:lnTo>
                  <a:lnTo>
                    <a:pt x="192" y="0"/>
                  </a:lnTo>
                  <a:lnTo>
                    <a:pt x="172" y="4"/>
                  </a:lnTo>
                  <a:lnTo>
                    <a:pt x="152" y="8"/>
                  </a:lnTo>
                  <a:lnTo>
                    <a:pt x="134" y="14"/>
                  </a:lnTo>
                  <a:lnTo>
                    <a:pt x="116" y="22"/>
                  </a:lnTo>
                  <a:lnTo>
                    <a:pt x="98" y="30"/>
                  </a:lnTo>
                  <a:lnTo>
                    <a:pt x="82" y="42"/>
                  </a:lnTo>
                  <a:lnTo>
                    <a:pt x="66" y="54"/>
                  </a:lnTo>
                  <a:lnTo>
                    <a:pt x="52" y="68"/>
                  </a:lnTo>
                  <a:lnTo>
                    <a:pt x="40" y="84"/>
                  </a:lnTo>
                  <a:lnTo>
                    <a:pt x="28" y="102"/>
                  </a:lnTo>
                  <a:lnTo>
                    <a:pt x="18" y="120"/>
                  </a:lnTo>
                  <a:lnTo>
                    <a:pt x="10" y="138"/>
                  </a:lnTo>
                  <a:lnTo>
                    <a:pt x="4" y="158"/>
                  </a:lnTo>
                  <a:lnTo>
                    <a:pt x="2" y="180"/>
                  </a:lnTo>
                  <a:lnTo>
                    <a:pt x="0" y="200"/>
                  </a:lnTo>
                  <a:lnTo>
                    <a:pt x="0" y="220"/>
                  </a:lnTo>
                  <a:lnTo>
                    <a:pt x="2" y="240"/>
                  </a:lnTo>
                  <a:lnTo>
                    <a:pt x="6" y="260"/>
                  </a:lnTo>
                  <a:lnTo>
                    <a:pt x="12" y="278"/>
                  </a:lnTo>
                  <a:lnTo>
                    <a:pt x="20" y="296"/>
                  </a:lnTo>
                  <a:lnTo>
                    <a:pt x="30" y="314"/>
                  </a:lnTo>
                  <a:lnTo>
                    <a:pt x="42" y="330"/>
                  </a:lnTo>
                  <a:lnTo>
                    <a:pt x="54" y="346"/>
                  </a:lnTo>
                  <a:lnTo>
                    <a:pt x="68" y="360"/>
                  </a:lnTo>
                  <a:lnTo>
                    <a:pt x="84" y="372"/>
                  </a:lnTo>
                  <a:lnTo>
                    <a:pt x="100" y="384"/>
                  </a:lnTo>
                  <a:lnTo>
                    <a:pt x="118" y="394"/>
                  </a:lnTo>
                  <a:lnTo>
                    <a:pt x="138" y="402"/>
                  </a:lnTo>
                  <a:lnTo>
                    <a:pt x="158" y="406"/>
                  </a:lnTo>
                  <a:lnTo>
                    <a:pt x="178" y="410"/>
                  </a:lnTo>
                  <a:lnTo>
                    <a:pt x="200" y="412"/>
                  </a:lnTo>
                  <a:lnTo>
                    <a:pt x="220" y="412"/>
                  </a:lnTo>
                  <a:lnTo>
                    <a:pt x="240" y="410"/>
                  </a:lnTo>
                  <a:lnTo>
                    <a:pt x="260" y="406"/>
                  </a:lnTo>
                  <a:lnTo>
                    <a:pt x="278" y="400"/>
                  </a:lnTo>
                  <a:lnTo>
                    <a:pt x="296" y="392"/>
                  </a:lnTo>
                  <a:lnTo>
                    <a:pt x="314" y="382"/>
                  </a:lnTo>
                  <a:lnTo>
                    <a:pt x="330" y="372"/>
                  </a:lnTo>
                  <a:lnTo>
                    <a:pt x="346" y="358"/>
                  </a:lnTo>
                  <a:lnTo>
                    <a:pt x="360" y="344"/>
                  </a:lnTo>
                  <a:lnTo>
                    <a:pt x="372" y="328"/>
                  </a:lnTo>
                  <a:lnTo>
                    <a:pt x="384" y="312"/>
                  </a:lnTo>
                  <a:lnTo>
                    <a:pt x="391" y="294"/>
                  </a:lnTo>
                  <a:lnTo>
                    <a:pt x="399" y="274"/>
                  </a:lnTo>
                  <a:lnTo>
                    <a:pt x="405" y="254"/>
                  </a:lnTo>
                  <a:lnTo>
                    <a:pt x="409" y="234"/>
                  </a:lnTo>
                  <a:lnTo>
                    <a:pt x="411" y="214"/>
                  </a:lnTo>
                  <a:lnTo>
                    <a:pt x="411" y="192"/>
                  </a:lnTo>
                  <a:lnTo>
                    <a:pt x="409" y="172"/>
                  </a:lnTo>
                  <a:lnTo>
                    <a:pt x="405" y="154"/>
                  </a:lnTo>
                  <a:lnTo>
                    <a:pt x="399" y="134"/>
                  </a:lnTo>
                  <a:lnTo>
                    <a:pt x="391" y="116"/>
                  </a:lnTo>
                  <a:lnTo>
                    <a:pt x="382" y="98"/>
                  </a:lnTo>
                  <a:lnTo>
                    <a:pt x="370" y="82"/>
                  </a:lnTo>
                  <a:lnTo>
                    <a:pt x="358" y="68"/>
                  </a:lnTo>
                  <a:lnTo>
                    <a:pt x="344" y="54"/>
                  </a:lnTo>
                  <a:lnTo>
                    <a:pt x="328" y="40"/>
                  </a:lnTo>
                  <a:lnTo>
                    <a:pt x="312" y="30"/>
                  </a:lnTo>
                  <a:lnTo>
                    <a:pt x="294" y="20"/>
                  </a:lnTo>
                  <a:lnTo>
                    <a:pt x="274" y="12"/>
                  </a:lnTo>
                  <a:lnTo>
                    <a:pt x="254" y="6"/>
                  </a:lnTo>
                  <a:close/>
                </a:path>
              </a:pathLst>
            </a:custGeom>
            <a:solidFill>
              <a:srgbClr val="BED73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2" name="Freeform 192"/>
            <p:cNvSpPr/>
            <p:nvPr/>
          </p:nvSpPr>
          <p:spPr>
            <a:xfrm>
              <a:off x="968" y="341"/>
              <a:ext cx="397" cy="396"/>
            </a:xfrm>
            <a:custGeom>
              <a:avLst/>
              <a:gdLst/>
              <a:ahLst/>
              <a:cxnLst>
                <a:cxn ang="0">
                  <a:pos x="244" y="4"/>
                </a:cxn>
                <a:cxn ang="0">
                  <a:pos x="204" y="0"/>
                </a:cxn>
                <a:cxn ang="0">
                  <a:pos x="166" y="2"/>
                </a:cxn>
                <a:cxn ang="0">
                  <a:pos x="128" y="12"/>
                </a:cxn>
                <a:cxn ang="0">
                  <a:pos x="94" y="28"/>
                </a:cxn>
                <a:cxn ang="0">
                  <a:pos x="64" y="52"/>
                </a:cxn>
                <a:cxn ang="0">
                  <a:pos x="38" y="80"/>
                </a:cxn>
                <a:cxn ang="0">
                  <a:pos x="18" y="114"/>
                </a:cxn>
                <a:cxn ang="0">
                  <a:pos x="4" y="152"/>
                </a:cxn>
                <a:cxn ang="0">
                  <a:pos x="2" y="172"/>
                </a:cxn>
                <a:cxn ang="0">
                  <a:pos x="0" y="212"/>
                </a:cxn>
                <a:cxn ang="0">
                  <a:pos x="6" y="250"/>
                </a:cxn>
                <a:cxn ang="0">
                  <a:pos x="20" y="286"/>
                </a:cxn>
                <a:cxn ang="0">
                  <a:pos x="40" y="318"/>
                </a:cxn>
                <a:cxn ang="0">
                  <a:pos x="66" y="346"/>
                </a:cxn>
                <a:cxn ang="0">
                  <a:pos x="96" y="368"/>
                </a:cxn>
                <a:cxn ang="0">
                  <a:pos x="132" y="386"/>
                </a:cxn>
                <a:cxn ang="0">
                  <a:pos x="152" y="392"/>
                </a:cxn>
                <a:cxn ang="0">
                  <a:pos x="192" y="396"/>
                </a:cxn>
                <a:cxn ang="0">
                  <a:pos x="230" y="394"/>
                </a:cxn>
                <a:cxn ang="0">
                  <a:pos x="268" y="384"/>
                </a:cxn>
                <a:cxn ang="0">
                  <a:pos x="302" y="368"/>
                </a:cxn>
                <a:cxn ang="0">
                  <a:pos x="332" y="344"/>
                </a:cxn>
                <a:cxn ang="0">
                  <a:pos x="358" y="316"/>
                </a:cxn>
                <a:cxn ang="0">
                  <a:pos x="378" y="282"/>
                </a:cxn>
                <a:cxn ang="0">
                  <a:pos x="391" y="244"/>
                </a:cxn>
                <a:cxn ang="0">
                  <a:pos x="395" y="224"/>
                </a:cxn>
                <a:cxn ang="0">
                  <a:pos x="395" y="186"/>
                </a:cxn>
                <a:cxn ang="0">
                  <a:pos x="389" y="146"/>
                </a:cxn>
                <a:cxn ang="0">
                  <a:pos x="376" y="112"/>
                </a:cxn>
                <a:cxn ang="0">
                  <a:pos x="356" y="78"/>
                </a:cxn>
                <a:cxn ang="0">
                  <a:pos x="332" y="50"/>
                </a:cxn>
                <a:cxn ang="0">
                  <a:pos x="300" y="28"/>
                </a:cxn>
                <a:cxn ang="0">
                  <a:pos x="264" y="10"/>
                </a:cxn>
                <a:cxn ang="0">
                  <a:pos x="244" y="4"/>
                </a:cxn>
              </a:cxnLst>
              <a:rect l="0" t="0" r="0" b="0"/>
              <a:pathLst>
                <a:path w="397" h="396">
                  <a:moveTo>
                    <a:pt x="244" y="4"/>
                  </a:moveTo>
                  <a:lnTo>
                    <a:pt x="244" y="4"/>
                  </a:lnTo>
                  <a:lnTo>
                    <a:pt x="224" y="2"/>
                  </a:lnTo>
                  <a:lnTo>
                    <a:pt x="204" y="0"/>
                  </a:lnTo>
                  <a:lnTo>
                    <a:pt x="186" y="0"/>
                  </a:lnTo>
                  <a:lnTo>
                    <a:pt x="166" y="2"/>
                  </a:lnTo>
                  <a:lnTo>
                    <a:pt x="146" y="6"/>
                  </a:lnTo>
                  <a:lnTo>
                    <a:pt x="128" y="12"/>
                  </a:lnTo>
                  <a:lnTo>
                    <a:pt x="112" y="20"/>
                  </a:lnTo>
                  <a:lnTo>
                    <a:pt x="94" y="28"/>
                  </a:lnTo>
                  <a:lnTo>
                    <a:pt x="78" y="40"/>
                  </a:lnTo>
                  <a:lnTo>
                    <a:pt x="64" y="52"/>
                  </a:lnTo>
                  <a:lnTo>
                    <a:pt x="50" y="66"/>
                  </a:lnTo>
                  <a:lnTo>
                    <a:pt x="38" y="80"/>
                  </a:lnTo>
                  <a:lnTo>
                    <a:pt x="28" y="96"/>
                  </a:lnTo>
                  <a:lnTo>
                    <a:pt x="18" y="114"/>
                  </a:lnTo>
                  <a:lnTo>
                    <a:pt x="10" y="132"/>
                  </a:lnTo>
                  <a:lnTo>
                    <a:pt x="4" y="152"/>
                  </a:lnTo>
                  <a:lnTo>
                    <a:pt x="2" y="172"/>
                  </a:lnTo>
                  <a:lnTo>
                    <a:pt x="0" y="192"/>
                  </a:lnTo>
                  <a:lnTo>
                    <a:pt x="0" y="212"/>
                  </a:lnTo>
                  <a:lnTo>
                    <a:pt x="2" y="230"/>
                  </a:lnTo>
                  <a:lnTo>
                    <a:pt x="6" y="250"/>
                  </a:lnTo>
                  <a:lnTo>
                    <a:pt x="12" y="268"/>
                  </a:lnTo>
                  <a:lnTo>
                    <a:pt x="20" y="286"/>
                  </a:lnTo>
                  <a:lnTo>
                    <a:pt x="28" y="302"/>
                  </a:lnTo>
                  <a:lnTo>
                    <a:pt x="40" y="318"/>
                  </a:lnTo>
                  <a:lnTo>
                    <a:pt x="52" y="332"/>
                  </a:lnTo>
                  <a:lnTo>
                    <a:pt x="66" y="346"/>
                  </a:lnTo>
                  <a:lnTo>
                    <a:pt x="80" y="358"/>
                  </a:lnTo>
                  <a:lnTo>
                    <a:pt x="96" y="368"/>
                  </a:lnTo>
                  <a:lnTo>
                    <a:pt x="114" y="378"/>
                  </a:lnTo>
                  <a:lnTo>
                    <a:pt x="132" y="386"/>
                  </a:lnTo>
                  <a:lnTo>
                    <a:pt x="152" y="392"/>
                  </a:lnTo>
                  <a:lnTo>
                    <a:pt x="172" y="394"/>
                  </a:lnTo>
                  <a:lnTo>
                    <a:pt x="192" y="396"/>
                  </a:lnTo>
                  <a:lnTo>
                    <a:pt x="212" y="396"/>
                  </a:lnTo>
                  <a:lnTo>
                    <a:pt x="230" y="394"/>
                  </a:lnTo>
                  <a:lnTo>
                    <a:pt x="250" y="390"/>
                  </a:lnTo>
                  <a:lnTo>
                    <a:pt x="268" y="384"/>
                  </a:lnTo>
                  <a:lnTo>
                    <a:pt x="286" y="376"/>
                  </a:lnTo>
                  <a:lnTo>
                    <a:pt x="302" y="368"/>
                  </a:lnTo>
                  <a:lnTo>
                    <a:pt x="318" y="356"/>
                  </a:lnTo>
                  <a:lnTo>
                    <a:pt x="332" y="344"/>
                  </a:lnTo>
                  <a:lnTo>
                    <a:pt x="346" y="330"/>
                  </a:lnTo>
                  <a:lnTo>
                    <a:pt x="358" y="316"/>
                  </a:lnTo>
                  <a:lnTo>
                    <a:pt x="370" y="300"/>
                  </a:lnTo>
                  <a:lnTo>
                    <a:pt x="378" y="282"/>
                  </a:lnTo>
                  <a:lnTo>
                    <a:pt x="385" y="264"/>
                  </a:lnTo>
                  <a:lnTo>
                    <a:pt x="391" y="244"/>
                  </a:lnTo>
                  <a:lnTo>
                    <a:pt x="395" y="224"/>
                  </a:lnTo>
                  <a:lnTo>
                    <a:pt x="397" y="204"/>
                  </a:lnTo>
                  <a:lnTo>
                    <a:pt x="395" y="186"/>
                  </a:lnTo>
                  <a:lnTo>
                    <a:pt x="393" y="166"/>
                  </a:lnTo>
                  <a:lnTo>
                    <a:pt x="389" y="146"/>
                  </a:lnTo>
                  <a:lnTo>
                    <a:pt x="383" y="128"/>
                  </a:lnTo>
                  <a:lnTo>
                    <a:pt x="376" y="112"/>
                  </a:lnTo>
                  <a:lnTo>
                    <a:pt x="368" y="94"/>
                  </a:lnTo>
                  <a:lnTo>
                    <a:pt x="356" y="78"/>
                  </a:lnTo>
                  <a:lnTo>
                    <a:pt x="344" y="64"/>
                  </a:lnTo>
                  <a:lnTo>
                    <a:pt x="332" y="50"/>
                  </a:lnTo>
                  <a:lnTo>
                    <a:pt x="316" y="38"/>
                  </a:lnTo>
                  <a:lnTo>
                    <a:pt x="300" y="28"/>
                  </a:lnTo>
                  <a:lnTo>
                    <a:pt x="282" y="18"/>
                  </a:lnTo>
                  <a:lnTo>
                    <a:pt x="264" y="10"/>
                  </a:lnTo>
                  <a:lnTo>
                    <a:pt x="244" y="4"/>
                  </a:lnTo>
                  <a:close/>
                </a:path>
              </a:pathLst>
            </a:custGeom>
            <a:solidFill>
              <a:srgbClr val="C0D72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3" name="Freeform 193"/>
            <p:cNvSpPr/>
            <p:nvPr/>
          </p:nvSpPr>
          <p:spPr>
            <a:xfrm>
              <a:off x="976" y="345"/>
              <a:ext cx="381" cy="382"/>
            </a:xfrm>
            <a:custGeom>
              <a:avLst/>
              <a:gdLst/>
              <a:ahLst/>
              <a:cxnLst>
                <a:cxn ang="0">
                  <a:pos x="236" y="6"/>
                </a:cxn>
                <a:cxn ang="0">
                  <a:pos x="198" y="0"/>
                </a:cxn>
                <a:cxn ang="0">
                  <a:pos x="160" y="4"/>
                </a:cxn>
                <a:cxn ang="0">
                  <a:pos x="124" y="12"/>
                </a:cxn>
                <a:cxn ang="0">
                  <a:pos x="90" y="28"/>
                </a:cxn>
                <a:cxn ang="0">
                  <a:pos x="62" y="52"/>
                </a:cxn>
                <a:cxn ang="0">
                  <a:pos x="36" y="78"/>
                </a:cxn>
                <a:cxn ang="0">
                  <a:pos x="18" y="110"/>
                </a:cxn>
                <a:cxn ang="0">
                  <a:pos x="4" y="148"/>
                </a:cxn>
                <a:cxn ang="0">
                  <a:pos x="2" y="166"/>
                </a:cxn>
                <a:cxn ang="0">
                  <a:pos x="0" y="204"/>
                </a:cxn>
                <a:cxn ang="0">
                  <a:pos x="6" y="240"/>
                </a:cxn>
                <a:cxn ang="0">
                  <a:pos x="20" y="276"/>
                </a:cxn>
                <a:cxn ang="0">
                  <a:pos x="38" y="306"/>
                </a:cxn>
                <a:cxn ang="0">
                  <a:pos x="64" y="334"/>
                </a:cxn>
                <a:cxn ang="0">
                  <a:pos x="94" y="356"/>
                </a:cxn>
                <a:cxn ang="0">
                  <a:pos x="128" y="372"/>
                </a:cxn>
                <a:cxn ang="0">
                  <a:pos x="146" y="378"/>
                </a:cxn>
                <a:cxn ang="0">
                  <a:pos x="184" y="382"/>
                </a:cxn>
                <a:cxn ang="0">
                  <a:pos x="222" y="380"/>
                </a:cxn>
                <a:cxn ang="0">
                  <a:pos x="258" y="370"/>
                </a:cxn>
                <a:cxn ang="0">
                  <a:pos x="290" y="354"/>
                </a:cxn>
                <a:cxn ang="0">
                  <a:pos x="320" y="332"/>
                </a:cxn>
                <a:cxn ang="0">
                  <a:pos x="346" y="304"/>
                </a:cxn>
                <a:cxn ang="0">
                  <a:pos x="364" y="272"/>
                </a:cxn>
                <a:cxn ang="0">
                  <a:pos x="375" y="236"/>
                </a:cxn>
                <a:cxn ang="0">
                  <a:pos x="379" y="218"/>
                </a:cxn>
                <a:cxn ang="0">
                  <a:pos x="381" y="180"/>
                </a:cxn>
                <a:cxn ang="0">
                  <a:pos x="375" y="142"/>
                </a:cxn>
                <a:cxn ang="0">
                  <a:pos x="362" y="108"/>
                </a:cxn>
                <a:cxn ang="0">
                  <a:pos x="344" y="76"/>
                </a:cxn>
                <a:cxn ang="0">
                  <a:pos x="318" y="50"/>
                </a:cxn>
                <a:cxn ang="0">
                  <a:pos x="288" y="28"/>
                </a:cxn>
                <a:cxn ang="0">
                  <a:pos x="254" y="12"/>
                </a:cxn>
                <a:cxn ang="0">
                  <a:pos x="236" y="6"/>
                </a:cxn>
              </a:cxnLst>
              <a:rect l="0" t="0" r="0" b="0"/>
              <a:pathLst>
                <a:path w="381" h="382">
                  <a:moveTo>
                    <a:pt x="236" y="6"/>
                  </a:moveTo>
                  <a:lnTo>
                    <a:pt x="236" y="6"/>
                  </a:lnTo>
                  <a:lnTo>
                    <a:pt x="216" y="2"/>
                  </a:lnTo>
                  <a:lnTo>
                    <a:pt x="198" y="0"/>
                  </a:lnTo>
                  <a:lnTo>
                    <a:pt x="178" y="2"/>
                  </a:lnTo>
                  <a:lnTo>
                    <a:pt x="160" y="4"/>
                  </a:lnTo>
                  <a:lnTo>
                    <a:pt x="142" y="8"/>
                  </a:lnTo>
                  <a:lnTo>
                    <a:pt x="124" y="12"/>
                  </a:lnTo>
                  <a:lnTo>
                    <a:pt x="106" y="20"/>
                  </a:lnTo>
                  <a:lnTo>
                    <a:pt x="90" y="28"/>
                  </a:lnTo>
                  <a:lnTo>
                    <a:pt x="76" y="40"/>
                  </a:lnTo>
                  <a:lnTo>
                    <a:pt x="62" y="52"/>
                  </a:lnTo>
                  <a:lnTo>
                    <a:pt x="48" y="64"/>
                  </a:lnTo>
                  <a:lnTo>
                    <a:pt x="36" y="78"/>
                  </a:lnTo>
                  <a:lnTo>
                    <a:pt x="26" y="94"/>
                  </a:lnTo>
                  <a:lnTo>
                    <a:pt x="18" y="110"/>
                  </a:lnTo>
                  <a:lnTo>
                    <a:pt x="10" y="128"/>
                  </a:lnTo>
                  <a:lnTo>
                    <a:pt x="4" y="148"/>
                  </a:lnTo>
                  <a:lnTo>
                    <a:pt x="2" y="166"/>
                  </a:lnTo>
                  <a:lnTo>
                    <a:pt x="0" y="186"/>
                  </a:lnTo>
                  <a:lnTo>
                    <a:pt x="0" y="204"/>
                  </a:lnTo>
                  <a:lnTo>
                    <a:pt x="2" y="222"/>
                  </a:lnTo>
                  <a:lnTo>
                    <a:pt x="6" y="240"/>
                  </a:lnTo>
                  <a:lnTo>
                    <a:pt x="12" y="258"/>
                  </a:lnTo>
                  <a:lnTo>
                    <a:pt x="20" y="276"/>
                  </a:lnTo>
                  <a:lnTo>
                    <a:pt x="28" y="292"/>
                  </a:lnTo>
                  <a:lnTo>
                    <a:pt x="38" y="306"/>
                  </a:lnTo>
                  <a:lnTo>
                    <a:pt x="50" y="320"/>
                  </a:lnTo>
                  <a:lnTo>
                    <a:pt x="64" y="334"/>
                  </a:lnTo>
                  <a:lnTo>
                    <a:pt x="78" y="346"/>
                  </a:lnTo>
                  <a:lnTo>
                    <a:pt x="94" y="356"/>
                  </a:lnTo>
                  <a:lnTo>
                    <a:pt x="110" y="364"/>
                  </a:lnTo>
                  <a:lnTo>
                    <a:pt x="128" y="372"/>
                  </a:lnTo>
                  <a:lnTo>
                    <a:pt x="146" y="378"/>
                  </a:lnTo>
                  <a:lnTo>
                    <a:pt x="166" y="382"/>
                  </a:lnTo>
                  <a:lnTo>
                    <a:pt x="184" y="382"/>
                  </a:lnTo>
                  <a:lnTo>
                    <a:pt x="204" y="382"/>
                  </a:lnTo>
                  <a:lnTo>
                    <a:pt x="222" y="380"/>
                  </a:lnTo>
                  <a:lnTo>
                    <a:pt x="240" y="376"/>
                  </a:lnTo>
                  <a:lnTo>
                    <a:pt x="258" y="370"/>
                  </a:lnTo>
                  <a:lnTo>
                    <a:pt x="274" y="364"/>
                  </a:lnTo>
                  <a:lnTo>
                    <a:pt x="290" y="354"/>
                  </a:lnTo>
                  <a:lnTo>
                    <a:pt x="306" y="344"/>
                  </a:lnTo>
                  <a:lnTo>
                    <a:pt x="320" y="332"/>
                  </a:lnTo>
                  <a:lnTo>
                    <a:pt x="334" y="320"/>
                  </a:lnTo>
                  <a:lnTo>
                    <a:pt x="346" y="304"/>
                  </a:lnTo>
                  <a:lnTo>
                    <a:pt x="356" y="290"/>
                  </a:lnTo>
                  <a:lnTo>
                    <a:pt x="364" y="272"/>
                  </a:lnTo>
                  <a:lnTo>
                    <a:pt x="372" y="254"/>
                  </a:lnTo>
                  <a:lnTo>
                    <a:pt x="375" y="236"/>
                  </a:lnTo>
                  <a:lnTo>
                    <a:pt x="379" y="218"/>
                  </a:lnTo>
                  <a:lnTo>
                    <a:pt x="381" y="198"/>
                  </a:lnTo>
                  <a:lnTo>
                    <a:pt x="381" y="180"/>
                  </a:lnTo>
                  <a:lnTo>
                    <a:pt x="379" y="160"/>
                  </a:lnTo>
                  <a:lnTo>
                    <a:pt x="375" y="142"/>
                  </a:lnTo>
                  <a:lnTo>
                    <a:pt x="370" y="124"/>
                  </a:lnTo>
                  <a:lnTo>
                    <a:pt x="362" y="108"/>
                  </a:lnTo>
                  <a:lnTo>
                    <a:pt x="354" y="92"/>
                  </a:lnTo>
                  <a:lnTo>
                    <a:pt x="344" y="76"/>
                  </a:lnTo>
                  <a:lnTo>
                    <a:pt x="332" y="62"/>
                  </a:lnTo>
                  <a:lnTo>
                    <a:pt x="318" y="50"/>
                  </a:lnTo>
                  <a:lnTo>
                    <a:pt x="304" y="38"/>
                  </a:lnTo>
                  <a:lnTo>
                    <a:pt x="288" y="28"/>
                  </a:lnTo>
                  <a:lnTo>
                    <a:pt x="272" y="18"/>
                  </a:lnTo>
                  <a:lnTo>
                    <a:pt x="254" y="12"/>
                  </a:lnTo>
                  <a:lnTo>
                    <a:pt x="236" y="6"/>
                  </a:lnTo>
                  <a:close/>
                </a:path>
              </a:pathLst>
            </a:custGeom>
            <a:solidFill>
              <a:srgbClr val="C3D82E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4" name="Freeform 194"/>
            <p:cNvSpPr/>
            <p:nvPr/>
          </p:nvSpPr>
          <p:spPr>
            <a:xfrm>
              <a:off x="984" y="351"/>
              <a:ext cx="367" cy="366"/>
            </a:xfrm>
            <a:custGeom>
              <a:avLst/>
              <a:gdLst/>
              <a:ahLst/>
              <a:cxnLst>
                <a:cxn ang="0">
                  <a:pos x="226" y="4"/>
                </a:cxn>
                <a:cxn ang="0">
                  <a:pos x="190" y="0"/>
                </a:cxn>
                <a:cxn ang="0">
                  <a:pos x="154" y="2"/>
                </a:cxn>
                <a:cxn ang="0">
                  <a:pos x="120" y="12"/>
                </a:cxn>
                <a:cxn ang="0">
                  <a:pos x="88" y="26"/>
                </a:cxn>
                <a:cxn ang="0">
                  <a:pos x="60" y="48"/>
                </a:cxn>
                <a:cxn ang="0">
                  <a:pos x="36" y="74"/>
                </a:cxn>
                <a:cxn ang="0">
                  <a:pos x="18" y="106"/>
                </a:cxn>
                <a:cxn ang="0">
                  <a:pos x="4" y="140"/>
                </a:cxn>
                <a:cxn ang="0">
                  <a:pos x="2" y="158"/>
                </a:cxn>
                <a:cxn ang="0">
                  <a:pos x="0" y="196"/>
                </a:cxn>
                <a:cxn ang="0">
                  <a:pos x="6" y="230"/>
                </a:cxn>
                <a:cxn ang="0">
                  <a:pos x="18" y="264"/>
                </a:cxn>
                <a:cxn ang="0">
                  <a:pos x="36" y="294"/>
                </a:cxn>
                <a:cxn ang="0">
                  <a:pos x="60" y="320"/>
                </a:cxn>
                <a:cxn ang="0">
                  <a:pos x="90" y="340"/>
                </a:cxn>
                <a:cxn ang="0">
                  <a:pos x="122" y="356"/>
                </a:cxn>
                <a:cxn ang="0">
                  <a:pos x="140" y="362"/>
                </a:cxn>
                <a:cxn ang="0">
                  <a:pos x="178" y="366"/>
                </a:cxn>
                <a:cxn ang="0">
                  <a:pos x="214" y="364"/>
                </a:cxn>
                <a:cxn ang="0">
                  <a:pos x="248" y="354"/>
                </a:cxn>
                <a:cxn ang="0">
                  <a:pos x="280" y="340"/>
                </a:cxn>
                <a:cxn ang="0">
                  <a:pos x="308" y="318"/>
                </a:cxn>
                <a:cxn ang="0">
                  <a:pos x="332" y="292"/>
                </a:cxn>
                <a:cxn ang="0">
                  <a:pos x="350" y="262"/>
                </a:cxn>
                <a:cxn ang="0">
                  <a:pos x="362" y="226"/>
                </a:cxn>
                <a:cxn ang="0">
                  <a:pos x="366" y="208"/>
                </a:cxn>
                <a:cxn ang="0">
                  <a:pos x="366" y="172"/>
                </a:cxn>
                <a:cxn ang="0">
                  <a:pos x="360" y="136"/>
                </a:cxn>
                <a:cxn ang="0">
                  <a:pos x="348" y="102"/>
                </a:cxn>
                <a:cxn ang="0">
                  <a:pos x="330" y="72"/>
                </a:cxn>
                <a:cxn ang="0">
                  <a:pos x="306" y="46"/>
                </a:cxn>
                <a:cxn ang="0">
                  <a:pos x="278" y="26"/>
                </a:cxn>
                <a:cxn ang="0">
                  <a:pos x="244" y="10"/>
                </a:cxn>
                <a:cxn ang="0">
                  <a:pos x="226" y="4"/>
                </a:cxn>
              </a:cxnLst>
              <a:rect l="0" t="0" r="0" b="0"/>
              <a:pathLst>
                <a:path w="367" h="366">
                  <a:moveTo>
                    <a:pt x="226" y="4"/>
                  </a:moveTo>
                  <a:lnTo>
                    <a:pt x="226" y="4"/>
                  </a:lnTo>
                  <a:lnTo>
                    <a:pt x="208" y="2"/>
                  </a:lnTo>
                  <a:lnTo>
                    <a:pt x="190" y="0"/>
                  </a:lnTo>
                  <a:lnTo>
                    <a:pt x="172" y="0"/>
                  </a:lnTo>
                  <a:lnTo>
                    <a:pt x="154" y="2"/>
                  </a:lnTo>
                  <a:lnTo>
                    <a:pt x="136" y="6"/>
                  </a:lnTo>
                  <a:lnTo>
                    <a:pt x="120" y="12"/>
                  </a:lnTo>
                  <a:lnTo>
                    <a:pt x="102" y="18"/>
                  </a:lnTo>
                  <a:lnTo>
                    <a:pt x="88" y="26"/>
                  </a:lnTo>
                  <a:lnTo>
                    <a:pt x="72" y="36"/>
                  </a:lnTo>
                  <a:lnTo>
                    <a:pt x="60" y="48"/>
                  </a:lnTo>
                  <a:lnTo>
                    <a:pt x="46" y="60"/>
                  </a:lnTo>
                  <a:lnTo>
                    <a:pt x="36" y="74"/>
                  </a:lnTo>
                  <a:lnTo>
                    <a:pt x="26" y="90"/>
                  </a:lnTo>
                  <a:lnTo>
                    <a:pt x="18" y="106"/>
                  </a:lnTo>
                  <a:lnTo>
                    <a:pt x="10" y="122"/>
                  </a:lnTo>
                  <a:lnTo>
                    <a:pt x="4" y="140"/>
                  </a:lnTo>
                  <a:lnTo>
                    <a:pt x="2" y="158"/>
                  </a:lnTo>
                  <a:lnTo>
                    <a:pt x="0" y="178"/>
                  </a:lnTo>
                  <a:lnTo>
                    <a:pt x="0" y="196"/>
                  </a:lnTo>
                  <a:lnTo>
                    <a:pt x="2" y="214"/>
                  </a:lnTo>
                  <a:lnTo>
                    <a:pt x="6" y="230"/>
                  </a:lnTo>
                  <a:lnTo>
                    <a:pt x="12" y="248"/>
                  </a:lnTo>
                  <a:lnTo>
                    <a:pt x="18" y="264"/>
                  </a:lnTo>
                  <a:lnTo>
                    <a:pt x="28" y="280"/>
                  </a:lnTo>
                  <a:lnTo>
                    <a:pt x="36" y="294"/>
                  </a:lnTo>
                  <a:lnTo>
                    <a:pt x="48" y="308"/>
                  </a:lnTo>
                  <a:lnTo>
                    <a:pt x="60" y="320"/>
                  </a:lnTo>
                  <a:lnTo>
                    <a:pt x="74" y="330"/>
                  </a:lnTo>
                  <a:lnTo>
                    <a:pt x="90" y="340"/>
                  </a:lnTo>
                  <a:lnTo>
                    <a:pt x="106" y="350"/>
                  </a:lnTo>
                  <a:lnTo>
                    <a:pt x="122" y="356"/>
                  </a:lnTo>
                  <a:lnTo>
                    <a:pt x="140" y="362"/>
                  </a:lnTo>
                  <a:lnTo>
                    <a:pt x="160" y="366"/>
                  </a:lnTo>
                  <a:lnTo>
                    <a:pt x="178" y="366"/>
                  </a:lnTo>
                  <a:lnTo>
                    <a:pt x="196" y="366"/>
                  </a:lnTo>
                  <a:lnTo>
                    <a:pt x="214" y="364"/>
                  </a:lnTo>
                  <a:lnTo>
                    <a:pt x="230" y="360"/>
                  </a:lnTo>
                  <a:lnTo>
                    <a:pt x="248" y="354"/>
                  </a:lnTo>
                  <a:lnTo>
                    <a:pt x="264" y="348"/>
                  </a:lnTo>
                  <a:lnTo>
                    <a:pt x="280" y="340"/>
                  </a:lnTo>
                  <a:lnTo>
                    <a:pt x="294" y="330"/>
                  </a:lnTo>
                  <a:lnTo>
                    <a:pt x="308" y="318"/>
                  </a:lnTo>
                  <a:lnTo>
                    <a:pt x="320" y="306"/>
                  </a:lnTo>
                  <a:lnTo>
                    <a:pt x="332" y="292"/>
                  </a:lnTo>
                  <a:lnTo>
                    <a:pt x="342" y="278"/>
                  </a:lnTo>
                  <a:lnTo>
                    <a:pt x="350" y="262"/>
                  </a:lnTo>
                  <a:lnTo>
                    <a:pt x="356" y="244"/>
                  </a:lnTo>
                  <a:lnTo>
                    <a:pt x="362" y="226"/>
                  </a:lnTo>
                  <a:lnTo>
                    <a:pt x="366" y="208"/>
                  </a:lnTo>
                  <a:lnTo>
                    <a:pt x="367" y="190"/>
                  </a:lnTo>
                  <a:lnTo>
                    <a:pt x="366" y="172"/>
                  </a:lnTo>
                  <a:lnTo>
                    <a:pt x="364" y="154"/>
                  </a:lnTo>
                  <a:lnTo>
                    <a:pt x="360" y="136"/>
                  </a:lnTo>
                  <a:lnTo>
                    <a:pt x="356" y="120"/>
                  </a:lnTo>
                  <a:lnTo>
                    <a:pt x="348" y="102"/>
                  </a:lnTo>
                  <a:lnTo>
                    <a:pt x="340" y="88"/>
                  </a:lnTo>
                  <a:lnTo>
                    <a:pt x="330" y="72"/>
                  </a:lnTo>
                  <a:lnTo>
                    <a:pt x="318" y="60"/>
                  </a:lnTo>
                  <a:lnTo>
                    <a:pt x="306" y="46"/>
                  </a:lnTo>
                  <a:lnTo>
                    <a:pt x="292" y="36"/>
                  </a:lnTo>
                  <a:lnTo>
                    <a:pt x="278" y="26"/>
                  </a:lnTo>
                  <a:lnTo>
                    <a:pt x="262" y="18"/>
                  </a:lnTo>
                  <a:lnTo>
                    <a:pt x="244" y="10"/>
                  </a:lnTo>
                  <a:lnTo>
                    <a:pt x="226" y="4"/>
                  </a:lnTo>
                  <a:close/>
                </a:path>
              </a:pathLst>
            </a:custGeom>
            <a:solidFill>
              <a:srgbClr val="C5D92D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5" name="Freeform 195"/>
            <p:cNvSpPr/>
            <p:nvPr/>
          </p:nvSpPr>
          <p:spPr>
            <a:xfrm>
              <a:off x="992" y="357"/>
              <a:ext cx="352" cy="350"/>
            </a:xfrm>
            <a:custGeom>
              <a:avLst/>
              <a:gdLst/>
              <a:ahLst/>
              <a:cxnLst>
                <a:cxn ang="0">
                  <a:pos x="218" y="4"/>
                </a:cxn>
                <a:cxn ang="0">
                  <a:pos x="182" y="0"/>
                </a:cxn>
                <a:cxn ang="0">
                  <a:pos x="148" y="2"/>
                </a:cxn>
                <a:cxn ang="0">
                  <a:pos x="114" y="10"/>
                </a:cxn>
                <a:cxn ang="0">
                  <a:pos x="84" y="26"/>
                </a:cxn>
                <a:cxn ang="0">
                  <a:pos x="56" y="46"/>
                </a:cxn>
                <a:cxn ang="0">
                  <a:pos x="34" y="70"/>
                </a:cxn>
                <a:cxn ang="0">
                  <a:pos x="16" y="100"/>
                </a:cxn>
                <a:cxn ang="0">
                  <a:pos x="4" y="134"/>
                </a:cxn>
                <a:cxn ang="0">
                  <a:pos x="2" y="152"/>
                </a:cxn>
                <a:cxn ang="0">
                  <a:pos x="0" y="186"/>
                </a:cxn>
                <a:cxn ang="0">
                  <a:pos x="6" y="220"/>
                </a:cxn>
                <a:cxn ang="0">
                  <a:pos x="18" y="252"/>
                </a:cxn>
                <a:cxn ang="0">
                  <a:pos x="36" y="280"/>
                </a:cxn>
                <a:cxn ang="0">
                  <a:pos x="58" y="306"/>
                </a:cxn>
                <a:cxn ang="0">
                  <a:pos x="86" y="326"/>
                </a:cxn>
                <a:cxn ang="0">
                  <a:pos x="118" y="340"/>
                </a:cxn>
                <a:cxn ang="0">
                  <a:pos x="136" y="346"/>
                </a:cxn>
                <a:cxn ang="0">
                  <a:pos x="170" y="350"/>
                </a:cxn>
                <a:cxn ang="0">
                  <a:pos x="204" y="348"/>
                </a:cxn>
                <a:cxn ang="0">
                  <a:pos x="238" y="340"/>
                </a:cxn>
                <a:cxn ang="0">
                  <a:pos x="268" y="324"/>
                </a:cxn>
                <a:cxn ang="0">
                  <a:pos x="296" y="304"/>
                </a:cxn>
                <a:cxn ang="0">
                  <a:pos x="318" y="280"/>
                </a:cxn>
                <a:cxn ang="0">
                  <a:pos x="336" y="250"/>
                </a:cxn>
                <a:cxn ang="0">
                  <a:pos x="348" y="216"/>
                </a:cxn>
                <a:cxn ang="0">
                  <a:pos x="350" y="198"/>
                </a:cxn>
                <a:cxn ang="0">
                  <a:pos x="352" y="164"/>
                </a:cxn>
                <a:cxn ang="0">
                  <a:pos x="346" y="130"/>
                </a:cxn>
                <a:cxn ang="0">
                  <a:pos x="334" y="98"/>
                </a:cxn>
                <a:cxn ang="0">
                  <a:pos x="316" y="70"/>
                </a:cxn>
                <a:cxn ang="0">
                  <a:pos x="294" y="44"/>
                </a:cxn>
                <a:cxn ang="0">
                  <a:pos x="266" y="24"/>
                </a:cxn>
                <a:cxn ang="0">
                  <a:pos x="234" y="8"/>
                </a:cxn>
                <a:cxn ang="0">
                  <a:pos x="218" y="4"/>
                </a:cxn>
              </a:cxnLst>
              <a:rect l="0" t="0" r="0" b="0"/>
              <a:pathLst>
                <a:path w="352" h="350">
                  <a:moveTo>
                    <a:pt x="218" y="4"/>
                  </a:moveTo>
                  <a:lnTo>
                    <a:pt x="218" y="4"/>
                  </a:lnTo>
                  <a:lnTo>
                    <a:pt x="200" y="0"/>
                  </a:lnTo>
                  <a:lnTo>
                    <a:pt x="182" y="0"/>
                  </a:lnTo>
                  <a:lnTo>
                    <a:pt x="164" y="0"/>
                  </a:lnTo>
                  <a:lnTo>
                    <a:pt x="148" y="2"/>
                  </a:lnTo>
                  <a:lnTo>
                    <a:pt x="130" y="6"/>
                  </a:lnTo>
                  <a:lnTo>
                    <a:pt x="114" y="10"/>
                  </a:lnTo>
                  <a:lnTo>
                    <a:pt x="98" y="16"/>
                  </a:lnTo>
                  <a:lnTo>
                    <a:pt x="84" y="26"/>
                  </a:lnTo>
                  <a:lnTo>
                    <a:pt x="70" y="34"/>
                  </a:lnTo>
                  <a:lnTo>
                    <a:pt x="56" y="46"/>
                  </a:lnTo>
                  <a:lnTo>
                    <a:pt x="44" y="58"/>
                  </a:lnTo>
                  <a:lnTo>
                    <a:pt x="34" y="70"/>
                  </a:lnTo>
                  <a:lnTo>
                    <a:pt x="24" y="84"/>
                  </a:lnTo>
                  <a:lnTo>
                    <a:pt x="16" y="100"/>
                  </a:lnTo>
                  <a:lnTo>
                    <a:pt x="10" y="116"/>
                  </a:lnTo>
                  <a:lnTo>
                    <a:pt x="4" y="134"/>
                  </a:lnTo>
                  <a:lnTo>
                    <a:pt x="2" y="152"/>
                  </a:lnTo>
                  <a:lnTo>
                    <a:pt x="0" y="170"/>
                  </a:lnTo>
                  <a:lnTo>
                    <a:pt x="0" y="186"/>
                  </a:lnTo>
                  <a:lnTo>
                    <a:pt x="2" y="204"/>
                  </a:lnTo>
                  <a:lnTo>
                    <a:pt x="6" y="220"/>
                  </a:lnTo>
                  <a:lnTo>
                    <a:pt x="12" y="236"/>
                  </a:lnTo>
                  <a:lnTo>
                    <a:pt x="18" y="252"/>
                  </a:lnTo>
                  <a:lnTo>
                    <a:pt x="26" y="266"/>
                  </a:lnTo>
                  <a:lnTo>
                    <a:pt x="36" y="280"/>
                  </a:lnTo>
                  <a:lnTo>
                    <a:pt x="46" y="294"/>
                  </a:lnTo>
                  <a:lnTo>
                    <a:pt x="58" y="306"/>
                  </a:lnTo>
                  <a:lnTo>
                    <a:pt x="72" y="316"/>
                  </a:lnTo>
                  <a:lnTo>
                    <a:pt x="86" y="326"/>
                  </a:lnTo>
                  <a:lnTo>
                    <a:pt x="102" y="334"/>
                  </a:lnTo>
                  <a:lnTo>
                    <a:pt x="118" y="340"/>
                  </a:lnTo>
                  <a:lnTo>
                    <a:pt x="136" y="346"/>
                  </a:lnTo>
                  <a:lnTo>
                    <a:pt x="152" y="350"/>
                  </a:lnTo>
                  <a:lnTo>
                    <a:pt x="170" y="350"/>
                  </a:lnTo>
                  <a:lnTo>
                    <a:pt x="188" y="350"/>
                  </a:lnTo>
                  <a:lnTo>
                    <a:pt x="204" y="348"/>
                  </a:lnTo>
                  <a:lnTo>
                    <a:pt x="222" y="344"/>
                  </a:lnTo>
                  <a:lnTo>
                    <a:pt x="238" y="340"/>
                  </a:lnTo>
                  <a:lnTo>
                    <a:pt x="254" y="332"/>
                  </a:lnTo>
                  <a:lnTo>
                    <a:pt x="268" y="324"/>
                  </a:lnTo>
                  <a:lnTo>
                    <a:pt x="282" y="316"/>
                  </a:lnTo>
                  <a:lnTo>
                    <a:pt x="296" y="304"/>
                  </a:lnTo>
                  <a:lnTo>
                    <a:pt x="308" y="292"/>
                  </a:lnTo>
                  <a:lnTo>
                    <a:pt x="318" y="280"/>
                  </a:lnTo>
                  <a:lnTo>
                    <a:pt x="328" y="264"/>
                  </a:lnTo>
                  <a:lnTo>
                    <a:pt x="336" y="250"/>
                  </a:lnTo>
                  <a:lnTo>
                    <a:pt x="342" y="234"/>
                  </a:lnTo>
                  <a:lnTo>
                    <a:pt x="348" y="216"/>
                  </a:lnTo>
                  <a:lnTo>
                    <a:pt x="350" y="198"/>
                  </a:lnTo>
                  <a:lnTo>
                    <a:pt x="352" y="180"/>
                  </a:lnTo>
                  <a:lnTo>
                    <a:pt x="352" y="164"/>
                  </a:lnTo>
                  <a:lnTo>
                    <a:pt x="350" y="146"/>
                  </a:lnTo>
                  <a:lnTo>
                    <a:pt x="346" y="130"/>
                  </a:lnTo>
                  <a:lnTo>
                    <a:pt x="340" y="114"/>
                  </a:lnTo>
                  <a:lnTo>
                    <a:pt x="334" y="98"/>
                  </a:lnTo>
                  <a:lnTo>
                    <a:pt x="326" y="84"/>
                  </a:lnTo>
                  <a:lnTo>
                    <a:pt x="316" y="70"/>
                  </a:lnTo>
                  <a:lnTo>
                    <a:pt x="306" y="56"/>
                  </a:lnTo>
                  <a:lnTo>
                    <a:pt x="294" y="44"/>
                  </a:lnTo>
                  <a:lnTo>
                    <a:pt x="280" y="34"/>
                  </a:lnTo>
                  <a:lnTo>
                    <a:pt x="266" y="24"/>
                  </a:lnTo>
                  <a:lnTo>
                    <a:pt x="250" y="16"/>
                  </a:lnTo>
                  <a:lnTo>
                    <a:pt x="234" y="8"/>
                  </a:lnTo>
                  <a:lnTo>
                    <a:pt x="218" y="4"/>
                  </a:lnTo>
                  <a:close/>
                </a:path>
              </a:pathLst>
            </a:custGeom>
            <a:solidFill>
              <a:srgbClr val="C7DA2C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6" name="Freeform 196"/>
            <p:cNvSpPr/>
            <p:nvPr/>
          </p:nvSpPr>
          <p:spPr>
            <a:xfrm>
              <a:off x="1000" y="361"/>
              <a:ext cx="338" cy="336"/>
            </a:xfrm>
            <a:custGeom>
              <a:avLst/>
              <a:gdLst/>
              <a:ahLst/>
              <a:cxnLst>
                <a:cxn ang="0">
                  <a:pos x="208" y="4"/>
                </a:cxn>
                <a:cxn ang="0">
                  <a:pos x="174" y="0"/>
                </a:cxn>
                <a:cxn ang="0">
                  <a:pos x="142" y="2"/>
                </a:cxn>
                <a:cxn ang="0">
                  <a:pos x="110" y="10"/>
                </a:cxn>
                <a:cxn ang="0">
                  <a:pos x="80" y="26"/>
                </a:cxn>
                <a:cxn ang="0">
                  <a:pos x="54" y="44"/>
                </a:cxn>
                <a:cxn ang="0">
                  <a:pos x="32" y="68"/>
                </a:cxn>
                <a:cxn ang="0">
                  <a:pos x="16" y="98"/>
                </a:cxn>
                <a:cxn ang="0">
                  <a:pos x="4" y="130"/>
                </a:cxn>
                <a:cxn ang="0">
                  <a:pos x="2" y="146"/>
                </a:cxn>
                <a:cxn ang="0">
                  <a:pos x="0" y="180"/>
                </a:cxn>
                <a:cxn ang="0">
                  <a:pos x="6" y="212"/>
                </a:cxn>
                <a:cxn ang="0">
                  <a:pos x="18" y="242"/>
                </a:cxn>
                <a:cxn ang="0">
                  <a:pos x="34" y="270"/>
                </a:cxn>
                <a:cxn ang="0">
                  <a:pos x="56" y="294"/>
                </a:cxn>
                <a:cxn ang="0">
                  <a:pos x="82" y="312"/>
                </a:cxn>
                <a:cxn ang="0">
                  <a:pos x="112" y="328"/>
                </a:cxn>
                <a:cxn ang="0">
                  <a:pos x="130" y="332"/>
                </a:cxn>
                <a:cxn ang="0">
                  <a:pos x="164" y="336"/>
                </a:cxn>
                <a:cxn ang="0">
                  <a:pos x="196" y="334"/>
                </a:cxn>
                <a:cxn ang="0">
                  <a:pos x="228" y="326"/>
                </a:cxn>
                <a:cxn ang="0">
                  <a:pos x="256" y="312"/>
                </a:cxn>
                <a:cxn ang="0">
                  <a:pos x="282" y="292"/>
                </a:cxn>
                <a:cxn ang="0">
                  <a:pos x="304" y="268"/>
                </a:cxn>
                <a:cxn ang="0">
                  <a:pos x="322" y="240"/>
                </a:cxn>
                <a:cxn ang="0">
                  <a:pos x="332" y="208"/>
                </a:cxn>
                <a:cxn ang="0">
                  <a:pos x="336" y="190"/>
                </a:cxn>
                <a:cxn ang="0">
                  <a:pos x="336" y="158"/>
                </a:cxn>
                <a:cxn ang="0">
                  <a:pos x="332" y="126"/>
                </a:cxn>
                <a:cxn ang="0">
                  <a:pos x="320" y="94"/>
                </a:cxn>
                <a:cxn ang="0">
                  <a:pos x="304" y="68"/>
                </a:cxn>
                <a:cxn ang="0">
                  <a:pos x="282" y="44"/>
                </a:cxn>
                <a:cxn ang="0">
                  <a:pos x="254" y="24"/>
                </a:cxn>
                <a:cxn ang="0">
                  <a:pos x="224" y="10"/>
                </a:cxn>
                <a:cxn ang="0">
                  <a:pos x="208" y="4"/>
                </a:cxn>
              </a:cxnLst>
              <a:rect l="0" t="0" r="0" b="0"/>
              <a:pathLst>
                <a:path w="338" h="336">
                  <a:moveTo>
                    <a:pt x="208" y="4"/>
                  </a:moveTo>
                  <a:lnTo>
                    <a:pt x="208" y="4"/>
                  </a:lnTo>
                  <a:lnTo>
                    <a:pt x="190" y="2"/>
                  </a:lnTo>
                  <a:lnTo>
                    <a:pt x="174" y="0"/>
                  </a:lnTo>
                  <a:lnTo>
                    <a:pt x="158" y="0"/>
                  </a:lnTo>
                  <a:lnTo>
                    <a:pt x="142" y="2"/>
                  </a:lnTo>
                  <a:lnTo>
                    <a:pt x="126" y="6"/>
                  </a:lnTo>
                  <a:lnTo>
                    <a:pt x="110" y="10"/>
                  </a:lnTo>
                  <a:lnTo>
                    <a:pt x="94" y="18"/>
                  </a:lnTo>
                  <a:lnTo>
                    <a:pt x="80" y="26"/>
                  </a:lnTo>
                  <a:lnTo>
                    <a:pt x="68" y="34"/>
                  </a:lnTo>
                  <a:lnTo>
                    <a:pt x="54" y="44"/>
                  </a:lnTo>
                  <a:lnTo>
                    <a:pt x="44" y="56"/>
                  </a:lnTo>
                  <a:lnTo>
                    <a:pt x="32" y="68"/>
                  </a:lnTo>
                  <a:lnTo>
                    <a:pt x="24" y="82"/>
                  </a:lnTo>
                  <a:lnTo>
                    <a:pt x="16" y="98"/>
                  </a:lnTo>
                  <a:lnTo>
                    <a:pt x="10" y="112"/>
                  </a:lnTo>
                  <a:lnTo>
                    <a:pt x="4" y="130"/>
                  </a:lnTo>
                  <a:lnTo>
                    <a:pt x="2" y="146"/>
                  </a:lnTo>
                  <a:lnTo>
                    <a:pt x="0" y="162"/>
                  </a:lnTo>
                  <a:lnTo>
                    <a:pt x="0" y="180"/>
                  </a:lnTo>
                  <a:lnTo>
                    <a:pt x="2" y="196"/>
                  </a:lnTo>
                  <a:lnTo>
                    <a:pt x="6" y="212"/>
                  </a:lnTo>
                  <a:lnTo>
                    <a:pt x="10" y="228"/>
                  </a:lnTo>
                  <a:lnTo>
                    <a:pt x="18" y="242"/>
                  </a:lnTo>
                  <a:lnTo>
                    <a:pt x="26" y="256"/>
                  </a:lnTo>
                  <a:lnTo>
                    <a:pt x="34" y="270"/>
                  </a:lnTo>
                  <a:lnTo>
                    <a:pt x="44" y="282"/>
                  </a:lnTo>
                  <a:lnTo>
                    <a:pt x="56" y="294"/>
                  </a:lnTo>
                  <a:lnTo>
                    <a:pt x="68" y="304"/>
                  </a:lnTo>
                  <a:lnTo>
                    <a:pt x="82" y="312"/>
                  </a:lnTo>
                  <a:lnTo>
                    <a:pt x="98" y="320"/>
                  </a:lnTo>
                  <a:lnTo>
                    <a:pt x="112" y="328"/>
                  </a:lnTo>
                  <a:lnTo>
                    <a:pt x="130" y="332"/>
                  </a:lnTo>
                  <a:lnTo>
                    <a:pt x="146" y="336"/>
                  </a:lnTo>
                  <a:lnTo>
                    <a:pt x="164" y="336"/>
                  </a:lnTo>
                  <a:lnTo>
                    <a:pt x="180" y="336"/>
                  </a:lnTo>
                  <a:lnTo>
                    <a:pt x="196" y="334"/>
                  </a:lnTo>
                  <a:lnTo>
                    <a:pt x="212" y="330"/>
                  </a:lnTo>
                  <a:lnTo>
                    <a:pt x="228" y="326"/>
                  </a:lnTo>
                  <a:lnTo>
                    <a:pt x="242" y="320"/>
                  </a:lnTo>
                  <a:lnTo>
                    <a:pt x="256" y="312"/>
                  </a:lnTo>
                  <a:lnTo>
                    <a:pt x="270" y="302"/>
                  </a:lnTo>
                  <a:lnTo>
                    <a:pt x="282" y="292"/>
                  </a:lnTo>
                  <a:lnTo>
                    <a:pt x="294" y="280"/>
                  </a:lnTo>
                  <a:lnTo>
                    <a:pt x="304" y="268"/>
                  </a:lnTo>
                  <a:lnTo>
                    <a:pt x="314" y="254"/>
                  </a:lnTo>
                  <a:lnTo>
                    <a:pt x="322" y="240"/>
                  </a:lnTo>
                  <a:lnTo>
                    <a:pt x="328" y="224"/>
                  </a:lnTo>
                  <a:lnTo>
                    <a:pt x="332" y="208"/>
                  </a:lnTo>
                  <a:lnTo>
                    <a:pt x="336" y="190"/>
                  </a:lnTo>
                  <a:lnTo>
                    <a:pt x="338" y="174"/>
                  </a:lnTo>
                  <a:lnTo>
                    <a:pt x="336" y="158"/>
                  </a:lnTo>
                  <a:lnTo>
                    <a:pt x="334" y="142"/>
                  </a:lnTo>
                  <a:lnTo>
                    <a:pt x="332" y="126"/>
                  </a:lnTo>
                  <a:lnTo>
                    <a:pt x="326" y="110"/>
                  </a:lnTo>
                  <a:lnTo>
                    <a:pt x="320" y="94"/>
                  </a:lnTo>
                  <a:lnTo>
                    <a:pt x="312" y="80"/>
                  </a:lnTo>
                  <a:lnTo>
                    <a:pt x="304" y="68"/>
                  </a:lnTo>
                  <a:lnTo>
                    <a:pt x="292" y="54"/>
                  </a:lnTo>
                  <a:lnTo>
                    <a:pt x="282" y="44"/>
                  </a:lnTo>
                  <a:lnTo>
                    <a:pt x="268" y="32"/>
                  </a:lnTo>
                  <a:lnTo>
                    <a:pt x="254" y="24"/>
                  </a:lnTo>
                  <a:lnTo>
                    <a:pt x="240" y="16"/>
                  </a:lnTo>
                  <a:lnTo>
                    <a:pt x="224" y="10"/>
                  </a:lnTo>
                  <a:lnTo>
                    <a:pt x="208" y="4"/>
                  </a:lnTo>
                  <a:close/>
                </a:path>
              </a:pathLst>
            </a:custGeom>
            <a:solidFill>
              <a:srgbClr val="C9DA2B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7" name="Freeform 197"/>
            <p:cNvSpPr/>
            <p:nvPr/>
          </p:nvSpPr>
          <p:spPr>
            <a:xfrm>
              <a:off x="1008" y="367"/>
              <a:ext cx="322" cy="320"/>
            </a:xfrm>
            <a:custGeom>
              <a:avLst/>
              <a:gdLst/>
              <a:ahLst/>
              <a:cxnLst>
                <a:cxn ang="0">
                  <a:pos x="198" y="4"/>
                </a:cxn>
                <a:cxn ang="0">
                  <a:pos x="166" y="0"/>
                </a:cxn>
                <a:cxn ang="0">
                  <a:pos x="134" y="2"/>
                </a:cxn>
                <a:cxn ang="0">
                  <a:pos x="104" y="10"/>
                </a:cxn>
                <a:cxn ang="0">
                  <a:pos x="78" y="24"/>
                </a:cxn>
                <a:cxn ang="0">
                  <a:pos x="52" y="42"/>
                </a:cxn>
                <a:cxn ang="0">
                  <a:pos x="32" y="64"/>
                </a:cxn>
                <a:cxn ang="0">
                  <a:pos x="16" y="92"/>
                </a:cxn>
                <a:cxn ang="0">
                  <a:pos x="4" y="122"/>
                </a:cxn>
                <a:cxn ang="0">
                  <a:pos x="2" y="138"/>
                </a:cxn>
                <a:cxn ang="0">
                  <a:pos x="0" y="170"/>
                </a:cxn>
                <a:cxn ang="0">
                  <a:pos x="6" y="202"/>
                </a:cxn>
                <a:cxn ang="0">
                  <a:pos x="16" y="230"/>
                </a:cxn>
                <a:cxn ang="0">
                  <a:pos x="32" y="256"/>
                </a:cxn>
                <a:cxn ang="0">
                  <a:pos x="54" y="280"/>
                </a:cxn>
                <a:cxn ang="0">
                  <a:pos x="78" y="298"/>
                </a:cxn>
                <a:cxn ang="0">
                  <a:pos x="108" y="312"/>
                </a:cxn>
                <a:cxn ang="0">
                  <a:pos x="124" y="316"/>
                </a:cxn>
                <a:cxn ang="0">
                  <a:pos x="156" y="320"/>
                </a:cxn>
                <a:cxn ang="0">
                  <a:pos x="188" y="318"/>
                </a:cxn>
                <a:cxn ang="0">
                  <a:pos x="218" y="310"/>
                </a:cxn>
                <a:cxn ang="0">
                  <a:pos x="246" y="296"/>
                </a:cxn>
                <a:cxn ang="0">
                  <a:pos x="270" y="278"/>
                </a:cxn>
                <a:cxn ang="0">
                  <a:pos x="290" y="256"/>
                </a:cxn>
                <a:cxn ang="0">
                  <a:pos x="308" y="228"/>
                </a:cxn>
                <a:cxn ang="0">
                  <a:pos x="318" y="198"/>
                </a:cxn>
                <a:cxn ang="0">
                  <a:pos x="320" y="182"/>
                </a:cxn>
                <a:cxn ang="0">
                  <a:pos x="322" y="150"/>
                </a:cxn>
                <a:cxn ang="0">
                  <a:pos x="316" y="118"/>
                </a:cxn>
                <a:cxn ang="0">
                  <a:pos x="306" y="90"/>
                </a:cxn>
                <a:cxn ang="0">
                  <a:pos x="290" y="64"/>
                </a:cxn>
                <a:cxn ang="0">
                  <a:pos x="268" y="40"/>
                </a:cxn>
                <a:cxn ang="0">
                  <a:pos x="244" y="22"/>
                </a:cxn>
                <a:cxn ang="0">
                  <a:pos x="214" y="8"/>
                </a:cxn>
                <a:cxn ang="0">
                  <a:pos x="198" y="4"/>
                </a:cxn>
              </a:cxnLst>
              <a:rect l="0" t="0" r="0" b="0"/>
              <a:pathLst>
                <a:path w="322" h="320">
                  <a:moveTo>
                    <a:pt x="198" y="4"/>
                  </a:moveTo>
                  <a:lnTo>
                    <a:pt x="198" y="4"/>
                  </a:lnTo>
                  <a:lnTo>
                    <a:pt x="182" y="0"/>
                  </a:lnTo>
                  <a:lnTo>
                    <a:pt x="166" y="0"/>
                  </a:lnTo>
                  <a:lnTo>
                    <a:pt x="150" y="0"/>
                  </a:lnTo>
                  <a:lnTo>
                    <a:pt x="134" y="2"/>
                  </a:lnTo>
                  <a:lnTo>
                    <a:pt x="120" y="4"/>
                  </a:lnTo>
                  <a:lnTo>
                    <a:pt x="104" y="10"/>
                  </a:lnTo>
                  <a:lnTo>
                    <a:pt x="90" y="16"/>
                  </a:lnTo>
                  <a:lnTo>
                    <a:pt x="78" y="24"/>
                  </a:lnTo>
                  <a:lnTo>
                    <a:pt x="64" y="32"/>
                  </a:lnTo>
                  <a:lnTo>
                    <a:pt x="52" y="42"/>
                  </a:lnTo>
                  <a:lnTo>
                    <a:pt x="42" y="52"/>
                  </a:lnTo>
                  <a:lnTo>
                    <a:pt x="32" y="64"/>
                  </a:lnTo>
                  <a:lnTo>
                    <a:pt x="22" y="78"/>
                  </a:lnTo>
                  <a:lnTo>
                    <a:pt x="16" y="92"/>
                  </a:lnTo>
                  <a:lnTo>
                    <a:pt x="10" y="106"/>
                  </a:lnTo>
                  <a:lnTo>
                    <a:pt x="4" y="122"/>
                  </a:lnTo>
                  <a:lnTo>
                    <a:pt x="2" y="138"/>
                  </a:lnTo>
                  <a:lnTo>
                    <a:pt x="0" y="154"/>
                  </a:lnTo>
                  <a:lnTo>
                    <a:pt x="0" y="170"/>
                  </a:lnTo>
                  <a:lnTo>
                    <a:pt x="2" y="186"/>
                  </a:lnTo>
                  <a:lnTo>
                    <a:pt x="6" y="202"/>
                  </a:lnTo>
                  <a:lnTo>
                    <a:pt x="10" y="216"/>
                  </a:lnTo>
                  <a:lnTo>
                    <a:pt x="16" y="230"/>
                  </a:lnTo>
                  <a:lnTo>
                    <a:pt x="24" y="244"/>
                  </a:lnTo>
                  <a:lnTo>
                    <a:pt x="32" y="256"/>
                  </a:lnTo>
                  <a:lnTo>
                    <a:pt x="42" y="268"/>
                  </a:lnTo>
                  <a:lnTo>
                    <a:pt x="54" y="280"/>
                  </a:lnTo>
                  <a:lnTo>
                    <a:pt x="66" y="290"/>
                  </a:lnTo>
                  <a:lnTo>
                    <a:pt x="78" y="298"/>
                  </a:lnTo>
                  <a:lnTo>
                    <a:pt x="94" y="306"/>
                  </a:lnTo>
                  <a:lnTo>
                    <a:pt x="108" y="312"/>
                  </a:lnTo>
                  <a:lnTo>
                    <a:pt x="124" y="316"/>
                  </a:lnTo>
                  <a:lnTo>
                    <a:pt x="140" y="320"/>
                  </a:lnTo>
                  <a:lnTo>
                    <a:pt x="156" y="320"/>
                  </a:lnTo>
                  <a:lnTo>
                    <a:pt x="172" y="320"/>
                  </a:lnTo>
                  <a:lnTo>
                    <a:pt x="188" y="318"/>
                  </a:lnTo>
                  <a:lnTo>
                    <a:pt x="202" y="316"/>
                  </a:lnTo>
                  <a:lnTo>
                    <a:pt x="218" y="310"/>
                  </a:lnTo>
                  <a:lnTo>
                    <a:pt x="232" y="304"/>
                  </a:lnTo>
                  <a:lnTo>
                    <a:pt x="246" y="296"/>
                  </a:lnTo>
                  <a:lnTo>
                    <a:pt x="258" y="288"/>
                  </a:lnTo>
                  <a:lnTo>
                    <a:pt x="270" y="278"/>
                  </a:lnTo>
                  <a:lnTo>
                    <a:pt x="280" y="268"/>
                  </a:lnTo>
                  <a:lnTo>
                    <a:pt x="290" y="256"/>
                  </a:lnTo>
                  <a:lnTo>
                    <a:pt x="300" y="242"/>
                  </a:lnTo>
                  <a:lnTo>
                    <a:pt x="308" y="228"/>
                  </a:lnTo>
                  <a:lnTo>
                    <a:pt x="314" y="214"/>
                  </a:lnTo>
                  <a:lnTo>
                    <a:pt x="318" y="198"/>
                  </a:lnTo>
                  <a:lnTo>
                    <a:pt x="320" y="182"/>
                  </a:lnTo>
                  <a:lnTo>
                    <a:pt x="322" y="166"/>
                  </a:lnTo>
                  <a:lnTo>
                    <a:pt x="322" y="150"/>
                  </a:lnTo>
                  <a:lnTo>
                    <a:pt x="320" y="134"/>
                  </a:lnTo>
                  <a:lnTo>
                    <a:pt x="316" y="118"/>
                  </a:lnTo>
                  <a:lnTo>
                    <a:pt x="312" y="104"/>
                  </a:lnTo>
                  <a:lnTo>
                    <a:pt x="306" y="90"/>
                  </a:lnTo>
                  <a:lnTo>
                    <a:pt x="298" y="76"/>
                  </a:lnTo>
                  <a:lnTo>
                    <a:pt x="290" y="64"/>
                  </a:lnTo>
                  <a:lnTo>
                    <a:pt x="280" y="52"/>
                  </a:lnTo>
                  <a:lnTo>
                    <a:pt x="268" y="40"/>
                  </a:lnTo>
                  <a:lnTo>
                    <a:pt x="256" y="30"/>
                  </a:lnTo>
                  <a:lnTo>
                    <a:pt x="244" y="22"/>
                  </a:lnTo>
                  <a:lnTo>
                    <a:pt x="230" y="14"/>
                  </a:lnTo>
                  <a:lnTo>
                    <a:pt x="214" y="8"/>
                  </a:lnTo>
                  <a:lnTo>
                    <a:pt x="198" y="4"/>
                  </a:lnTo>
                  <a:close/>
                </a:path>
              </a:pathLst>
            </a:custGeom>
            <a:solidFill>
              <a:srgbClr val="CADB2A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8" name="Freeform 198"/>
            <p:cNvSpPr/>
            <p:nvPr/>
          </p:nvSpPr>
          <p:spPr>
            <a:xfrm>
              <a:off x="916" y="309"/>
              <a:ext cx="124" cy="98"/>
            </a:xfrm>
            <a:custGeom>
              <a:avLst/>
              <a:gdLst/>
              <a:ahLst/>
              <a:cxnLst>
                <a:cxn ang="0">
                  <a:pos x="86" y="6"/>
                </a:cxn>
                <a:cxn ang="0">
                  <a:pos x="86" y="6"/>
                </a:cxn>
                <a:cxn ang="0">
                  <a:pos x="80" y="2"/>
                </a:cxn>
                <a:cxn ang="0">
                  <a:pos x="74" y="0"/>
                </a:cxn>
                <a:cxn ang="0">
                  <a:pos x="68" y="0"/>
                </a:cxn>
                <a:cxn ang="0">
                  <a:pos x="60" y="0"/>
                </a:cxn>
                <a:cxn ang="0">
                  <a:pos x="52" y="4"/>
                </a:cxn>
                <a:cxn ang="0">
                  <a:pos x="46" y="10"/>
                </a:cxn>
                <a:cxn ang="0">
                  <a:pos x="38" y="18"/>
                </a:cxn>
                <a:cxn ang="0">
                  <a:pos x="30" y="28"/>
                </a:cxn>
                <a:cxn ang="0">
                  <a:pos x="30" y="28"/>
                </a:cxn>
                <a:cxn ang="0">
                  <a:pos x="12" y="60"/>
                </a:cxn>
                <a:cxn ang="0">
                  <a:pos x="4" y="82"/>
                </a:cxn>
                <a:cxn ang="0">
                  <a:pos x="0" y="94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6" y="82"/>
                </a:cxn>
                <a:cxn ang="0">
                  <a:pos x="16" y="68"/>
                </a:cxn>
                <a:cxn ang="0">
                  <a:pos x="26" y="52"/>
                </a:cxn>
                <a:cxn ang="0">
                  <a:pos x="38" y="38"/>
                </a:cxn>
                <a:cxn ang="0">
                  <a:pos x="52" y="26"/>
                </a:cxn>
                <a:cxn ang="0">
                  <a:pos x="60" y="24"/>
                </a:cxn>
                <a:cxn ang="0">
                  <a:pos x="66" y="22"/>
                </a:cxn>
                <a:cxn ang="0">
                  <a:pos x="74" y="22"/>
                </a:cxn>
                <a:cxn ang="0">
                  <a:pos x="82" y="26"/>
                </a:cxn>
                <a:cxn ang="0">
                  <a:pos x="82" y="26"/>
                </a:cxn>
                <a:cxn ang="0">
                  <a:pos x="102" y="42"/>
                </a:cxn>
                <a:cxn ang="0">
                  <a:pos x="102" y="42"/>
                </a:cxn>
                <a:cxn ang="0">
                  <a:pos x="106" y="44"/>
                </a:cxn>
                <a:cxn ang="0">
                  <a:pos x="110" y="44"/>
                </a:cxn>
                <a:cxn ang="0">
                  <a:pos x="114" y="44"/>
                </a:cxn>
                <a:cxn ang="0">
                  <a:pos x="118" y="42"/>
                </a:cxn>
                <a:cxn ang="0">
                  <a:pos x="122" y="36"/>
                </a:cxn>
                <a:cxn ang="0">
                  <a:pos x="124" y="32"/>
                </a:cxn>
                <a:cxn ang="0">
                  <a:pos x="122" y="28"/>
                </a:cxn>
                <a:cxn ang="0">
                  <a:pos x="122" y="28"/>
                </a:cxn>
                <a:cxn ang="0">
                  <a:pos x="122" y="28"/>
                </a:cxn>
                <a:cxn ang="0">
                  <a:pos x="122" y="28"/>
                </a:cxn>
                <a:cxn ang="0">
                  <a:pos x="120" y="30"/>
                </a:cxn>
                <a:cxn ang="0">
                  <a:pos x="114" y="34"/>
                </a:cxn>
                <a:cxn ang="0">
                  <a:pos x="112" y="34"/>
                </a:cxn>
                <a:cxn ang="0">
                  <a:pos x="108" y="32"/>
                </a:cxn>
                <a:cxn ang="0">
                  <a:pos x="108" y="32"/>
                </a:cxn>
                <a:cxn ang="0">
                  <a:pos x="104" y="28"/>
                </a:cxn>
                <a:cxn ang="0">
                  <a:pos x="100" y="22"/>
                </a:cxn>
                <a:cxn ang="0">
                  <a:pos x="86" y="6"/>
                </a:cxn>
                <a:cxn ang="0">
                  <a:pos x="86" y="6"/>
                </a:cxn>
              </a:cxnLst>
              <a:rect l="0" t="0" r="0" b="0"/>
              <a:pathLst>
                <a:path w="124" h="98">
                  <a:moveTo>
                    <a:pt x="86" y="6"/>
                  </a:moveTo>
                  <a:lnTo>
                    <a:pt x="86" y="6"/>
                  </a:lnTo>
                  <a:lnTo>
                    <a:pt x="80" y="2"/>
                  </a:lnTo>
                  <a:lnTo>
                    <a:pt x="74" y="0"/>
                  </a:lnTo>
                  <a:lnTo>
                    <a:pt x="68" y="0"/>
                  </a:lnTo>
                  <a:lnTo>
                    <a:pt x="60" y="0"/>
                  </a:lnTo>
                  <a:lnTo>
                    <a:pt x="52" y="4"/>
                  </a:lnTo>
                  <a:lnTo>
                    <a:pt x="46" y="10"/>
                  </a:lnTo>
                  <a:lnTo>
                    <a:pt x="38" y="18"/>
                  </a:lnTo>
                  <a:lnTo>
                    <a:pt x="30" y="28"/>
                  </a:lnTo>
                  <a:lnTo>
                    <a:pt x="12" y="60"/>
                  </a:lnTo>
                  <a:lnTo>
                    <a:pt x="4" y="82"/>
                  </a:lnTo>
                  <a:lnTo>
                    <a:pt x="0" y="94"/>
                  </a:lnTo>
                  <a:lnTo>
                    <a:pt x="0" y="98"/>
                  </a:lnTo>
                  <a:lnTo>
                    <a:pt x="6" y="82"/>
                  </a:lnTo>
                  <a:lnTo>
                    <a:pt x="16" y="68"/>
                  </a:lnTo>
                  <a:lnTo>
                    <a:pt x="26" y="52"/>
                  </a:lnTo>
                  <a:lnTo>
                    <a:pt x="38" y="38"/>
                  </a:lnTo>
                  <a:lnTo>
                    <a:pt x="52" y="26"/>
                  </a:lnTo>
                  <a:lnTo>
                    <a:pt x="60" y="24"/>
                  </a:lnTo>
                  <a:lnTo>
                    <a:pt x="66" y="22"/>
                  </a:lnTo>
                  <a:lnTo>
                    <a:pt x="74" y="22"/>
                  </a:lnTo>
                  <a:lnTo>
                    <a:pt x="82" y="26"/>
                  </a:lnTo>
                  <a:lnTo>
                    <a:pt x="102" y="42"/>
                  </a:lnTo>
                  <a:lnTo>
                    <a:pt x="106" y="44"/>
                  </a:lnTo>
                  <a:lnTo>
                    <a:pt x="110" y="44"/>
                  </a:lnTo>
                  <a:lnTo>
                    <a:pt x="114" y="44"/>
                  </a:lnTo>
                  <a:lnTo>
                    <a:pt x="118" y="42"/>
                  </a:lnTo>
                  <a:lnTo>
                    <a:pt x="122" y="36"/>
                  </a:lnTo>
                  <a:lnTo>
                    <a:pt x="124" y="32"/>
                  </a:lnTo>
                  <a:lnTo>
                    <a:pt x="122" y="28"/>
                  </a:lnTo>
                  <a:lnTo>
                    <a:pt x="120" y="30"/>
                  </a:lnTo>
                  <a:lnTo>
                    <a:pt x="114" y="34"/>
                  </a:lnTo>
                  <a:lnTo>
                    <a:pt x="112" y="34"/>
                  </a:lnTo>
                  <a:lnTo>
                    <a:pt x="108" y="32"/>
                  </a:lnTo>
                  <a:lnTo>
                    <a:pt x="104" y="28"/>
                  </a:lnTo>
                  <a:lnTo>
                    <a:pt x="100" y="22"/>
                  </a:lnTo>
                  <a:lnTo>
                    <a:pt x="86" y="6"/>
                  </a:lnTo>
                  <a:close/>
                </a:path>
              </a:pathLst>
            </a:custGeom>
            <a:solidFill>
              <a:srgbClr val="129F4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9" name="Freeform 199"/>
            <p:cNvSpPr/>
            <p:nvPr/>
          </p:nvSpPr>
          <p:spPr>
            <a:xfrm>
              <a:off x="1136" y="345"/>
              <a:ext cx="170" cy="232"/>
            </a:xfrm>
            <a:custGeom>
              <a:avLst/>
              <a:gdLst/>
              <a:ahLst/>
              <a:cxnLst>
                <a:cxn ang="0">
                  <a:pos x="22" y="222"/>
                </a:cxn>
                <a:cxn ang="0">
                  <a:pos x="22" y="222"/>
                </a:cxn>
                <a:cxn ang="0">
                  <a:pos x="16" y="210"/>
                </a:cxn>
                <a:cxn ang="0">
                  <a:pos x="10" y="196"/>
                </a:cxn>
                <a:cxn ang="0">
                  <a:pos x="4" y="180"/>
                </a:cxn>
                <a:cxn ang="0">
                  <a:pos x="2" y="162"/>
                </a:cxn>
                <a:cxn ang="0">
                  <a:pos x="0" y="142"/>
                </a:cxn>
                <a:cxn ang="0">
                  <a:pos x="0" y="124"/>
                </a:cxn>
                <a:cxn ang="0">
                  <a:pos x="2" y="104"/>
                </a:cxn>
                <a:cxn ang="0">
                  <a:pos x="4" y="86"/>
                </a:cxn>
                <a:cxn ang="0">
                  <a:pos x="4" y="86"/>
                </a:cxn>
                <a:cxn ang="0">
                  <a:pos x="14" y="64"/>
                </a:cxn>
                <a:cxn ang="0">
                  <a:pos x="24" y="44"/>
                </a:cxn>
                <a:cxn ang="0">
                  <a:pos x="38" y="26"/>
                </a:cxn>
                <a:cxn ang="0">
                  <a:pos x="52" y="14"/>
                </a:cxn>
                <a:cxn ang="0">
                  <a:pos x="70" y="6"/>
                </a:cxn>
                <a:cxn ang="0">
                  <a:pos x="86" y="0"/>
                </a:cxn>
                <a:cxn ang="0">
                  <a:pos x="102" y="0"/>
                </a:cxn>
                <a:cxn ang="0">
                  <a:pos x="118" y="2"/>
                </a:cxn>
                <a:cxn ang="0">
                  <a:pos x="118" y="2"/>
                </a:cxn>
                <a:cxn ang="0">
                  <a:pos x="126" y="6"/>
                </a:cxn>
                <a:cxn ang="0">
                  <a:pos x="134" y="10"/>
                </a:cxn>
                <a:cxn ang="0">
                  <a:pos x="146" y="24"/>
                </a:cxn>
                <a:cxn ang="0">
                  <a:pos x="156" y="40"/>
                </a:cxn>
                <a:cxn ang="0">
                  <a:pos x="164" y="60"/>
                </a:cxn>
                <a:cxn ang="0">
                  <a:pos x="168" y="82"/>
                </a:cxn>
                <a:cxn ang="0">
                  <a:pos x="170" y="106"/>
                </a:cxn>
                <a:cxn ang="0">
                  <a:pos x="168" y="132"/>
                </a:cxn>
                <a:cxn ang="0">
                  <a:pos x="164" y="156"/>
                </a:cxn>
                <a:cxn ang="0">
                  <a:pos x="164" y="156"/>
                </a:cxn>
                <a:cxn ang="0">
                  <a:pos x="156" y="180"/>
                </a:cxn>
                <a:cxn ang="0">
                  <a:pos x="144" y="200"/>
                </a:cxn>
                <a:cxn ang="0">
                  <a:pos x="132" y="218"/>
                </a:cxn>
                <a:cxn ang="0">
                  <a:pos x="118" y="232"/>
                </a:cxn>
                <a:cxn ang="0">
                  <a:pos x="118" y="232"/>
                </a:cxn>
                <a:cxn ang="0">
                  <a:pos x="106" y="226"/>
                </a:cxn>
                <a:cxn ang="0">
                  <a:pos x="94" y="220"/>
                </a:cxn>
                <a:cxn ang="0">
                  <a:pos x="80" y="216"/>
                </a:cxn>
                <a:cxn ang="0">
                  <a:pos x="64" y="216"/>
                </a:cxn>
                <a:cxn ang="0">
                  <a:pos x="64" y="216"/>
                </a:cxn>
                <a:cxn ang="0">
                  <a:pos x="42" y="218"/>
                </a:cxn>
                <a:cxn ang="0">
                  <a:pos x="30" y="220"/>
                </a:cxn>
                <a:cxn ang="0">
                  <a:pos x="24" y="222"/>
                </a:cxn>
                <a:cxn ang="0">
                  <a:pos x="24" y="222"/>
                </a:cxn>
                <a:cxn ang="0">
                  <a:pos x="22" y="222"/>
                </a:cxn>
                <a:cxn ang="0">
                  <a:pos x="22" y="222"/>
                </a:cxn>
              </a:cxnLst>
              <a:rect l="0" t="0" r="0" b="0"/>
              <a:pathLst>
                <a:path w="170" h="232">
                  <a:moveTo>
                    <a:pt x="22" y="222"/>
                  </a:moveTo>
                  <a:lnTo>
                    <a:pt x="22" y="222"/>
                  </a:lnTo>
                  <a:lnTo>
                    <a:pt x="16" y="210"/>
                  </a:lnTo>
                  <a:lnTo>
                    <a:pt x="10" y="196"/>
                  </a:lnTo>
                  <a:lnTo>
                    <a:pt x="4" y="180"/>
                  </a:lnTo>
                  <a:lnTo>
                    <a:pt x="2" y="162"/>
                  </a:lnTo>
                  <a:lnTo>
                    <a:pt x="0" y="142"/>
                  </a:lnTo>
                  <a:lnTo>
                    <a:pt x="0" y="124"/>
                  </a:lnTo>
                  <a:lnTo>
                    <a:pt x="2" y="104"/>
                  </a:lnTo>
                  <a:lnTo>
                    <a:pt x="4" y="86"/>
                  </a:lnTo>
                  <a:lnTo>
                    <a:pt x="14" y="64"/>
                  </a:lnTo>
                  <a:lnTo>
                    <a:pt x="24" y="44"/>
                  </a:lnTo>
                  <a:lnTo>
                    <a:pt x="38" y="26"/>
                  </a:lnTo>
                  <a:lnTo>
                    <a:pt x="52" y="14"/>
                  </a:lnTo>
                  <a:lnTo>
                    <a:pt x="70" y="6"/>
                  </a:lnTo>
                  <a:lnTo>
                    <a:pt x="86" y="0"/>
                  </a:lnTo>
                  <a:lnTo>
                    <a:pt x="102" y="0"/>
                  </a:lnTo>
                  <a:lnTo>
                    <a:pt x="118" y="2"/>
                  </a:lnTo>
                  <a:lnTo>
                    <a:pt x="126" y="6"/>
                  </a:lnTo>
                  <a:lnTo>
                    <a:pt x="134" y="10"/>
                  </a:lnTo>
                  <a:lnTo>
                    <a:pt x="146" y="24"/>
                  </a:lnTo>
                  <a:lnTo>
                    <a:pt x="156" y="40"/>
                  </a:lnTo>
                  <a:lnTo>
                    <a:pt x="164" y="60"/>
                  </a:lnTo>
                  <a:lnTo>
                    <a:pt x="168" y="82"/>
                  </a:lnTo>
                  <a:lnTo>
                    <a:pt x="170" y="106"/>
                  </a:lnTo>
                  <a:lnTo>
                    <a:pt x="168" y="132"/>
                  </a:lnTo>
                  <a:lnTo>
                    <a:pt x="164" y="156"/>
                  </a:lnTo>
                  <a:lnTo>
                    <a:pt x="156" y="180"/>
                  </a:lnTo>
                  <a:lnTo>
                    <a:pt x="144" y="200"/>
                  </a:lnTo>
                  <a:lnTo>
                    <a:pt x="132" y="218"/>
                  </a:lnTo>
                  <a:lnTo>
                    <a:pt x="118" y="232"/>
                  </a:lnTo>
                  <a:lnTo>
                    <a:pt x="106" y="226"/>
                  </a:lnTo>
                  <a:lnTo>
                    <a:pt x="94" y="220"/>
                  </a:lnTo>
                  <a:lnTo>
                    <a:pt x="80" y="216"/>
                  </a:lnTo>
                  <a:lnTo>
                    <a:pt x="64" y="216"/>
                  </a:lnTo>
                  <a:lnTo>
                    <a:pt x="42" y="218"/>
                  </a:lnTo>
                  <a:lnTo>
                    <a:pt x="30" y="220"/>
                  </a:lnTo>
                  <a:lnTo>
                    <a:pt x="24" y="222"/>
                  </a:lnTo>
                  <a:lnTo>
                    <a:pt x="22" y="222"/>
                  </a:lnTo>
                  <a:close/>
                </a:path>
              </a:pathLst>
            </a:custGeom>
            <a:solidFill>
              <a:srgbClr val="ACD037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0" name="Freeform 200"/>
            <p:cNvSpPr/>
            <p:nvPr/>
          </p:nvSpPr>
          <p:spPr>
            <a:xfrm>
              <a:off x="1152" y="349"/>
              <a:ext cx="154" cy="230"/>
            </a:xfrm>
            <a:custGeom>
              <a:avLst/>
              <a:gdLst/>
              <a:ahLst/>
              <a:cxnLst>
                <a:cxn ang="0">
                  <a:pos x="108" y="4"/>
                </a:cxn>
                <a:cxn ang="0">
                  <a:pos x="108" y="4"/>
                </a:cxn>
                <a:cxn ang="0">
                  <a:pos x="102" y="2"/>
                </a:cxn>
                <a:cxn ang="0">
                  <a:pos x="94" y="0"/>
                </a:cxn>
                <a:cxn ang="0">
                  <a:pos x="80" y="2"/>
                </a:cxn>
                <a:cxn ang="0">
                  <a:pos x="64" y="10"/>
                </a:cxn>
                <a:cxn ang="0">
                  <a:pos x="50" y="20"/>
                </a:cxn>
                <a:cxn ang="0">
                  <a:pos x="36" y="34"/>
                </a:cxn>
                <a:cxn ang="0">
                  <a:pos x="24" y="52"/>
                </a:cxn>
                <a:cxn ang="0">
                  <a:pos x="14" y="74"/>
                </a:cxn>
                <a:cxn ang="0">
                  <a:pos x="8" y="98"/>
                </a:cxn>
                <a:cxn ang="0">
                  <a:pos x="8" y="98"/>
                </a:cxn>
                <a:cxn ang="0">
                  <a:pos x="4" y="114"/>
                </a:cxn>
                <a:cxn ang="0">
                  <a:pos x="2" y="130"/>
                </a:cxn>
                <a:cxn ang="0">
                  <a:pos x="0" y="148"/>
                </a:cxn>
                <a:cxn ang="0">
                  <a:pos x="0" y="162"/>
                </a:cxn>
                <a:cxn ang="0">
                  <a:pos x="2" y="178"/>
                </a:cxn>
                <a:cxn ang="0">
                  <a:pos x="6" y="192"/>
                </a:cxn>
                <a:cxn ang="0">
                  <a:pos x="10" y="204"/>
                </a:cxn>
                <a:cxn ang="0">
                  <a:pos x="16" y="216"/>
                </a:cxn>
                <a:cxn ang="0">
                  <a:pos x="16" y="216"/>
                </a:cxn>
                <a:cxn ang="0">
                  <a:pos x="28" y="214"/>
                </a:cxn>
                <a:cxn ang="0">
                  <a:pos x="48" y="212"/>
                </a:cxn>
                <a:cxn ang="0">
                  <a:pos x="48" y="212"/>
                </a:cxn>
                <a:cxn ang="0">
                  <a:pos x="64" y="212"/>
                </a:cxn>
                <a:cxn ang="0">
                  <a:pos x="80" y="216"/>
                </a:cxn>
                <a:cxn ang="0">
                  <a:pos x="92" y="222"/>
                </a:cxn>
                <a:cxn ang="0">
                  <a:pos x="104" y="230"/>
                </a:cxn>
                <a:cxn ang="0">
                  <a:pos x="104" y="230"/>
                </a:cxn>
                <a:cxn ang="0">
                  <a:pos x="118" y="214"/>
                </a:cxn>
                <a:cxn ang="0">
                  <a:pos x="130" y="196"/>
                </a:cxn>
                <a:cxn ang="0">
                  <a:pos x="140" y="176"/>
                </a:cxn>
                <a:cxn ang="0">
                  <a:pos x="148" y="152"/>
                </a:cxn>
                <a:cxn ang="0">
                  <a:pos x="148" y="152"/>
                </a:cxn>
                <a:cxn ang="0">
                  <a:pos x="152" y="126"/>
                </a:cxn>
                <a:cxn ang="0">
                  <a:pos x="154" y="102"/>
                </a:cxn>
                <a:cxn ang="0">
                  <a:pos x="152" y="80"/>
                </a:cxn>
                <a:cxn ang="0">
                  <a:pos x="150" y="58"/>
                </a:cxn>
                <a:cxn ang="0">
                  <a:pos x="142" y="40"/>
                </a:cxn>
                <a:cxn ang="0">
                  <a:pos x="134" y="24"/>
                </a:cxn>
                <a:cxn ang="0">
                  <a:pos x="122" y="12"/>
                </a:cxn>
                <a:cxn ang="0">
                  <a:pos x="116" y="8"/>
                </a:cxn>
                <a:cxn ang="0">
                  <a:pos x="108" y="4"/>
                </a:cxn>
                <a:cxn ang="0">
                  <a:pos x="108" y="4"/>
                </a:cxn>
              </a:cxnLst>
              <a:rect l="0" t="0" r="0" b="0"/>
              <a:pathLst>
                <a:path w="154" h="230">
                  <a:moveTo>
                    <a:pt x="108" y="4"/>
                  </a:moveTo>
                  <a:lnTo>
                    <a:pt x="108" y="4"/>
                  </a:lnTo>
                  <a:lnTo>
                    <a:pt x="102" y="2"/>
                  </a:lnTo>
                  <a:lnTo>
                    <a:pt x="94" y="0"/>
                  </a:lnTo>
                  <a:lnTo>
                    <a:pt x="80" y="2"/>
                  </a:lnTo>
                  <a:lnTo>
                    <a:pt x="64" y="10"/>
                  </a:lnTo>
                  <a:lnTo>
                    <a:pt x="50" y="20"/>
                  </a:lnTo>
                  <a:lnTo>
                    <a:pt x="36" y="34"/>
                  </a:lnTo>
                  <a:lnTo>
                    <a:pt x="24" y="52"/>
                  </a:lnTo>
                  <a:lnTo>
                    <a:pt x="14" y="74"/>
                  </a:lnTo>
                  <a:lnTo>
                    <a:pt x="8" y="98"/>
                  </a:lnTo>
                  <a:lnTo>
                    <a:pt x="4" y="114"/>
                  </a:lnTo>
                  <a:lnTo>
                    <a:pt x="2" y="130"/>
                  </a:lnTo>
                  <a:lnTo>
                    <a:pt x="0" y="148"/>
                  </a:lnTo>
                  <a:lnTo>
                    <a:pt x="0" y="162"/>
                  </a:lnTo>
                  <a:lnTo>
                    <a:pt x="2" y="178"/>
                  </a:lnTo>
                  <a:lnTo>
                    <a:pt x="6" y="192"/>
                  </a:lnTo>
                  <a:lnTo>
                    <a:pt x="10" y="204"/>
                  </a:lnTo>
                  <a:lnTo>
                    <a:pt x="16" y="216"/>
                  </a:lnTo>
                  <a:lnTo>
                    <a:pt x="28" y="214"/>
                  </a:lnTo>
                  <a:lnTo>
                    <a:pt x="48" y="212"/>
                  </a:lnTo>
                  <a:lnTo>
                    <a:pt x="64" y="212"/>
                  </a:lnTo>
                  <a:lnTo>
                    <a:pt x="80" y="216"/>
                  </a:lnTo>
                  <a:lnTo>
                    <a:pt x="92" y="222"/>
                  </a:lnTo>
                  <a:lnTo>
                    <a:pt x="104" y="230"/>
                  </a:lnTo>
                  <a:lnTo>
                    <a:pt x="118" y="214"/>
                  </a:lnTo>
                  <a:lnTo>
                    <a:pt x="130" y="196"/>
                  </a:lnTo>
                  <a:lnTo>
                    <a:pt x="140" y="176"/>
                  </a:lnTo>
                  <a:lnTo>
                    <a:pt x="148" y="152"/>
                  </a:lnTo>
                  <a:lnTo>
                    <a:pt x="152" y="126"/>
                  </a:lnTo>
                  <a:lnTo>
                    <a:pt x="154" y="102"/>
                  </a:lnTo>
                  <a:lnTo>
                    <a:pt x="152" y="80"/>
                  </a:lnTo>
                  <a:lnTo>
                    <a:pt x="150" y="58"/>
                  </a:lnTo>
                  <a:lnTo>
                    <a:pt x="142" y="40"/>
                  </a:lnTo>
                  <a:lnTo>
                    <a:pt x="134" y="24"/>
                  </a:lnTo>
                  <a:lnTo>
                    <a:pt x="122" y="12"/>
                  </a:lnTo>
                  <a:lnTo>
                    <a:pt x="116" y="8"/>
                  </a:lnTo>
                  <a:lnTo>
                    <a:pt x="108" y="4"/>
                  </a:lnTo>
                  <a:close/>
                </a:path>
              </a:pathLst>
            </a:custGeom>
            <a:solidFill>
              <a:srgbClr val="129F4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1" name="Freeform 201"/>
            <p:cNvSpPr/>
            <p:nvPr/>
          </p:nvSpPr>
          <p:spPr>
            <a:xfrm>
              <a:off x="1162" y="363"/>
              <a:ext cx="136" cy="210"/>
            </a:xfrm>
            <a:custGeom>
              <a:avLst/>
              <a:gdLst/>
              <a:ahLst/>
              <a:cxnLst>
                <a:cxn ang="0">
                  <a:pos x="92" y="2"/>
                </a:cxn>
                <a:cxn ang="0">
                  <a:pos x="92" y="2"/>
                </a:cxn>
                <a:cxn ang="0">
                  <a:pos x="80" y="0"/>
                </a:cxn>
                <a:cxn ang="0">
                  <a:pos x="66" y="4"/>
                </a:cxn>
                <a:cxn ang="0">
                  <a:pos x="52" y="12"/>
                </a:cxn>
                <a:cxn ang="0">
                  <a:pos x="40" y="22"/>
                </a:cxn>
                <a:cxn ang="0">
                  <a:pos x="28" y="36"/>
                </a:cxn>
                <a:cxn ang="0">
                  <a:pos x="18" y="54"/>
                </a:cxn>
                <a:cxn ang="0">
                  <a:pos x="10" y="74"/>
                </a:cxn>
                <a:cxn ang="0">
                  <a:pos x="4" y="96"/>
                </a:cxn>
                <a:cxn ang="0">
                  <a:pos x="4" y="96"/>
                </a:cxn>
                <a:cxn ang="0">
                  <a:pos x="2" y="112"/>
                </a:cxn>
                <a:cxn ang="0">
                  <a:pos x="0" y="126"/>
                </a:cxn>
                <a:cxn ang="0">
                  <a:pos x="0" y="140"/>
                </a:cxn>
                <a:cxn ang="0">
                  <a:pos x="0" y="154"/>
                </a:cxn>
                <a:cxn ang="0">
                  <a:pos x="2" y="168"/>
                </a:cxn>
                <a:cxn ang="0">
                  <a:pos x="6" y="180"/>
                </a:cxn>
                <a:cxn ang="0">
                  <a:pos x="10" y="190"/>
                </a:cxn>
                <a:cxn ang="0">
                  <a:pos x="16" y="200"/>
                </a:cxn>
                <a:cxn ang="0">
                  <a:pos x="16" y="200"/>
                </a:cxn>
                <a:cxn ang="0">
                  <a:pos x="38" y="198"/>
                </a:cxn>
                <a:cxn ang="0">
                  <a:pos x="38" y="198"/>
                </a:cxn>
                <a:cxn ang="0">
                  <a:pos x="50" y="198"/>
                </a:cxn>
                <a:cxn ang="0">
                  <a:pos x="62" y="200"/>
                </a:cxn>
                <a:cxn ang="0">
                  <a:pos x="74" y="204"/>
                </a:cxn>
                <a:cxn ang="0">
                  <a:pos x="84" y="210"/>
                </a:cxn>
                <a:cxn ang="0">
                  <a:pos x="84" y="210"/>
                </a:cxn>
                <a:cxn ang="0">
                  <a:pos x="98" y="196"/>
                </a:cxn>
                <a:cxn ang="0">
                  <a:pos x="112" y="176"/>
                </a:cxn>
                <a:cxn ang="0">
                  <a:pos x="122" y="154"/>
                </a:cxn>
                <a:cxn ang="0">
                  <a:pos x="130" y="128"/>
                </a:cxn>
                <a:cxn ang="0">
                  <a:pos x="130" y="128"/>
                </a:cxn>
                <a:cxn ang="0">
                  <a:pos x="134" y="104"/>
                </a:cxn>
                <a:cxn ang="0">
                  <a:pos x="136" y="84"/>
                </a:cxn>
                <a:cxn ang="0">
                  <a:pos x="134" y="64"/>
                </a:cxn>
                <a:cxn ang="0">
                  <a:pos x="130" y="44"/>
                </a:cxn>
                <a:cxn ang="0">
                  <a:pos x="124" y="30"/>
                </a:cxn>
                <a:cxn ang="0">
                  <a:pos x="116" y="16"/>
                </a:cxn>
                <a:cxn ang="0">
                  <a:pos x="104" y="6"/>
                </a:cxn>
                <a:cxn ang="0">
                  <a:pos x="92" y="2"/>
                </a:cxn>
                <a:cxn ang="0">
                  <a:pos x="92" y="2"/>
                </a:cxn>
              </a:cxnLst>
              <a:rect l="0" t="0" r="0" b="0"/>
              <a:pathLst>
                <a:path w="136" h="210">
                  <a:moveTo>
                    <a:pt x="92" y="2"/>
                  </a:moveTo>
                  <a:lnTo>
                    <a:pt x="92" y="2"/>
                  </a:lnTo>
                  <a:lnTo>
                    <a:pt x="80" y="0"/>
                  </a:lnTo>
                  <a:lnTo>
                    <a:pt x="66" y="4"/>
                  </a:lnTo>
                  <a:lnTo>
                    <a:pt x="52" y="12"/>
                  </a:lnTo>
                  <a:lnTo>
                    <a:pt x="40" y="22"/>
                  </a:lnTo>
                  <a:lnTo>
                    <a:pt x="28" y="36"/>
                  </a:lnTo>
                  <a:lnTo>
                    <a:pt x="18" y="54"/>
                  </a:lnTo>
                  <a:lnTo>
                    <a:pt x="10" y="74"/>
                  </a:lnTo>
                  <a:lnTo>
                    <a:pt x="4" y="96"/>
                  </a:lnTo>
                  <a:lnTo>
                    <a:pt x="2" y="112"/>
                  </a:lnTo>
                  <a:lnTo>
                    <a:pt x="0" y="126"/>
                  </a:lnTo>
                  <a:lnTo>
                    <a:pt x="0" y="140"/>
                  </a:lnTo>
                  <a:lnTo>
                    <a:pt x="0" y="154"/>
                  </a:lnTo>
                  <a:lnTo>
                    <a:pt x="2" y="168"/>
                  </a:lnTo>
                  <a:lnTo>
                    <a:pt x="6" y="180"/>
                  </a:lnTo>
                  <a:lnTo>
                    <a:pt x="10" y="190"/>
                  </a:lnTo>
                  <a:lnTo>
                    <a:pt x="16" y="200"/>
                  </a:lnTo>
                  <a:lnTo>
                    <a:pt x="38" y="198"/>
                  </a:lnTo>
                  <a:lnTo>
                    <a:pt x="50" y="198"/>
                  </a:lnTo>
                  <a:lnTo>
                    <a:pt x="62" y="200"/>
                  </a:lnTo>
                  <a:lnTo>
                    <a:pt x="74" y="204"/>
                  </a:lnTo>
                  <a:lnTo>
                    <a:pt x="84" y="210"/>
                  </a:lnTo>
                  <a:lnTo>
                    <a:pt x="98" y="196"/>
                  </a:lnTo>
                  <a:lnTo>
                    <a:pt x="112" y="176"/>
                  </a:lnTo>
                  <a:lnTo>
                    <a:pt x="122" y="154"/>
                  </a:lnTo>
                  <a:lnTo>
                    <a:pt x="130" y="128"/>
                  </a:lnTo>
                  <a:lnTo>
                    <a:pt x="134" y="104"/>
                  </a:lnTo>
                  <a:lnTo>
                    <a:pt x="136" y="84"/>
                  </a:lnTo>
                  <a:lnTo>
                    <a:pt x="134" y="64"/>
                  </a:lnTo>
                  <a:lnTo>
                    <a:pt x="130" y="44"/>
                  </a:lnTo>
                  <a:lnTo>
                    <a:pt x="124" y="30"/>
                  </a:lnTo>
                  <a:lnTo>
                    <a:pt x="116" y="16"/>
                  </a:lnTo>
                  <a:lnTo>
                    <a:pt x="104" y="6"/>
                  </a:lnTo>
                  <a:lnTo>
                    <a:pt x="92" y="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2" name="Freeform 202"/>
            <p:cNvSpPr/>
            <p:nvPr/>
          </p:nvSpPr>
          <p:spPr>
            <a:xfrm>
              <a:off x="1166" y="363"/>
              <a:ext cx="132" cy="140"/>
            </a:xfrm>
            <a:custGeom>
              <a:avLst/>
              <a:gdLst/>
              <a:ahLst/>
              <a:cxnLst>
                <a:cxn ang="0">
                  <a:pos x="84" y="20"/>
                </a:cxn>
                <a:cxn ang="0">
                  <a:pos x="84" y="20"/>
                </a:cxn>
                <a:cxn ang="0">
                  <a:pos x="96" y="26"/>
                </a:cxn>
                <a:cxn ang="0">
                  <a:pos x="106" y="34"/>
                </a:cxn>
                <a:cxn ang="0">
                  <a:pos x="114" y="46"/>
                </a:cxn>
                <a:cxn ang="0">
                  <a:pos x="120" y="62"/>
                </a:cxn>
                <a:cxn ang="0">
                  <a:pos x="124" y="80"/>
                </a:cxn>
                <a:cxn ang="0">
                  <a:pos x="126" y="98"/>
                </a:cxn>
                <a:cxn ang="0">
                  <a:pos x="126" y="120"/>
                </a:cxn>
                <a:cxn ang="0">
                  <a:pos x="124" y="140"/>
                </a:cxn>
                <a:cxn ang="0">
                  <a:pos x="124" y="140"/>
                </a:cxn>
                <a:cxn ang="0">
                  <a:pos x="126" y="128"/>
                </a:cxn>
                <a:cxn ang="0">
                  <a:pos x="126" y="128"/>
                </a:cxn>
                <a:cxn ang="0">
                  <a:pos x="130" y="104"/>
                </a:cxn>
                <a:cxn ang="0">
                  <a:pos x="132" y="84"/>
                </a:cxn>
                <a:cxn ang="0">
                  <a:pos x="130" y="64"/>
                </a:cxn>
                <a:cxn ang="0">
                  <a:pos x="126" y="44"/>
                </a:cxn>
                <a:cxn ang="0">
                  <a:pos x="120" y="30"/>
                </a:cxn>
                <a:cxn ang="0">
                  <a:pos x="112" y="16"/>
                </a:cxn>
                <a:cxn ang="0">
                  <a:pos x="100" y="6"/>
                </a:cxn>
                <a:cxn ang="0">
                  <a:pos x="88" y="2"/>
                </a:cxn>
                <a:cxn ang="0">
                  <a:pos x="88" y="2"/>
                </a:cxn>
                <a:cxn ang="0">
                  <a:pos x="76" y="0"/>
                </a:cxn>
                <a:cxn ang="0">
                  <a:pos x="62" y="4"/>
                </a:cxn>
                <a:cxn ang="0">
                  <a:pos x="48" y="12"/>
                </a:cxn>
                <a:cxn ang="0">
                  <a:pos x="36" y="22"/>
                </a:cxn>
                <a:cxn ang="0">
                  <a:pos x="24" y="36"/>
                </a:cxn>
                <a:cxn ang="0">
                  <a:pos x="14" y="54"/>
                </a:cxn>
                <a:cxn ang="0">
                  <a:pos x="6" y="74"/>
                </a:cxn>
                <a:cxn ang="0">
                  <a:pos x="0" y="96"/>
                </a:cxn>
                <a:cxn ang="0">
                  <a:pos x="0" y="96"/>
                </a:cxn>
                <a:cxn ang="0">
                  <a:pos x="0" y="102"/>
                </a:cxn>
                <a:cxn ang="0">
                  <a:pos x="0" y="102"/>
                </a:cxn>
                <a:cxn ang="0">
                  <a:pos x="6" y="82"/>
                </a:cxn>
                <a:cxn ang="0">
                  <a:pos x="14" y="66"/>
                </a:cxn>
                <a:cxn ang="0">
                  <a:pos x="24" y="50"/>
                </a:cxn>
                <a:cxn ang="0">
                  <a:pos x="36" y="38"/>
                </a:cxn>
                <a:cxn ang="0">
                  <a:pos x="48" y="28"/>
                </a:cxn>
                <a:cxn ang="0">
                  <a:pos x="60" y="22"/>
                </a:cxn>
                <a:cxn ang="0">
                  <a:pos x="72" y="20"/>
                </a:cxn>
                <a:cxn ang="0">
                  <a:pos x="84" y="20"/>
                </a:cxn>
                <a:cxn ang="0">
                  <a:pos x="84" y="20"/>
                </a:cxn>
              </a:cxnLst>
              <a:rect l="0" t="0" r="0" b="0"/>
              <a:pathLst>
                <a:path w="132" h="140">
                  <a:moveTo>
                    <a:pt x="84" y="20"/>
                  </a:moveTo>
                  <a:lnTo>
                    <a:pt x="84" y="20"/>
                  </a:lnTo>
                  <a:lnTo>
                    <a:pt x="96" y="26"/>
                  </a:lnTo>
                  <a:lnTo>
                    <a:pt x="106" y="34"/>
                  </a:lnTo>
                  <a:lnTo>
                    <a:pt x="114" y="46"/>
                  </a:lnTo>
                  <a:lnTo>
                    <a:pt x="120" y="62"/>
                  </a:lnTo>
                  <a:lnTo>
                    <a:pt x="124" y="80"/>
                  </a:lnTo>
                  <a:lnTo>
                    <a:pt x="126" y="98"/>
                  </a:lnTo>
                  <a:lnTo>
                    <a:pt x="126" y="120"/>
                  </a:lnTo>
                  <a:lnTo>
                    <a:pt x="124" y="140"/>
                  </a:lnTo>
                  <a:lnTo>
                    <a:pt x="126" y="128"/>
                  </a:lnTo>
                  <a:lnTo>
                    <a:pt x="130" y="104"/>
                  </a:lnTo>
                  <a:lnTo>
                    <a:pt x="132" y="84"/>
                  </a:lnTo>
                  <a:lnTo>
                    <a:pt x="130" y="64"/>
                  </a:lnTo>
                  <a:lnTo>
                    <a:pt x="126" y="44"/>
                  </a:lnTo>
                  <a:lnTo>
                    <a:pt x="120" y="30"/>
                  </a:lnTo>
                  <a:lnTo>
                    <a:pt x="112" y="16"/>
                  </a:lnTo>
                  <a:lnTo>
                    <a:pt x="100" y="6"/>
                  </a:lnTo>
                  <a:lnTo>
                    <a:pt x="88" y="2"/>
                  </a:lnTo>
                  <a:lnTo>
                    <a:pt x="76" y="0"/>
                  </a:lnTo>
                  <a:lnTo>
                    <a:pt x="62" y="4"/>
                  </a:lnTo>
                  <a:lnTo>
                    <a:pt x="48" y="12"/>
                  </a:lnTo>
                  <a:lnTo>
                    <a:pt x="36" y="22"/>
                  </a:lnTo>
                  <a:lnTo>
                    <a:pt x="24" y="36"/>
                  </a:lnTo>
                  <a:lnTo>
                    <a:pt x="14" y="54"/>
                  </a:lnTo>
                  <a:lnTo>
                    <a:pt x="6" y="74"/>
                  </a:lnTo>
                  <a:lnTo>
                    <a:pt x="0" y="96"/>
                  </a:lnTo>
                  <a:lnTo>
                    <a:pt x="0" y="102"/>
                  </a:lnTo>
                  <a:lnTo>
                    <a:pt x="6" y="82"/>
                  </a:lnTo>
                  <a:lnTo>
                    <a:pt x="14" y="66"/>
                  </a:lnTo>
                  <a:lnTo>
                    <a:pt x="24" y="50"/>
                  </a:lnTo>
                  <a:lnTo>
                    <a:pt x="36" y="38"/>
                  </a:lnTo>
                  <a:lnTo>
                    <a:pt x="48" y="28"/>
                  </a:lnTo>
                  <a:lnTo>
                    <a:pt x="60" y="22"/>
                  </a:lnTo>
                  <a:lnTo>
                    <a:pt x="72" y="20"/>
                  </a:lnTo>
                  <a:lnTo>
                    <a:pt x="84" y="20"/>
                  </a:lnTo>
                  <a:close/>
                </a:path>
              </a:pathLst>
            </a:custGeom>
            <a:solidFill>
              <a:srgbClr val="E7E8E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3" name="Freeform 203"/>
            <p:cNvSpPr/>
            <p:nvPr/>
          </p:nvSpPr>
          <p:spPr>
            <a:xfrm>
              <a:off x="1190" y="291"/>
              <a:ext cx="142" cy="116"/>
            </a:xfrm>
            <a:custGeom>
              <a:avLst/>
              <a:gdLst/>
              <a:ahLst/>
              <a:cxnLst>
                <a:cxn ang="0">
                  <a:pos x="142" y="116"/>
                </a:cxn>
                <a:cxn ang="0">
                  <a:pos x="142" y="116"/>
                </a:cxn>
                <a:cxn ang="0">
                  <a:pos x="140" y="108"/>
                </a:cxn>
                <a:cxn ang="0">
                  <a:pos x="132" y="86"/>
                </a:cxn>
                <a:cxn ang="0">
                  <a:pos x="128" y="72"/>
                </a:cxn>
                <a:cxn ang="0">
                  <a:pos x="122" y="56"/>
                </a:cxn>
                <a:cxn ang="0">
                  <a:pos x="112" y="42"/>
                </a:cxn>
                <a:cxn ang="0">
                  <a:pos x="104" y="28"/>
                </a:cxn>
                <a:cxn ang="0">
                  <a:pos x="104" y="28"/>
                </a:cxn>
                <a:cxn ang="0">
                  <a:pos x="92" y="18"/>
                </a:cxn>
                <a:cxn ang="0">
                  <a:pos x="82" y="10"/>
                </a:cxn>
                <a:cxn ang="0">
                  <a:pos x="70" y="4"/>
                </a:cxn>
                <a:cxn ang="0">
                  <a:pos x="60" y="2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8" y="2"/>
                </a:cxn>
                <a:cxn ang="0">
                  <a:pos x="20" y="6"/>
                </a:cxn>
                <a:cxn ang="0">
                  <a:pos x="12" y="10"/>
                </a:cxn>
                <a:cxn ang="0">
                  <a:pos x="6" y="14"/>
                </a:cxn>
                <a:cxn ang="0">
                  <a:pos x="2" y="20"/>
                </a:cxn>
                <a:cxn ang="0">
                  <a:pos x="0" y="24"/>
                </a:cxn>
                <a:cxn ang="0">
                  <a:pos x="0" y="30"/>
                </a:cxn>
                <a:cxn ang="0">
                  <a:pos x="2" y="34"/>
                </a:cxn>
                <a:cxn ang="0">
                  <a:pos x="8" y="38"/>
                </a:cxn>
                <a:cxn ang="0">
                  <a:pos x="18" y="40"/>
                </a:cxn>
                <a:cxn ang="0">
                  <a:pos x="18" y="40"/>
                </a:cxn>
                <a:cxn ang="0">
                  <a:pos x="30" y="40"/>
                </a:cxn>
                <a:cxn ang="0">
                  <a:pos x="42" y="38"/>
                </a:cxn>
                <a:cxn ang="0">
                  <a:pos x="60" y="32"/>
                </a:cxn>
                <a:cxn ang="0">
                  <a:pos x="68" y="30"/>
                </a:cxn>
                <a:cxn ang="0">
                  <a:pos x="76" y="30"/>
                </a:cxn>
                <a:cxn ang="0">
                  <a:pos x="86" y="36"/>
                </a:cxn>
                <a:cxn ang="0">
                  <a:pos x="96" y="46"/>
                </a:cxn>
                <a:cxn ang="0">
                  <a:pos x="96" y="46"/>
                </a:cxn>
                <a:cxn ang="0">
                  <a:pos x="108" y="58"/>
                </a:cxn>
                <a:cxn ang="0">
                  <a:pos x="118" y="70"/>
                </a:cxn>
                <a:cxn ang="0">
                  <a:pos x="132" y="92"/>
                </a:cxn>
                <a:cxn ang="0">
                  <a:pos x="138" y="110"/>
                </a:cxn>
                <a:cxn ang="0">
                  <a:pos x="142" y="116"/>
                </a:cxn>
                <a:cxn ang="0">
                  <a:pos x="142" y="116"/>
                </a:cxn>
              </a:cxnLst>
              <a:rect l="0" t="0" r="0" b="0"/>
              <a:pathLst>
                <a:path w="142" h="116">
                  <a:moveTo>
                    <a:pt x="142" y="116"/>
                  </a:moveTo>
                  <a:lnTo>
                    <a:pt x="142" y="116"/>
                  </a:lnTo>
                  <a:lnTo>
                    <a:pt x="140" y="108"/>
                  </a:lnTo>
                  <a:lnTo>
                    <a:pt x="132" y="86"/>
                  </a:lnTo>
                  <a:lnTo>
                    <a:pt x="128" y="72"/>
                  </a:lnTo>
                  <a:lnTo>
                    <a:pt x="122" y="56"/>
                  </a:lnTo>
                  <a:lnTo>
                    <a:pt x="112" y="42"/>
                  </a:lnTo>
                  <a:lnTo>
                    <a:pt x="104" y="28"/>
                  </a:lnTo>
                  <a:lnTo>
                    <a:pt x="92" y="18"/>
                  </a:lnTo>
                  <a:lnTo>
                    <a:pt x="82" y="10"/>
                  </a:lnTo>
                  <a:lnTo>
                    <a:pt x="70" y="4"/>
                  </a:lnTo>
                  <a:lnTo>
                    <a:pt x="60" y="2"/>
                  </a:lnTo>
                  <a:lnTo>
                    <a:pt x="48" y="0"/>
                  </a:lnTo>
                  <a:lnTo>
                    <a:pt x="38" y="0"/>
                  </a:lnTo>
                  <a:lnTo>
                    <a:pt x="28" y="2"/>
                  </a:lnTo>
                  <a:lnTo>
                    <a:pt x="20" y="6"/>
                  </a:lnTo>
                  <a:lnTo>
                    <a:pt x="12" y="10"/>
                  </a:lnTo>
                  <a:lnTo>
                    <a:pt x="6" y="14"/>
                  </a:lnTo>
                  <a:lnTo>
                    <a:pt x="2" y="20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2" y="34"/>
                  </a:lnTo>
                  <a:lnTo>
                    <a:pt x="8" y="38"/>
                  </a:lnTo>
                  <a:lnTo>
                    <a:pt x="18" y="40"/>
                  </a:lnTo>
                  <a:lnTo>
                    <a:pt x="30" y="40"/>
                  </a:lnTo>
                  <a:lnTo>
                    <a:pt x="42" y="38"/>
                  </a:lnTo>
                  <a:lnTo>
                    <a:pt x="60" y="32"/>
                  </a:lnTo>
                  <a:lnTo>
                    <a:pt x="68" y="30"/>
                  </a:lnTo>
                  <a:lnTo>
                    <a:pt x="76" y="30"/>
                  </a:lnTo>
                  <a:lnTo>
                    <a:pt x="86" y="36"/>
                  </a:lnTo>
                  <a:lnTo>
                    <a:pt x="96" y="46"/>
                  </a:lnTo>
                  <a:lnTo>
                    <a:pt x="108" y="58"/>
                  </a:lnTo>
                  <a:lnTo>
                    <a:pt x="118" y="70"/>
                  </a:lnTo>
                  <a:lnTo>
                    <a:pt x="132" y="92"/>
                  </a:lnTo>
                  <a:lnTo>
                    <a:pt x="138" y="110"/>
                  </a:lnTo>
                  <a:lnTo>
                    <a:pt x="142" y="116"/>
                  </a:lnTo>
                  <a:close/>
                </a:path>
              </a:pathLst>
            </a:custGeom>
            <a:solidFill>
              <a:srgbClr val="129F4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4" name="Freeform 204"/>
            <p:cNvSpPr/>
            <p:nvPr/>
          </p:nvSpPr>
          <p:spPr>
            <a:xfrm>
              <a:off x="1046" y="851"/>
              <a:ext cx="80" cy="24"/>
            </a:xfrm>
            <a:custGeom>
              <a:avLst/>
              <a:gdLst/>
              <a:ahLst/>
              <a:cxnLst>
                <a:cxn ang="0">
                  <a:pos x="80" y="4"/>
                </a:cxn>
                <a:cxn ang="0">
                  <a:pos x="80" y="4"/>
                </a:cxn>
                <a:cxn ang="0">
                  <a:pos x="76" y="8"/>
                </a:cxn>
                <a:cxn ang="0">
                  <a:pos x="68" y="16"/>
                </a:cxn>
                <a:cxn ang="0">
                  <a:pos x="54" y="22"/>
                </a:cxn>
                <a:cxn ang="0">
                  <a:pos x="46" y="24"/>
                </a:cxn>
                <a:cxn ang="0">
                  <a:pos x="38" y="24"/>
                </a:cxn>
                <a:cxn ang="0">
                  <a:pos x="38" y="24"/>
                </a:cxn>
                <a:cxn ang="0">
                  <a:pos x="34" y="24"/>
                </a:cxn>
                <a:cxn ang="0">
                  <a:pos x="28" y="20"/>
                </a:cxn>
                <a:cxn ang="0">
                  <a:pos x="16" y="1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2" y="4"/>
                </a:cxn>
                <a:cxn ang="0">
                  <a:pos x="26" y="8"/>
                </a:cxn>
                <a:cxn ang="0">
                  <a:pos x="42" y="10"/>
                </a:cxn>
                <a:cxn ang="0">
                  <a:pos x="42" y="10"/>
                </a:cxn>
                <a:cxn ang="0">
                  <a:pos x="56" y="10"/>
                </a:cxn>
                <a:cxn ang="0">
                  <a:pos x="68" y="8"/>
                </a:cxn>
                <a:cxn ang="0">
                  <a:pos x="80" y="4"/>
                </a:cxn>
                <a:cxn ang="0">
                  <a:pos x="80" y="4"/>
                </a:cxn>
              </a:cxnLst>
              <a:rect l="0" t="0" r="0" b="0"/>
              <a:pathLst>
                <a:path w="80" h="24">
                  <a:moveTo>
                    <a:pt x="80" y="4"/>
                  </a:moveTo>
                  <a:lnTo>
                    <a:pt x="80" y="4"/>
                  </a:lnTo>
                  <a:lnTo>
                    <a:pt x="76" y="8"/>
                  </a:lnTo>
                  <a:lnTo>
                    <a:pt x="68" y="16"/>
                  </a:lnTo>
                  <a:lnTo>
                    <a:pt x="54" y="22"/>
                  </a:lnTo>
                  <a:lnTo>
                    <a:pt x="46" y="24"/>
                  </a:lnTo>
                  <a:lnTo>
                    <a:pt x="38" y="24"/>
                  </a:lnTo>
                  <a:lnTo>
                    <a:pt x="34" y="24"/>
                  </a:lnTo>
                  <a:lnTo>
                    <a:pt x="28" y="20"/>
                  </a:lnTo>
                  <a:lnTo>
                    <a:pt x="16" y="14"/>
                  </a:lnTo>
                  <a:lnTo>
                    <a:pt x="0" y="0"/>
                  </a:lnTo>
                  <a:lnTo>
                    <a:pt x="12" y="4"/>
                  </a:lnTo>
                  <a:lnTo>
                    <a:pt x="26" y="8"/>
                  </a:lnTo>
                  <a:lnTo>
                    <a:pt x="42" y="10"/>
                  </a:lnTo>
                  <a:lnTo>
                    <a:pt x="56" y="10"/>
                  </a:lnTo>
                  <a:lnTo>
                    <a:pt x="68" y="8"/>
                  </a:lnTo>
                  <a:lnTo>
                    <a:pt x="80" y="4"/>
                  </a:lnTo>
                  <a:close/>
                </a:path>
              </a:pathLst>
            </a:custGeom>
            <a:solidFill>
              <a:srgbClr val="7BC14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5" name="Freeform 205"/>
            <p:cNvSpPr/>
            <p:nvPr/>
          </p:nvSpPr>
          <p:spPr>
            <a:xfrm>
              <a:off x="976" y="615"/>
              <a:ext cx="280" cy="230"/>
            </a:xfrm>
            <a:custGeom>
              <a:avLst/>
              <a:gdLst/>
              <a:ahLst/>
              <a:cxnLst>
                <a:cxn ang="0">
                  <a:pos x="280" y="4"/>
                </a:cxn>
                <a:cxn ang="0">
                  <a:pos x="280" y="4"/>
                </a:cxn>
                <a:cxn ang="0">
                  <a:pos x="270" y="12"/>
                </a:cxn>
                <a:cxn ang="0">
                  <a:pos x="256" y="20"/>
                </a:cxn>
                <a:cxn ang="0">
                  <a:pos x="224" y="32"/>
                </a:cxn>
                <a:cxn ang="0">
                  <a:pos x="186" y="42"/>
                </a:cxn>
                <a:cxn ang="0">
                  <a:pos x="166" y="46"/>
                </a:cxn>
                <a:cxn ang="0">
                  <a:pos x="146" y="48"/>
                </a:cxn>
                <a:cxn ang="0">
                  <a:pos x="124" y="50"/>
                </a:cxn>
                <a:cxn ang="0">
                  <a:pos x="104" y="48"/>
                </a:cxn>
                <a:cxn ang="0">
                  <a:pos x="84" y="46"/>
                </a:cxn>
                <a:cxn ang="0">
                  <a:pos x="64" y="42"/>
                </a:cxn>
                <a:cxn ang="0">
                  <a:pos x="46" y="36"/>
                </a:cxn>
                <a:cxn ang="0">
                  <a:pos x="28" y="26"/>
                </a:cxn>
                <a:cxn ang="0">
                  <a:pos x="12" y="14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8" y="18"/>
                </a:cxn>
                <a:cxn ang="0">
                  <a:pos x="30" y="58"/>
                </a:cxn>
                <a:cxn ang="0">
                  <a:pos x="40" y="82"/>
                </a:cxn>
                <a:cxn ang="0">
                  <a:pos x="48" y="106"/>
                </a:cxn>
                <a:cxn ang="0">
                  <a:pos x="54" y="130"/>
                </a:cxn>
                <a:cxn ang="0">
                  <a:pos x="56" y="142"/>
                </a:cxn>
                <a:cxn ang="0">
                  <a:pos x="56" y="150"/>
                </a:cxn>
                <a:cxn ang="0">
                  <a:pos x="56" y="150"/>
                </a:cxn>
                <a:cxn ang="0">
                  <a:pos x="56" y="168"/>
                </a:cxn>
                <a:cxn ang="0">
                  <a:pos x="56" y="178"/>
                </a:cxn>
                <a:cxn ang="0">
                  <a:pos x="58" y="186"/>
                </a:cxn>
                <a:cxn ang="0">
                  <a:pos x="62" y="196"/>
                </a:cxn>
                <a:cxn ang="0">
                  <a:pos x="68" y="204"/>
                </a:cxn>
                <a:cxn ang="0">
                  <a:pos x="78" y="214"/>
                </a:cxn>
                <a:cxn ang="0">
                  <a:pos x="94" y="222"/>
                </a:cxn>
                <a:cxn ang="0">
                  <a:pos x="94" y="222"/>
                </a:cxn>
                <a:cxn ang="0">
                  <a:pos x="106" y="228"/>
                </a:cxn>
                <a:cxn ang="0">
                  <a:pos x="120" y="230"/>
                </a:cxn>
                <a:cxn ang="0">
                  <a:pos x="136" y="228"/>
                </a:cxn>
                <a:cxn ang="0">
                  <a:pos x="152" y="224"/>
                </a:cxn>
                <a:cxn ang="0">
                  <a:pos x="168" y="214"/>
                </a:cxn>
                <a:cxn ang="0">
                  <a:pos x="186" y="198"/>
                </a:cxn>
                <a:cxn ang="0">
                  <a:pos x="204" y="174"/>
                </a:cxn>
                <a:cxn ang="0">
                  <a:pos x="224" y="146"/>
                </a:cxn>
                <a:cxn ang="0">
                  <a:pos x="224" y="146"/>
                </a:cxn>
                <a:cxn ang="0">
                  <a:pos x="242" y="114"/>
                </a:cxn>
                <a:cxn ang="0">
                  <a:pos x="254" y="86"/>
                </a:cxn>
                <a:cxn ang="0">
                  <a:pos x="264" y="62"/>
                </a:cxn>
                <a:cxn ang="0">
                  <a:pos x="272" y="42"/>
                </a:cxn>
                <a:cxn ang="0">
                  <a:pos x="278" y="14"/>
                </a:cxn>
                <a:cxn ang="0">
                  <a:pos x="280" y="4"/>
                </a:cxn>
                <a:cxn ang="0">
                  <a:pos x="280" y="4"/>
                </a:cxn>
              </a:cxnLst>
              <a:rect l="0" t="0" r="0" b="0"/>
              <a:pathLst>
                <a:path w="280" h="230">
                  <a:moveTo>
                    <a:pt x="280" y="4"/>
                  </a:moveTo>
                  <a:lnTo>
                    <a:pt x="280" y="4"/>
                  </a:lnTo>
                  <a:lnTo>
                    <a:pt x="270" y="12"/>
                  </a:lnTo>
                  <a:lnTo>
                    <a:pt x="256" y="20"/>
                  </a:lnTo>
                  <a:lnTo>
                    <a:pt x="224" y="32"/>
                  </a:lnTo>
                  <a:lnTo>
                    <a:pt x="186" y="42"/>
                  </a:lnTo>
                  <a:lnTo>
                    <a:pt x="166" y="46"/>
                  </a:lnTo>
                  <a:lnTo>
                    <a:pt x="146" y="48"/>
                  </a:lnTo>
                  <a:lnTo>
                    <a:pt x="124" y="50"/>
                  </a:lnTo>
                  <a:lnTo>
                    <a:pt x="104" y="48"/>
                  </a:lnTo>
                  <a:lnTo>
                    <a:pt x="84" y="46"/>
                  </a:lnTo>
                  <a:lnTo>
                    <a:pt x="64" y="42"/>
                  </a:lnTo>
                  <a:lnTo>
                    <a:pt x="46" y="36"/>
                  </a:lnTo>
                  <a:lnTo>
                    <a:pt x="28" y="26"/>
                  </a:lnTo>
                  <a:lnTo>
                    <a:pt x="12" y="14"/>
                  </a:lnTo>
                  <a:lnTo>
                    <a:pt x="0" y="0"/>
                  </a:lnTo>
                  <a:lnTo>
                    <a:pt x="8" y="18"/>
                  </a:lnTo>
                  <a:lnTo>
                    <a:pt x="30" y="58"/>
                  </a:lnTo>
                  <a:lnTo>
                    <a:pt x="40" y="82"/>
                  </a:lnTo>
                  <a:lnTo>
                    <a:pt x="48" y="106"/>
                  </a:lnTo>
                  <a:lnTo>
                    <a:pt x="54" y="130"/>
                  </a:lnTo>
                  <a:lnTo>
                    <a:pt x="56" y="142"/>
                  </a:lnTo>
                  <a:lnTo>
                    <a:pt x="56" y="150"/>
                  </a:lnTo>
                  <a:lnTo>
                    <a:pt x="56" y="168"/>
                  </a:lnTo>
                  <a:lnTo>
                    <a:pt x="56" y="178"/>
                  </a:lnTo>
                  <a:lnTo>
                    <a:pt x="58" y="186"/>
                  </a:lnTo>
                  <a:lnTo>
                    <a:pt x="62" y="196"/>
                  </a:lnTo>
                  <a:lnTo>
                    <a:pt x="68" y="204"/>
                  </a:lnTo>
                  <a:lnTo>
                    <a:pt x="78" y="214"/>
                  </a:lnTo>
                  <a:lnTo>
                    <a:pt x="94" y="222"/>
                  </a:lnTo>
                  <a:lnTo>
                    <a:pt x="106" y="228"/>
                  </a:lnTo>
                  <a:lnTo>
                    <a:pt x="120" y="230"/>
                  </a:lnTo>
                  <a:lnTo>
                    <a:pt x="136" y="228"/>
                  </a:lnTo>
                  <a:lnTo>
                    <a:pt x="152" y="224"/>
                  </a:lnTo>
                  <a:lnTo>
                    <a:pt x="168" y="214"/>
                  </a:lnTo>
                  <a:lnTo>
                    <a:pt x="186" y="198"/>
                  </a:lnTo>
                  <a:lnTo>
                    <a:pt x="204" y="174"/>
                  </a:lnTo>
                  <a:lnTo>
                    <a:pt x="224" y="146"/>
                  </a:lnTo>
                  <a:lnTo>
                    <a:pt x="242" y="114"/>
                  </a:lnTo>
                  <a:lnTo>
                    <a:pt x="254" y="86"/>
                  </a:lnTo>
                  <a:lnTo>
                    <a:pt x="264" y="62"/>
                  </a:lnTo>
                  <a:lnTo>
                    <a:pt x="272" y="42"/>
                  </a:lnTo>
                  <a:lnTo>
                    <a:pt x="278" y="14"/>
                  </a:lnTo>
                  <a:lnTo>
                    <a:pt x="280" y="4"/>
                  </a:lnTo>
                  <a:close/>
                </a:path>
              </a:pathLst>
            </a:custGeom>
            <a:solidFill>
              <a:srgbClr val="4BAD48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8526" name="Picture 20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0" y="631"/>
              <a:ext cx="264" cy="19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527" name="Freeform 207"/>
            <p:cNvSpPr/>
            <p:nvPr/>
          </p:nvSpPr>
          <p:spPr>
            <a:xfrm>
              <a:off x="924" y="365"/>
              <a:ext cx="154" cy="210"/>
            </a:xfrm>
            <a:custGeom>
              <a:avLst/>
              <a:gdLst/>
              <a:ahLst/>
              <a:cxnLst>
                <a:cxn ang="0">
                  <a:pos x="122" y="210"/>
                </a:cxn>
                <a:cxn ang="0">
                  <a:pos x="122" y="210"/>
                </a:cxn>
                <a:cxn ang="0">
                  <a:pos x="130" y="200"/>
                </a:cxn>
                <a:cxn ang="0">
                  <a:pos x="136" y="188"/>
                </a:cxn>
                <a:cxn ang="0">
                  <a:pos x="142" y="172"/>
                </a:cxn>
                <a:cxn ang="0">
                  <a:pos x="148" y="156"/>
                </a:cxn>
                <a:cxn ang="0">
                  <a:pos x="152" y="140"/>
                </a:cxn>
                <a:cxn ang="0">
                  <a:pos x="154" y="122"/>
                </a:cxn>
                <a:cxn ang="0">
                  <a:pos x="154" y="106"/>
                </a:cxn>
                <a:cxn ang="0">
                  <a:pos x="152" y="88"/>
                </a:cxn>
                <a:cxn ang="0">
                  <a:pos x="152" y="88"/>
                </a:cxn>
                <a:cxn ang="0">
                  <a:pos x="146" y="66"/>
                </a:cxn>
                <a:cxn ang="0">
                  <a:pos x="138" y="48"/>
                </a:cxn>
                <a:cxn ang="0">
                  <a:pos x="128" y="32"/>
                </a:cxn>
                <a:cxn ang="0">
                  <a:pos x="116" y="18"/>
                </a:cxn>
                <a:cxn ang="0">
                  <a:pos x="102" y="8"/>
                </a:cxn>
                <a:cxn ang="0">
                  <a:pos x="88" y="2"/>
                </a:cxn>
                <a:cxn ang="0">
                  <a:pos x="72" y="0"/>
                </a:cxn>
                <a:cxn ang="0">
                  <a:pos x="56" y="2"/>
                </a:cxn>
                <a:cxn ang="0">
                  <a:pos x="56" y="2"/>
                </a:cxn>
                <a:cxn ang="0">
                  <a:pos x="50" y="4"/>
                </a:cxn>
                <a:cxn ang="0">
                  <a:pos x="42" y="8"/>
                </a:cxn>
                <a:cxn ang="0">
                  <a:pos x="30" y="18"/>
                </a:cxn>
                <a:cxn ang="0">
                  <a:pos x="20" y="32"/>
                </a:cxn>
                <a:cxn ang="0">
                  <a:pos x="10" y="50"/>
                </a:cxn>
                <a:cxn ang="0">
                  <a:pos x="4" y="70"/>
                </a:cxn>
                <a:cxn ang="0">
                  <a:pos x="0" y="90"/>
                </a:cxn>
                <a:cxn ang="0">
                  <a:pos x="0" y="114"/>
                </a:cxn>
                <a:cxn ang="0">
                  <a:pos x="2" y="136"/>
                </a:cxn>
                <a:cxn ang="0">
                  <a:pos x="2" y="136"/>
                </a:cxn>
                <a:cxn ang="0">
                  <a:pos x="6" y="158"/>
                </a:cxn>
                <a:cxn ang="0">
                  <a:pos x="14" y="178"/>
                </a:cxn>
                <a:cxn ang="0">
                  <a:pos x="24" y="196"/>
                </a:cxn>
                <a:cxn ang="0">
                  <a:pos x="36" y="210"/>
                </a:cxn>
                <a:cxn ang="0">
                  <a:pos x="36" y="210"/>
                </a:cxn>
                <a:cxn ang="0">
                  <a:pos x="46" y="206"/>
                </a:cxn>
                <a:cxn ang="0">
                  <a:pos x="58" y="200"/>
                </a:cxn>
                <a:cxn ang="0">
                  <a:pos x="72" y="198"/>
                </a:cxn>
                <a:cxn ang="0">
                  <a:pos x="86" y="200"/>
                </a:cxn>
                <a:cxn ang="0">
                  <a:pos x="86" y="200"/>
                </a:cxn>
                <a:cxn ang="0">
                  <a:pos x="104" y="204"/>
                </a:cxn>
                <a:cxn ang="0">
                  <a:pos x="116" y="208"/>
                </a:cxn>
                <a:cxn ang="0">
                  <a:pos x="122" y="210"/>
                </a:cxn>
                <a:cxn ang="0">
                  <a:pos x="122" y="210"/>
                </a:cxn>
                <a:cxn ang="0">
                  <a:pos x="122" y="210"/>
                </a:cxn>
                <a:cxn ang="0">
                  <a:pos x="122" y="210"/>
                </a:cxn>
              </a:cxnLst>
              <a:rect l="0" t="0" r="0" b="0"/>
              <a:pathLst>
                <a:path w="154" h="210">
                  <a:moveTo>
                    <a:pt x="122" y="210"/>
                  </a:moveTo>
                  <a:lnTo>
                    <a:pt x="122" y="210"/>
                  </a:lnTo>
                  <a:lnTo>
                    <a:pt x="130" y="200"/>
                  </a:lnTo>
                  <a:lnTo>
                    <a:pt x="136" y="188"/>
                  </a:lnTo>
                  <a:lnTo>
                    <a:pt x="142" y="172"/>
                  </a:lnTo>
                  <a:lnTo>
                    <a:pt x="148" y="156"/>
                  </a:lnTo>
                  <a:lnTo>
                    <a:pt x="152" y="140"/>
                  </a:lnTo>
                  <a:lnTo>
                    <a:pt x="154" y="122"/>
                  </a:lnTo>
                  <a:lnTo>
                    <a:pt x="154" y="106"/>
                  </a:lnTo>
                  <a:lnTo>
                    <a:pt x="152" y="88"/>
                  </a:lnTo>
                  <a:lnTo>
                    <a:pt x="146" y="66"/>
                  </a:lnTo>
                  <a:lnTo>
                    <a:pt x="138" y="48"/>
                  </a:lnTo>
                  <a:lnTo>
                    <a:pt x="128" y="32"/>
                  </a:lnTo>
                  <a:lnTo>
                    <a:pt x="116" y="18"/>
                  </a:lnTo>
                  <a:lnTo>
                    <a:pt x="102" y="8"/>
                  </a:lnTo>
                  <a:lnTo>
                    <a:pt x="88" y="2"/>
                  </a:lnTo>
                  <a:lnTo>
                    <a:pt x="72" y="0"/>
                  </a:lnTo>
                  <a:lnTo>
                    <a:pt x="56" y="2"/>
                  </a:lnTo>
                  <a:lnTo>
                    <a:pt x="50" y="4"/>
                  </a:lnTo>
                  <a:lnTo>
                    <a:pt x="42" y="8"/>
                  </a:lnTo>
                  <a:lnTo>
                    <a:pt x="30" y="18"/>
                  </a:lnTo>
                  <a:lnTo>
                    <a:pt x="20" y="32"/>
                  </a:lnTo>
                  <a:lnTo>
                    <a:pt x="10" y="50"/>
                  </a:lnTo>
                  <a:lnTo>
                    <a:pt x="4" y="70"/>
                  </a:lnTo>
                  <a:lnTo>
                    <a:pt x="0" y="90"/>
                  </a:lnTo>
                  <a:lnTo>
                    <a:pt x="0" y="114"/>
                  </a:lnTo>
                  <a:lnTo>
                    <a:pt x="2" y="136"/>
                  </a:lnTo>
                  <a:lnTo>
                    <a:pt x="6" y="158"/>
                  </a:lnTo>
                  <a:lnTo>
                    <a:pt x="14" y="178"/>
                  </a:lnTo>
                  <a:lnTo>
                    <a:pt x="24" y="196"/>
                  </a:lnTo>
                  <a:lnTo>
                    <a:pt x="36" y="210"/>
                  </a:lnTo>
                  <a:lnTo>
                    <a:pt x="46" y="206"/>
                  </a:lnTo>
                  <a:lnTo>
                    <a:pt x="58" y="200"/>
                  </a:lnTo>
                  <a:lnTo>
                    <a:pt x="72" y="198"/>
                  </a:lnTo>
                  <a:lnTo>
                    <a:pt x="86" y="200"/>
                  </a:lnTo>
                  <a:lnTo>
                    <a:pt x="104" y="204"/>
                  </a:lnTo>
                  <a:lnTo>
                    <a:pt x="116" y="208"/>
                  </a:lnTo>
                  <a:lnTo>
                    <a:pt x="122" y="210"/>
                  </a:lnTo>
                  <a:close/>
                </a:path>
              </a:pathLst>
            </a:custGeom>
            <a:solidFill>
              <a:srgbClr val="ACD037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8" name="Freeform 208"/>
            <p:cNvSpPr/>
            <p:nvPr/>
          </p:nvSpPr>
          <p:spPr>
            <a:xfrm>
              <a:off x="924" y="369"/>
              <a:ext cx="136" cy="206"/>
            </a:xfrm>
            <a:custGeom>
              <a:avLst/>
              <a:gdLst/>
              <a:ahLst/>
              <a:cxnLst>
                <a:cxn ang="0">
                  <a:pos x="52" y="2"/>
                </a:cxn>
                <a:cxn ang="0">
                  <a:pos x="52" y="2"/>
                </a:cxn>
                <a:cxn ang="0">
                  <a:pos x="64" y="0"/>
                </a:cxn>
                <a:cxn ang="0">
                  <a:pos x="78" y="4"/>
                </a:cxn>
                <a:cxn ang="0">
                  <a:pos x="90" y="12"/>
                </a:cxn>
                <a:cxn ang="0">
                  <a:pos x="102" y="22"/>
                </a:cxn>
                <a:cxn ang="0">
                  <a:pos x="114" y="36"/>
                </a:cxn>
                <a:cxn ang="0">
                  <a:pos x="122" y="54"/>
                </a:cxn>
                <a:cxn ang="0">
                  <a:pos x="130" y="74"/>
                </a:cxn>
                <a:cxn ang="0">
                  <a:pos x="134" y="96"/>
                </a:cxn>
                <a:cxn ang="0">
                  <a:pos x="134" y="96"/>
                </a:cxn>
                <a:cxn ang="0">
                  <a:pos x="136" y="112"/>
                </a:cxn>
                <a:cxn ang="0">
                  <a:pos x="136" y="128"/>
                </a:cxn>
                <a:cxn ang="0">
                  <a:pos x="136" y="142"/>
                </a:cxn>
                <a:cxn ang="0">
                  <a:pos x="134" y="156"/>
                </a:cxn>
                <a:cxn ang="0">
                  <a:pos x="130" y="170"/>
                </a:cxn>
                <a:cxn ang="0">
                  <a:pos x="126" y="182"/>
                </a:cxn>
                <a:cxn ang="0">
                  <a:pos x="122" y="194"/>
                </a:cxn>
                <a:cxn ang="0">
                  <a:pos x="116" y="204"/>
                </a:cxn>
                <a:cxn ang="0">
                  <a:pos x="116" y="204"/>
                </a:cxn>
                <a:cxn ang="0">
                  <a:pos x="104" y="200"/>
                </a:cxn>
                <a:cxn ang="0">
                  <a:pos x="86" y="196"/>
                </a:cxn>
                <a:cxn ang="0">
                  <a:pos x="86" y="196"/>
                </a:cxn>
                <a:cxn ang="0">
                  <a:pos x="72" y="194"/>
                </a:cxn>
                <a:cxn ang="0">
                  <a:pos x="58" y="198"/>
                </a:cxn>
                <a:cxn ang="0">
                  <a:pos x="44" y="202"/>
                </a:cxn>
                <a:cxn ang="0">
                  <a:pos x="34" y="206"/>
                </a:cxn>
                <a:cxn ang="0">
                  <a:pos x="34" y="206"/>
                </a:cxn>
                <a:cxn ang="0">
                  <a:pos x="22" y="192"/>
                </a:cxn>
                <a:cxn ang="0">
                  <a:pos x="14" y="174"/>
                </a:cxn>
                <a:cxn ang="0">
                  <a:pos x="6" y="154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08"/>
                </a:cxn>
                <a:cxn ang="0">
                  <a:pos x="0" y="86"/>
                </a:cxn>
                <a:cxn ang="0">
                  <a:pos x="4" y="66"/>
                </a:cxn>
                <a:cxn ang="0">
                  <a:pos x="10" y="46"/>
                </a:cxn>
                <a:cxn ang="0">
                  <a:pos x="18" y="30"/>
                </a:cxn>
                <a:cxn ang="0">
                  <a:pos x="26" y="18"/>
                </a:cxn>
                <a:cxn ang="0">
                  <a:pos x="38" y="8"/>
                </a:cxn>
                <a:cxn ang="0">
                  <a:pos x="52" y="2"/>
                </a:cxn>
                <a:cxn ang="0">
                  <a:pos x="52" y="2"/>
                </a:cxn>
              </a:cxnLst>
              <a:rect l="0" t="0" r="0" b="0"/>
              <a:pathLst>
                <a:path w="136" h="206">
                  <a:moveTo>
                    <a:pt x="52" y="2"/>
                  </a:moveTo>
                  <a:lnTo>
                    <a:pt x="52" y="2"/>
                  </a:lnTo>
                  <a:lnTo>
                    <a:pt x="64" y="0"/>
                  </a:lnTo>
                  <a:lnTo>
                    <a:pt x="78" y="4"/>
                  </a:lnTo>
                  <a:lnTo>
                    <a:pt x="90" y="12"/>
                  </a:lnTo>
                  <a:lnTo>
                    <a:pt x="102" y="22"/>
                  </a:lnTo>
                  <a:lnTo>
                    <a:pt x="114" y="36"/>
                  </a:lnTo>
                  <a:lnTo>
                    <a:pt x="122" y="54"/>
                  </a:lnTo>
                  <a:lnTo>
                    <a:pt x="130" y="74"/>
                  </a:lnTo>
                  <a:lnTo>
                    <a:pt x="134" y="96"/>
                  </a:lnTo>
                  <a:lnTo>
                    <a:pt x="136" y="112"/>
                  </a:lnTo>
                  <a:lnTo>
                    <a:pt x="136" y="128"/>
                  </a:lnTo>
                  <a:lnTo>
                    <a:pt x="136" y="142"/>
                  </a:lnTo>
                  <a:lnTo>
                    <a:pt x="134" y="156"/>
                  </a:lnTo>
                  <a:lnTo>
                    <a:pt x="130" y="170"/>
                  </a:lnTo>
                  <a:lnTo>
                    <a:pt x="126" y="182"/>
                  </a:lnTo>
                  <a:lnTo>
                    <a:pt x="122" y="194"/>
                  </a:lnTo>
                  <a:lnTo>
                    <a:pt x="116" y="204"/>
                  </a:lnTo>
                  <a:lnTo>
                    <a:pt x="104" y="200"/>
                  </a:lnTo>
                  <a:lnTo>
                    <a:pt x="86" y="196"/>
                  </a:lnTo>
                  <a:lnTo>
                    <a:pt x="72" y="194"/>
                  </a:lnTo>
                  <a:lnTo>
                    <a:pt x="58" y="198"/>
                  </a:lnTo>
                  <a:lnTo>
                    <a:pt x="44" y="202"/>
                  </a:lnTo>
                  <a:lnTo>
                    <a:pt x="34" y="206"/>
                  </a:lnTo>
                  <a:lnTo>
                    <a:pt x="22" y="192"/>
                  </a:lnTo>
                  <a:lnTo>
                    <a:pt x="14" y="174"/>
                  </a:lnTo>
                  <a:lnTo>
                    <a:pt x="6" y="154"/>
                  </a:lnTo>
                  <a:lnTo>
                    <a:pt x="2" y="132"/>
                  </a:lnTo>
                  <a:lnTo>
                    <a:pt x="0" y="108"/>
                  </a:lnTo>
                  <a:lnTo>
                    <a:pt x="0" y="86"/>
                  </a:lnTo>
                  <a:lnTo>
                    <a:pt x="4" y="66"/>
                  </a:lnTo>
                  <a:lnTo>
                    <a:pt x="10" y="46"/>
                  </a:lnTo>
                  <a:lnTo>
                    <a:pt x="18" y="30"/>
                  </a:lnTo>
                  <a:lnTo>
                    <a:pt x="26" y="18"/>
                  </a:lnTo>
                  <a:lnTo>
                    <a:pt x="38" y="8"/>
                  </a:lnTo>
                  <a:lnTo>
                    <a:pt x="52" y="2"/>
                  </a:lnTo>
                  <a:close/>
                </a:path>
              </a:pathLst>
            </a:custGeom>
            <a:solidFill>
              <a:srgbClr val="129F4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9" name="Freeform 209"/>
            <p:cNvSpPr/>
            <p:nvPr/>
          </p:nvSpPr>
          <p:spPr>
            <a:xfrm>
              <a:off x="932" y="381"/>
              <a:ext cx="120" cy="190"/>
            </a:xfrm>
            <a:custGeom>
              <a:avLst/>
              <a:gdLst/>
              <a:ahLst/>
              <a:cxnLst>
                <a:cxn ang="0">
                  <a:pos x="48" y="0"/>
                </a:cxn>
                <a:cxn ang="0">
                  <a:pos x="48" y="0"/>
                </a:cxn>
                <a:cxn ang="0">
                  <a:pos x="60" y="2"/>
                </a:cxn>
                <a:cxn ang="0">
                  <a:pos x="72" y="6"/>
                </a:cxn>
                <a:cxn ang="0">
                  <a:pos x="82" y="14"/>
                </a:cxn>
                <a:cxn ang="0">
                  <a:pos x="92" y="26"/>
                </a:cxn>
                <a:cxn ang="0">
                  <a:pos x="102" y="40"/>
                </a:cxn>
                <a:cxn ang="0">
                  <a:pos x="110" y="56"/>
                </a:cxn>
                <a:cxn ang="0">
                  <a:pos x="114" y="74"/>
                </a:cxn>
                <a:cxn ang="0">
                  <a:pos x="118" y="94"/>
                </a:cxn>
                <a:cxn ang="0">
                  <a:pos x="118" y="94"/>
                </a:cxn>
                <a:cxn ang="0">
                  <a:pos x="120" y="122"/>
                </a:cxn>
                <a:cxn ang="0">
                  <a:pos x="116" y="148"/>
                </a:cxn>
                <a:cxn ang="0">
                  <a:pos x="108" y="170"/>
                </a:cxn>
                <a:cxn ang="0">
                  <a:pos x="104" y="180"/>
                </a:cxn>
                <a:cxn ang="0">
                  <a:pos x="98" y="188"/>
                </a:cxn>
                <a:cxn ang="0">
                  <a:pos x="98" y="188"/>
                </a:cxn>
                <a:cxn ang="0">
                  <a:pos x="78" y="184"/>
                </a:cxn>
                <a:cxn ang="0">
                  <a:pos x="78" y="184"/>
                </a:cxn>
                <a:cxn ang="0">
                  <a:pos x="66" y="182"/>
                </a:cxn>
                <a:cxn ang="0">
                  <a:pos x="56" y="184"/>
                </a:cxn>
                <a:cxn ang="0">
                  <a:pos x="44" y="186"/>
                </a:cxn>
                <a:cxn ang="0">
                  <a:pos x="34" y="190"/>
                </a:cxn>
                <a:cxn ang="0">
                  <a:pos x="34" y="190"/>
                </a:cxn>
                <a:cxn ang="0">
                  <a:pos x="22" y="176"/>
                </a:cxn>
                <a:cxn ang="0">
                  <a:pos x="12" y="158"/>
                </a:cxn>
                <a:cxn ang="0">
                  <a:pos x="6" y="136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90"/>
                </a:cxn>
                <a:cxn ang="0">
                  <a:pos x="0" y="70"/>
                </a:cxn>
                <a:cxn ang="0">
                  <a:pos x="4" y="52"/>
                </a:cxn>
                <a:cxn ang="0">
                  <a:pos x="10" y="36"/>
                </a:cxn>
                <a:cxn ang="0">
                  <a:pos x="16" y="22"/>
                </a:cxn>
                <a:cxn ang="0">
                  <a:pos x="26" y="12"/>
                </a:cxn>
                <a:cxn ang="0">
                  <a:pos x="36" y="4"/>
                </a:cxn>
                <a:cxn ang="0">
                  <a:pos x="48" y="0"/>
                </a:cxn>
                <a:cxn ang="0">
                  <a:pos x="48" y="0"/>
                </a:cxn>
              </a:cxnLst>
              <a:rect l="0" t="0" r="0" b="0"/>
              <a:pathLst>
                <a:path w="120" h="190">
                  <a:moveTo>
                    <a:pt x="48" y="0"/>
                  </a:moveTo>
                  <a:lnTo>
                    <a:pt x="48" y="0"/>
                  </a:lnTo>
                  <a:lnTo>
                    <a:pt x="60" y="2"/>
                  </a:lnTo>
                  <a:lnTo>
                    <a:pt x="72" y="6"/>
                  </a:lnTo>
                  <a:lnTo>
                    <a:pt x="82" y="14"/>
                  </a:lnTo>
                  <a:lnTo>
                    <a:pt x="92" y="26"/>
                  </a:lnTo>
                  <a:lnTo>
                    <a:pt x="102" y="40"/>
                  </a:lnTo>
                  <a:lnTo>
                    <a:pt x="110" y="56"/>
                  </a:lnTo>
                  <a:lnTo>
                    <a:pt x="114" y="74"/>
                  </a:lnTo>
                  <a:lnTo>
                    <a:pt x="118" y="94"/>
                  </a:lnTo>
                  <a:lnTo>
                    <a:pt x="120" y="122"/>
                  </a:lnTo>
                  <a:lnTo>
                    <a:pt x="116" y="148"/>
                  </a:lnTo>
                  <a:lnTo>
                    <a:pt x="108" y="170"/>
                  </a:lnTo>
                  <a:lnTo>
                    <a:pt x="104" y="180"/>
                  </a:lnTo>
                  <a:lnTo>
                    <a:pt x="98" y="188"/>
                  </a:lnTo>
                  <a:lnTo>
                    <a:pt x="78" y="184"/>
                  </a:lnTo>
                  <a:lnTo>
                    <a:pt x="66" y="182"/>
                  </a:lnTo>
                  <a:lnTo>
                    <a:pt x="56" y="184"/>
                  </a:lnTo>
                  <a:lnTo>
                    <a:pt x="44" y="186"/>
                  </a:lnTo>
                  <a:lnTo>
                    <a:pt x="34" y="190"/>
                  </a:lnTo>
                  <a:lnTo>
                    <a:pt x="22" y="176"/>
                  </a:lnTo>
                  <a:lnTo>
                    <a:pt x="12" y="158"/>
                  </a:lnTo>
                  <a:lnTo>
                    <a:pt x="6" y="136"/>
                  </a:lnTo>
                  <a:lnTo>
                    <a:pt x="0" y="110"/>
                  </a:lnTo>
                  <a:lnTo>
                    <a:pt x="0" y="90"/>
                  </a:lnTo>
                  <a:lnTo>
                    <a:pt x="0" y="70"/>
                  </a:lnTo>
                  <a:lnTo>
                    <a:pt x="4" y="52"/>
                  </a:lnTo>
                  <a:lnTo>
                    <a:pt x="10" y="36"/>
                  </a:lnTo>
                  <a:lnTo>
                    <a:pt x="16" y="22"/>
                  </a:lnTo>
                  <a:lnTo>
                    <a:pt x="26" y="12"/>
                  </a:lnTo>
                  <a:lnTo>
                    <a:pt x="36" y="4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0" name="Freeform 210"/>
            <p:cNvSpPr/>
            <p:nvPr/>
          </p:nvSpPr>
          <p:spPr>
            <a:xfrm>
              <a:off x="932" y="381"/>
              <a:ext cx="118" cy="124"/>
            </a:xfrm>
            <a:custGeom>
              <a:avLst/>
              <a:gdLst/>
              <a:ahLst/>
              <a:cxnLst>
                <a:cxn ang="0">
                  <a:pos x="50" y="18"/>
                </a:cxn>
                <a:cxn ang="0">
                  <a:pos x="50" y="18"/>
                </a:cxn>
                <a:cxn ang="0">
                  <a:pos x="38" y="22"/>
                </a:cxn>
                <a:cxn ang="0">
                  <a:pos x="28" y="30"/>
                </a:cxn>
                <a:cxn ang="0">
                  <a:pos x="20" y="40"/>
                </a:cxn>
                <a:cxn ang="0">
                  <a:pos x="12" y="52"/>
                </a:cxn>
                <a:cxn ang="0">
                  <a:pos x="8" y="68"/>
                </a:cxn>
                <a:cxn ang="0">
                  <a:pos x="4" y="86"/>
                </a:cxn>
                <a:cxn ang="0">
                  <a:pos x="2" y="104"/>
                </a:cxn>
                <a:cxn ang="0">
                  <a:pos x="2" y="124"/>
                </a:cxn>
                <a:cxn ang="0">
                  <a:pos x="2" y="124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90"/>
                </a:cxn>
                <a:cxn ang="0">
                  <a:pos x="0" y="70"/>
                </a:cxn>
                <a:cxn ang="0">
                  <a:pos x="4" y="52"/>
                </a:cxn>
                <a:cxn ang="0">
                  <a:pos x="10" y="36"/>
                </a:cxn>
                <a:cxn ang="0">
                  <a:pos x="16" y="22"/>
                </a:cxn>
                <a:cxn ang="0">
                  <a:pos x="26" y="12"/>
                </a:cxn>
                <a:cxn ang="0">
                  <a:pos x="36" y="4"/>
                </a:cxn>
                <a:cxn ang="0">
                  <a:pos x="48" y="0"/>
                </a:cxn>
                <a:cxn ang="0">
                  <a:pos x="48" y="0"/>
                </a:cxn>
                <a:cxn ang="0">
                  <a:pos x="60" y="2"/>
                </a:cxn>
                <a:cxn ang="0">
                  <a:pos x="72" y="6"/>
                </a:cxn>
                <a:cxn ang="0">
                  <a:pos x="82" y="14"/>
                </a:cxn>
                <a:cxn ang="0">
                  <a:pos x="92" y="26"/>
                </a:cxn>
                <a:cxn ang="0">
                  <a:pos x="102" y="40"/>
                </a:cxn>
                <a:cxn ang="0">
                  <a:pos x="110" y="56"/>
                </a:cxn>
                <a:cxn ang="0">
                  <a:pos x="114" y="74"/>
                </a:cxn>
                <a:cxn ang="0">
                  <a:pos x="118" y="94"/>
                </a:cxn>
                <a:cxn ang="0">
                  <a:pos x="118" y="94"/>
                </a:cxn>
                <a:cxn ang="0">
                  <a:pos x="118" y="100"/>
                </a:cxn>
                <a:cxn ang="0">
                  <a:pos x="118" y="100"/>
                </a:cxn>
                <a:cxn ang="0">
                  <a:pos x="114" y="82"/>
                </a:cxn>
                <a:cxn ang="0">
                  <a:pos x="108" y="66"/>
                </a:cxn>
                <a:cxn ang="0">
                  <a:pos x="100" y="52"/>
                </a:cxn>
                <a:cxn ang="0">
                  <a:pos x="92" y="40"/>
                </a:cxn>
                <a:cxn ang="0">
                  <a:pos x="82" y="30"/>
                </a:cxn>
                <a:cxn ang="0">
                  <a:pos x="72" y="22"/>
                </a:cxn>
                <a:cxn ang="0">
                  <a:pos x="62" y="20"/>
                </a:cxn>
                <a:cxn ang="0">
                  <a:pos x="50" y="18"/>
                </a:cxn>
                <a:cxn ang="0">
                  <a:pos x="50" y="18"/>
                </a:cxn>
              </a:cxnLst>
              <a:rect l="0" t="0" r="0" b="0"/>
              <a:pathLst>
                <a:path w="118" h="124">
                  <a:moveTo>
                    <a:pt x="50" y="18"/>
                  </a:moveTo>
                  <a:lnTo>
                    <a:pt x="50" y="18"/>
                  </a:lnTo>
                  <a:lnTo>
                    <a:pt x="38" y="22"/>
                  </a:lnTo>
                  <a:lnTo>
                    <a:pt x="28" y="30"/>
                  </a:lnTo>
                  <a:lnTo>
                    <a:pt x="20" y="40"/>
                  </a:lnTo>
                  <a:lnTo>
                    <a:pt x="12" y="52"/>
                  </a:lnTo>
                  <a:lnTo>
                    <a:pt x="8" y="68"/>
                  </a:lnTo>
                  <a:lnTo>
                    <a:pt x="4" y="86"/>
                  </a:lnTo>
                  <a:lnTo>
                    <a:pt x="2" y="104"/>
                  </a:lnTo>
                  <a:lnTo>
                    <a:pt x="2" y="124"/>
                  </a:lnTo>
                  <a:lnTo>
                    <a:pt x="0" y="110"/>
                  </a:lnTo>
                  <a:lnTo>
                    <a:pt x="0" y="90"/>
                  </a:lnTo>
                  <a:lnTo>
                    <a:pt x="0" y="70"/>
                  </a:lnTo>
                  <a:lnTo>
                    <a:pt x="4" y="52"/>
                  </a:lnTo>
                  <a:lnTo>
                    <a:pt x="10" y="36"/>
                  </a:lnTo>
                  <a:lnTo>
                    <a:pt x="16" y="22"/>
                  </a:lnTo>
                  <a:lnTo>
                    <a:pt x="26" y="12"/>
                  </a:lnTo>
                  <a:lnTo>
                    <a:pt x="36" y="4"/>
                  </a:lnTo>
                  <a:lnTo>
                    <a:pt x="48" y="0"/>
                  </a:lnTo>
                  <a:lnTo>
                    <a:pt x="60" y="2"/>
                  </a:lnTo>
                  <a:lnTo>
                    <a:pt x="72" y="6"/>
                  </a:lnTo>
                  <a:lnTo>
                    <a:pt x="82" y="14"/>
                  </a:lnTo>
                  <a:lnTo>
                    <a:pt x="92" y="26"/>
                  </a:lnTo>
                  <a:lnTo>
                    <a:pt x="102" y="40"/>
                  </a:lnTo>
                  <a:lnTo>
                    <a:pt x="110" y="56"/>
                  </a:lnTo>
                  <a:lnTo>
                    <a:pt x="114" y="74"/>
                  </a:lnTo>
                  <a:lnTo>
                    <a:pt x="118" y="94"/>
                  </a:lnTo>
                  <a:lnTo>
                    <a:pt x="118" y="100"/>
                  </a:lnTo>
                  <a:lnTo>
                    <a:pt x="114" y="82"/>
                  </a:lnTo>
                  <a:lnTo>
                    <a:pt x="108" y="66"/>
                  </a:lnTo>
                  <a:lnTo>
                    <a:pt x="100" y="52"/>
                  </a:lnTo>
                  <a:lnTo>
                    <a:pt x="92" y="40"/>
                  </a:lnTo>
                  <a:lnTo>
                    <a:pt x="82" y="30"/>
                  </a:lnTo>
                  <a:lnTo>
                    <a:pt x="72" y="22"/>
                  </a:lnTo>
                  <a:lnTo>
                    <a:pt x="62" y="20"/>
                  </a:lnTo>
                  <a:lnTo>
                    <a:pt x="50" y="18"/>
                  </a:lnTo>
                  <a:close/>
                </a:path>
              </a:pathLst>
            </a:custGeom>
            <a:solidFill>
              <a:srgbClr val="E7E8E9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1" name="Freeform 211"/>
            <p:cNvSpPr/>
            <p:nvPr/>
          </p:nvSpPr>
          <p:spPr>
            <a:xfrm>
              <a:off x="938" y="439"/>
              <a:ext cx="96" cy="126"/>
            </a:xfrm>
            <a:custGeom>
              <a:avLst/>
              <a:gdLst/>
              <a:ahLst/>
              <a:cxnLst>
                <a:cxn ang="0">
                  <a:pos x="0" y="64"/>
                </a:cxn>
                <a:cxn ang="0">
                  <a:pos x="0" y="64"/>
                </a:cxn>
                <a:cxn ang="0">
                  <a:pos x="2" y="78"/>
                </a:cxn>
                <a:cxn ang="0">
                  <a:pos x="6" y="90"/>
                </a:cxn>
                <a:cxn ang="0">
                  <a:pos x="10" y="100"/>
                </a:cxn>
                <a:cxn ang="0">
                  <a:pos x="16" y="110"/>
                </a:cxn>
                <a:cxn ang="0">
                  <a:pos x="24" y="116"/>
                </a:cxn>
                <a:cxn ang="0">
                  <a:pos x="32" y="122"/>
                </a:cxn>
                <a:cxn ang="0">
                  <a:pos x="40" y="126"/>
                </a:cxn>
                <a:cxn ang="0">
                  <a:pos x="50" y="126"/>
                </a:cxn>
                <a:cxn ang="0">
                  <a:pos x="50" y="126"/>
                </a:cxn>
                <a:cxn ang="0">
                  <a:pos x="60" y="126"/>
                </a:cxn>
                <a:cxn ang="0">
                  <a:pos x="68" y="122"/>
                </a:cxn>
                <a:cxn ang="0">
                  <a:pos x="76" y="116"/>
                </a:cxn>
                <a:cxn ang="0">
                  <a:pos x="82" y="108"/>
                </a:cxn>
                <a:cxn ang="0">
                  <a:pos x="88" y="98"/>
                </a:cxn>
                <a:cxn ang="0">
                  <a:pos x="92" y="86"/>
                </a:cxn>
                <a:cxn ang="0">
                  <a:pos x="94" y="74"/>
                </a:cxn>
                <a:cxn ang="0">
                  <a:pos x="96" y="62"/>
                </a:cxn>
                <a:cxn ang="0">
                  <a:pos x="96" y="62"/>
                </a:cxn>
                <a:cxn ang="0">
                  <a:pos x="94" y="50"/>
                </a:cxn>
                <a:cxn ang="0">
                  <a:pos x="90" y="38"/>
                </a:cxn>
                <a:cxn ang="0">
                  <a:pos x="86" y="26"/>
                </a:cxn>
                <a:cxn ang="0">
                  <a:pos x="80" y="18"/>
                </a:cxn>
                <a:cxn ang="0">
                  <a:pos x="72" y="10"/>
                </a:cxn>
                <a:cxn ang="0">
                  <a:pos x="64" y="4"/>
                </a:cxn>
                <a:cxn ang="0">
                  <a:pos x="56" y="0"/>
                </a:cxn>
                <a:cxn ang="0">
                  <a:pos x="46" y="0"/>
                </a:cxn>
                <a:cxn ang="0">
                  <a:pos x="46" y="0"/>
                </a:cxn>
                <a:cxn ang="0">
                  <a:pos x="36" y="2"/>
                </a:cxn>
                <a:cxn ang="0">
                  <a:pos x="28" y="6"/>
                </a:cxn>
                <a:cxn ang="0">
                  <a:pos x="20" y="12"/>
                </a:cxn>
                <a:cxn ang="0">
                  <a:pos x="14" y="20"/>
                </a:cxn>
                <a:cxn ang="0">
                  <a:pos x="8" y="28"/>
                </a:cxn>
                <a:cxn ang="0">
                  <a:pos x="4" y="40"/>
                </a:cxn>
                <a:cxn ang="0">
                  <a:pos x="2" y="52"/>
                </a:cxn>
                <a:cxn ang="0">
                  <a:pos x="0" y="64"/>
                </a:cxn>
                <a:cxn ang="0">
                  <a:pos x="0" y="64"/>
                </a:cxn>
              </a:cxnLst>
              <a:rect l="0" t="0" r="0" b="0"/>
              <a:pathLst>
                <a:path w="96" h="126">
                  <a:moveTo>
                    <a:pt x="0" y="64"/>
                  </a:moveTo>
                  <a:lnTo>
                    <a:pt x="0" y="64"/>
                  </a:lnTo>
                  <a:lnTo>
                    <a:pt x="2" y="78"/>
                  </a:lnTo>
                  <a:lnTo>
                    <a:pt x="6" y="90"/>
                  </a:lnTo>
                  <a:lnTo>
                    <a:pt x="10" y="100"/>
                  </a:lnTo>
                  <a:lnTo>
                    <a:pt x="16" y="110"/>
                  </a:lnTo>
                  <a:lnTo>
                    <a:pt x="24" y="116"/>
                  </a:lnTo>
                  <a:lnTo>
                    <a:pt x="32" y="122"/>
                  </a:lnTo>
                  <a:lnTo>
                    <a:pt x="40" y="126"/>
                  </a:lnTo>
                  <a:lnTo>
                    <a:pt x="50" y="126"/>
                  </a:lnTo>
                  <a:lnTo>
                    <a:pt x="60" y="126"/>
                  </a:lnTo>
                  <a:lnTo>
                    <a:pt x="68" y="122"/>
                  </a:lnTo>
                  <a:lnTo>
                    <a:pt x="76" y="116"/>
                  </a:lnTo>
                  <a:lnTo>
                    <a:pt x="82" y="108"/>
                  </a:lnTo>
                  <a:lnTo>
                    <a:pt x="88" y="98"/>
                  </a:lnTo>
                  <a:lnTo>
                    <a:pt x="92" y="86"/>
                  </a:lnTo>
                  <a:lnTo>
                    <a:pt x="94" y="74"/>
                  </a:lnTo>
                  <a:lnTo>
                    <a:pt x="96" y="62"/>
                  </a:lnTo>
                  <a:lnTo>
                    <a:pt x="94" y="50"/>
                  </a:lnTo>
                  <a:lnTo>
                    <a:pt x="90" y="38"/>
                  </a:lnTo>
                  <a:lnTo>
                    <a:pt x="86" y="26"/>
                  </a:lnTo>
                  <a:lnTo>
                    <a:pt x="80" y="18"/>
                  </a:lnTo>
                  <a:lnTo>
                    <a:pt x="72" y="10"/>
                  </a:lnTo>
                  <a:lnTo>
                    <a:pt x="64" y="4"/>
                  </a:lnTo>
                  <a:lnTo>
                    <a:pt x="56" y="0"/>
                  </a:lnTo>
                  <a:lnTo>
                    <a:pt x="46" y="0"/>
                  </a:lnTo>
                  <a:lnTo>
                    <a:pt x="36" y="2"/>
                  </a:lnTo>
                  <a:lnTo>
                    <a:pt x="28" y="6"/>
                  </a:lnTo>
                  <a:lnTo>
                    <a:pt x="20" y="12"/>
                  </a:lnTo>
                  <a:lnTo>
                    <a:pt x="14" y="20"/>
                  </a:lnTo>
                  <a:lnTo>
                    <a:pt x="8" y="28"/>
                  </a:lnTo>
                  <a:lnTo>
                    <a:pt x="4" y="40"/>
                  </a:lnTo>
                  <a:lnTo>
                    <a:pt x="2" y="52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0079C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2" name="Freeform 212"/>
            <p:cNvSpPr/>
            <p:nvPr/>
          </p:nvSpPr>
          <p:spPr>
            <a:xfrm>
              <a:off x="944" y="451"/>
              <a:ext cx="76" cy="106"/>
            </a:xfrm>
            <a:custGeom>
              <a:avLst/>
              <a:gdLst/>
              <a:ahLst/>
              <a:cxnLst>
                <a:cxn ang="0">
                  <a:pos x="0" y="54"/>
                </a:cxn>
                <a:cxn ang="0">
                  <a:pos x="0" y="54"/>
                </a:cxn>
                <a:cxn ang="0">
                  <a:pos x="2" y="66"/>
                </a:cxn>
                <a:cxn ang="0">
                  <a:pos x="4" y="76"/>
                </a:cxn>
                <a:cxn ang="0">
                  <a:pos x="8" y="84"/>
                </a:cxn>
                <a:cxn ang="0">
                  <a:pos x="12" y="92"/>
                </a:cxn>
                <a:cxn ang="0">
                  <a:pos x="18" y="98"/>
                </a:cxn>
                <a:cxn ang="0">
                  <a:pos x="26" y="102"/>
                </a:cxn>
                <a:cxn ang="0">
                  <a:pos x="32" y="106"/>
                </a:cxn>
                <a:cxn ang="0">
                  <a:pos x="40" y="106"/>
                </a:cxn>
                <a:cxn ang="0">
                  <a:pos x="40" y="106"/>
                </a:cxn>
                <a:cxn ang="0">
                  <a:pos x="48" y="106"/>
                </a:cxn>
                <a:cxn ang="0">
                  <a:pos x="54" y="102"/>
                </a:cxn>
                <a:cxn ang="0">
                  <a:pos x="62" y="96"/>
                </a:cxn>
                <a:cxn ang="0">
                  <a:pos x="66" y="90"/>
                </a:cxn>
                <a:cxn ang="0">
                  <a:pos x="72" y="82"/>
                </a:cxn>
                <a:cxn ang="0">
                  <a:pos x="74" y="72"/>
                </a:cxn>
                <a:cxn ang="0">
                  <a:pos x="76" y="62"/>
                </a:cxn>
                <a:cxn ang="0">
                  <a:pos x="76" y="52"/>
                </a:cxn>
                <a:cxn ang="0">
                  <a:pos x="76" y="52"/>
                </a:cxn>
                <a:cxn ang="0">
                  <a:pos x="76" y="42"/>
                </a:cxn>
                <a:cxn ang="0">
                  <a:pos x="74" y="32"/>
                </a:cxn>
                <a:cxn ang="0">
                  <a:pos x="70" y="22"/>
                </a:cxn>
                <a:cxn ang="0">
                  <a:pos x="64" y="14"/>
                </a:cxn>
                <a:cxn ang="0">
                  <a:pos x="58" y="8"/>
                </a:cxn>
                <a:cxn ang="0">
                  <a:pos x="52" y="4"/>
                </a:cxn>
                <a:cxn ang="0">
                  <a:pos x="44" y="0"/>
                </a:cxn>
                <a:cxn ang="0">
                  <a:pos x="38" y="0"/>
                </a:cxn>
                <a:cxn ang="0">
                  <a:pos x="38" y="0"/>
                </a:cxn>
                <a:cxn ang="0">
                  <a:pos x="30" y="2"/>
                </a:cxn>
                <a:cxn ang="0">
                  <a:pos x="22" y="4"/>
                </a:cxn>
                <a:cxn ang="0">
                  <a:pos x="16" y="10"/>
                </a:cxn>
                <a:cxn ang="0">
                  <a:pos x="10" y="16"/>
                </a:cxn>
                <a:cxn ang="0">
                  <a:pos x="6" y="24"/>
                </a:cxn>
                <a:cxn ang="0">
                  <a:pos x="2" y="34"/>
                </a:cxn>
                <a:cxn ang="0">
                  <a:pos x="0" y="44"/>
                </a:cxn>
                <a:cxn ang="0">
                  <a:pos x="0" y="54"/>
                </a:cxn>
                <a:cxn ang="0">
                  <a:pos x="0" y="54"/>
                </a:cxn>
              </a:cxnLst>
              <a:rect l="0" t="0" r="0" b="0"/>
              <a:pathLst>
                <a:path w="76" h="106">
                  <a:moveTo>
                    <a:pt x="0" y="54"/>
                  </a:moveTo>
                  <a:lnTo>
                    <a:pt x="0" y="54"/>
                  </a:lnTo>
                  <a:lnTo>
                    <a:pt x="2" y="66"/>
                  </a:lnTo>
                  <a:lnTo>
                    <a:pt x="4" y="76"/>
                  </a:lnTo>
                  <a:lnTo>
                    <a:pt x="8" y="84"/>
                  </a:lnTo>
                  <a:lnTo>
                    <a:pt x="12" y="92"/>
                  </a:lnTo>
                  <a:lnTo>
                    <a:pt x="18" y="98"/>
                  </a:lnTo>
                  <a:lnTo>
                    <a:pt x="26" y="102"/>
                  </a:lnTo>
                  <a:lnTo>
                    <a:pt x="32" y="106"/>
                  </a:lnTo>
                  <a:lnTo>
                    <a:pt x="40" y="106"/>
                  </a:lnTo>
                  <a:lnTo>
                    <a:pt x="48" y="106"/>
                  </a:lnTo>
                  <a:lnTo>
                    <a:pt x="54" y="102"/>
                  </a:lnTo>
                  <a:lnTo>
                    <a:pt x="62" y="96"/>
                  </a:lnTo>
                  <a:lnTo>
                    <a:pt x="66" y="90"/>
                  </a:lnTo>
                  <a:lnTo>
                    <a:pt x="72" y="82"/>
                  </a:lnTo>
                  <a:lnTo>
                    <a:pt x="74" y="72"/>
                  </a:lnTo>
                  <a:lnTo>
                    <a:pt x="76" y="62"/>
                  </a:lnTo>
                  <a:lnTo>
                    <a:pt x="76" y="52"/>
                  </a:lnTo>
                  <a:lnTo>
                    <a:pt x="76" y="42"/>
                  </a:lnTo>
                  <a:lnTo>
                    <a:pt x="74" y="32"/>
                  </a:lnTo>
                  <a:lnTo>
                    <a:pt x="70" y="22"/>
                  </a:lnTo>
                  <a:lnTo>
                    <a:pt x="64" y="14"/>
                  </a:lnTo>
                  <a:lnTo>
                    <a:pt x="58" y="8"/>
                  </a:lnTo>
                  <a:lnTo>
                    <a:pt x="52" y="4"/>
                  </a:lnTo>
                  <a:lnTo>
                    <a:pt x="44" y="0"/>
                  </a:lnTo>
                  <a:lnTo>
                    <a:pt x="38" y="0"/>
                  </a:lnTo>
                  <a:lnTo>
                    <a:pt x="30" y="2"/>
                  </a:lnTo>
                  <a:lnTo>
                    <a:pt x="22" y="4"/>
                  </a:lnTo>
                  <a:lnTo>
                    <a:pt x="16" y="10"/>
                  </a:lnTo>
                  <a:lnTo>
                    <a:pt x="10" y="16"/>
                  </a:lnTo>
                  <a:lnTo>
                    <a:pt x="6" y="24"/>
                  </a:lnTo>
                  <a:lnTo>
                    <a:pt x="2" y="34"/>
                  </a:lnTo>
                  <a:lnTo>
                    <a:pt x="0" y="44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5DB1E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3" name="Freeform 213"/>
            <p:cNvSpPr/>
            <p:nvPr/>
          </p:nvSpPr>
          <p:spPr>
            <a:xfrm>
              <a:off x="950" y="479"/>
              <a:ext cx="48" cy="62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32"/>
                </a:cxn>
                <a:cxn ang="0">
                  <a:pos x="2" y="44"/>
                </a:cxn>
                <a:cxn ang="0">
                  <a:pos x="8" y="54"/>
                </a:cxn>
                <a:cxn ang="0">
                  <a:pos x="16" y="60"/>
                </a:cxn>
                <a:cxn ang="0">
                  <a:pos x="20" y="62"/>
                </a:cxn>
                <a:cxn ang="0">
                  <a:pos x="26" y="62"/>
                </a:cxn>
                <a:cxn ang="0">
                  <a:pos x="26" y="62"/>
                </a:cxn>
                <a:cxn ang="0">
                  <a:pos x="30" y="62"/>
                </a:cxn>
                <a:cxn ang="0">
                  <a:pos x="34" y="60"/>
                </a:cxn>
                <a:cxn ang="0">
                  <a:pos x="42" y="52"/>
                </a:cxn>
                <a:cxn ang="0">
                  <a:pos x="48" y="42"/>
                </a:cxn>
                <a:cxn ang="0">
                  <a:pos x="48" y="30"/>
                </a:cxn>
                <a:cxn ang="0">
                  <a:pos x="48" y="30"/>
                </a:cxn>
                <a:cxn ang="0">
                  <a:pos x="46" y="18"/>
                </a:cxn>
                <a:cxn ang="0">
                  <a:pos x="40" y="8"/>
                </a:cxn>
                <a:cxn ang="0">
                  <a:pos x="32" y="2"/>
                </a:cxn>
                <a:cxn ang="0">
                  <a:pos x="28" y="0"/>
                </a:cxn>
                <a:cxn ang="0">
                  <a:pos x="24" y="0"/>
                </a:cxn>
                <a:cxn ang="0">
                  <a:pos x="24" y="0"/>
                </a:cxn>
                <a:cxn ang="0">
                  <a:pos x="18" y="0"/>
                </a:cxn>
                <a:cxn ang="0">
                  <a:pos x="14" y="2"/>
                </a:cxn>
                <a:cxn ang="0">
                  <a:pos x="6" y="10"/>
                </a:cxn>
                <a:cxn ang="0">
                  <a:pos x="0" y="20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0" b="0"/>
              <a:pathLst>
                <a:path w="48" h="62">
                  <a:moveTo>
                    <a:pt x="0" y="32"/>
                  </a:moveTo>
                  <a:lnTo>
                    <a:pt x="0" y="32"/>
                  </a:lnTo>
                  <a:lnTo>
                    <a:pt x="2" y="44"/>
                  </a:lnTo>
                  <a:lnTo>
                    <a:pt x="8" y="54"/>
                  </a:lnTo>
                  <a:lnTo>
                    <a:pt x="16" y="60"/>
                  </a:lnTo>
                  <a:lnTo>
                    <a:pt x="20" y="62"/>
                  </a:lnTo>
                  <a:lnTo>
                    <a:pt x="26" y="62"/>
                  </a:lnTo>
                  <a:lnTo>
                    <a:pt x="30" y="62"/>
                  </a:lnTo>
                  <a:lnTo>
                    <a:pt x="34" y="60"/>
                  </a:lnTo>
                  <a:lnTo>
                    <a:pt x="42" y="52"/>
                  </a:lnTo>
                  <a:lnTo>
                    <a:pt x="48" y="42"/>
                  </a:lnTo>
                  <a:lnTo>
                    <a:pt x="48" y="30"/>
                  </a:lnTo>
                  <a:lnTo>
                    <a:pt x="46" y="18"/>
                  </a:lnTo>
                  <a:lnTo>
                    <a:pt x="40" y="8"/>
                  </a:lnTo>
                  <a:lnTo>
                    <a:pt x="32" y="2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4" y="2"/>
                  </a:lnTo>
                  <a:lnTo>
                    <a:pt x="6" y="10"/>
                  </a:lnTo>
                  <a:lnTo>
                    <a:pt x="0" y="20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4" name="Freeform 214"/>
            <p:cNvSpPr/>
            <p:nvPr/>
          </p:nvSpPr>
          <p:spPr>
            <a:xfrm>
              <a:off x="976" y="475"/>
              <a:ext cx="20" cy="26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0" y="12"/>
                </a:cxn>
                <a:cxn ang="0">
                  <a:pos x="0" y="18"/>
                </a:cxn>
                <a:cxn ang="0">
                  <a:pos x="2" y="22"/>
                </a:cxn>
                <a:cxn ang="0">
                  <a:pos x="4" y="24"/>
                </a:cxn>
                <a:cxn ang="0">
                  <a:pos x="8" y="26"/>
                </a:cxn>
                <a:cxn ang="0">
                  <a:pos x="8" y="26"/>
                </a:cxn>
                <a:cxn ang="0">
                  <a:pos x="12" y="24"/>
                </a:cxn>
                <a:cxn ang="0">
                  <a:pos x="16" y="22"/>
                </a:cxn>
                <a:cxn ang="0">
                  <a:pos x="18" y="18"/>
                </a:cxn>
                <a:cxn ang="0">
                  <a:pos x="20" y="14"/>
                </a:cxn>
                <a:cxn ang="0">
                  <a:pos x="20" y="14"/>
                </a:cxn>
                <a:cxn ang="0">
                  <a:pos x="18" y="10"/>
                </a:cxn>
                <a:cxn ang="0">
                  <a:pos x="18" y="6"/>
                </a:cxn>
                <a:cxn ang="0">
                  <a:pos x="14" y="2"/>
                </a:cxn>
                <a:cxn ang="0">
                  <a:pos x="10" y="0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4" y="4"/>
                </a:cxn>
                <a:cxn ang="0">
                  <a:pos x="2" y="8"/>
                </a:cxn>
                <a:cxn ang="0">
                  <a:pos x="0" y="12"/>
                </a:cxn>
                <a:cxn ang="0">
                  <a:pos x="0" y="12"/>
                </a:cxn>
              </a:cxnLst>
              <a:rect l="0" t="0" r="0" b="0"/>
              <a:pathLst>
                <a:path w="20" h="26">
                  <a:moveTo>
                    <a:pt x="0" y="12"/>
                  </a:moveTo>
                  <a:lnTo>
                    <a:pt x="0" y="12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4" y="24"/>
                  </a:lnTo>
                  <a:lnTo>
                    <a:pt x="8" y="26"/>
                  </a:lnTo>
                  <a:lnTo>
                    <a:pt x="12" y="24"/>
                  </a:lnTo>
                  <a:lnTo>
                    <a:pt x="16" y="22"/>
                  </a:lnTo>
                  <a:lnTo>
                    <a:pt x="18" y="18"/>
                  </a:lnTo>
                  <a:lnTo>
                    <a:pt x="20" y="14"/>
                  </a:lnTo>
                  <a:lnTo>
                    <a:pt x="18" y="10"/>
                  </a:lnTo>
                  <a:lnTo>
                    <a:pt x="18" y="6"/>
                  </a:lnTo>
                  <a:lnTo>
                    <a:pt x="14" y="2"/>
                  </a:lnTo>
                  <a:lnTo>
                    <a:pt x="10" y="0"/>
                  </a:lnTo>
                  <a:lnTo>
                    <a:pt x="6" y="2"/>
                  </a:lnTo>
                  <a:lnTo>
                    <a:pt x="4" y="4"/>
                  </a:lnTo>
                  <a:lnTo>
                    <a:pt x="2" y="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5" name="Freeform 215"/>
            <p:cNvSpPr/>
            <p:nvPr/>
          </p:nvSpPr>
          <p:spPr>
            <a:xfrm>
              <a:off x="1166" y="439"/>
              <a:ext cx="96" cy="126"/>
            </a:xfrm>
            <a:custGeom>
              <a:avLst/>
              <a:gdLst/>
              <a:ahLst/>
              <a:cxnLst>
                <a:cxn ang="0">
                  <a:pos x="0" y="56"/>
                </a:cxn>
                <a:cxn ang="0">
                  <a:pos x="0" y="56"/>
                </a:cxn>
                <a:cxn ang="0">
                  <a:pos x="0" y="68"/>
                </a:cxn>
                <a:cxn ang="0">
                  <a:pos x="0" y="80"/>
                </a:cxn>
                <a:cxn ang="0">
                  <a:pos x="2" y="92"/>
                </a:cxn>
                <a:cxn ang="0">
                  <a:pos x="8" y="102"/>
                </a:cxn>
                <a:cxn ang="0">
                  <a:pos x="12" y="112"/>
                </a:cxn>
                <a:cxn ang="0">
                  <a:pos x="20" y="118"/>
                </a:cxn>
                <a:cxn ang="0">
                  <a:pos x="28" y="124"/>
                </a:cxn>
                <a:cxn ang="0">
                  <a:pos x="38" y="126"/>
                </a:cxn>
                <a:cxn ang="0">
                  <a:pos x="38" y="126"/>
                </a:cxn>
                <a:cxn ang="0">
                  <a:pos x="46" y="126"/>
                </a:cxn>
                <a:cxn ang="0">
                  <a:pos x="56" y="124"/>
                </a:cxn>
                <a:cxn ang="0">
                  <a:pos x="66" y="120"/>
                </a:cxn>
                <a:cxn ang="0">
                  <a:pos x="74" y="114"/>
                </a:cxn>
                <a:cxn ang="0">
                  <a:pos x="80" y="106"/>
                </a:cxn>
                <a:cxn ang="0">
                  <a:pos x="86" y="96"/>
                </a:cxn>
                <a:cxn ang="0">
                  <a:pos x="92" y="84"/>
                </a:cxn>
                <a:cxn ang="0">
                  <a:pos x="94" y="72"/>
                </a:cxn>
                <a:cxn ang="0">
                  <a:pos x="94" y="72"/>
                </a:cxn>
                <a:cxn ang="0">
                  <a:pos x="96" y="58"/>
                </a:cxn>
                <a:cxn ang="0">
                  <a:pos x="94" y="46"/>
                </a:cxn>
                <a:cxn ang="0">
                  <a:pos x="92" y="34"/>
                </a:cxn>
                <a:cxn ang="0">
                  <a:pos x="88" y="24"/>
                </a:cxn>
                <a:cxn ang="0">
                  <a:pos x="82" y="16"/>
                </a:cxn>
                <a:cxn ang="0">
                  <a:pos x="76" y="8"/>
                </a:cxn>
                <a:cxn ang="0">
                  <a:pos x="68" y="4"/>
                </a:cxn>
                <a:cxn ang="0">
                  <a:pos x="58" y="0"/>
                </a:cxn>
                <a:cxn ang="0">
                  <a:pos x="58" y="0"/>
                </a:cxn>
                <a:cxn ang="0">
                  <a:pos x="48" y="0"/>
                </a:cxn>
                <a:cxn ang="0">
                  <a:pos x="38" y="2"/>
                </a:cxn>
                <a:cxn ang="0">
                  <a:pos x="30" y="8"/>
                </a:cxn>
                <a:cxn ang="0">
                  <a:pos x="22" y="14"/>
                </a:cxn>
                <a:cxn ang="0">
                  <a:pos x="14" y="22"/>
                </a:cxn>
                <a:cxn ang="0">
                  <a:pos x="8" y="32"/>
                </a:cxn>
                <a:cxn ang="0">
                  <a:pos x="4" y="44"/>
                </a:cxn>
                <a:cxn ang="0">
                  <a:pos x="0" y="56"/>
                </a:cxn>
                <a:cxn ang="0">
                  <a:pos x="0" y="56"/>
                </a:cxn>
              </a:cxnLst>
              <a:rect l="0" t="0" r="0" b="0"/>
              <a:pathLst>
                <a:path w="96" h="126">
                  <a:moveTo>
                    <a:pt x="0" y="56"/>
                  </a:moveTo>
                  <a:lnTo>
                    <a:pt x="0" y="56"/>
                  </a:lnTo>
                  <a:lnTo>
                    <a:pt x="0" y="68"/>
                  </a:lnTo>
                  <a:lnTo>
                    <a:pt x="0" y="80"/>
                  </a:lnTo>
                  <a:lnTo>
                    <a:pt x="2" y="92"/>
                  </a:lnTo>
                  <a:lnTo>
                    <a:pt x="8" y="102"/>
                  </a:lnTo>
                  <a:lnTo>
                    <a:pt x="12" y="112"/>
                  </a:lnTo>
                  <a:lnTo>
                    <a:pt x="20" y="118"/>
                  </a:lnTo>
                  <a:lnTo>
                    <a:pt x="28" y="124"/>
                  </a:lnTo>
                  <a:lnTo>
                    <a:pt x="38" y="126"/>
                  </a:lnTo>
                  <a:lnTo>
                    <a:pt x="46" y="126"/>
                  </a:lnTo>
                  <a:lnTo>
                    <a:pt x="56" y="124"/>
                  </a:lnTo>
                  <a:lnTo>
                    <a:pt x="66" y="120"/>
                  </a:lnTo>
                  <a:lnTo>
                    <a:pt x="74" y="114"/>
                  </a:lnTo>
                  <a:lnTo>
                    <a:pt x="80" y="106"/>
                  </a:lnTo>
                  <a:lnTo>
                    <a:pt x="86" y="96"/>
                  </a:lnTo>
                  <a:lnTo>
                    <a:pt x="92" y="84"/>
                  </a:lnTo>
                  <a:lnTo>
                    <a:pt x="94" y="72"/>
                  </a:lnTo>
                  <a:lnTo>
                    <a:pt x="96" y="58"/>
                  </a:lnTo>
                  <a:lnTo>
                    <a:pt x="94" y="46"/>
                  </a:lnTo>
                  <a:lnTo>
                    <a:pt x="92" y="34"/>
                  </a:lnTo>
                  <a:lnTo>
                    <a:pt x="88" y="24"/>
                  </a:lnTo>
                  <a:lnTo>
                    <a:pt x="82" y="16"/>
                  </a:lnTo>
                  <a:lnTo>
                    <a:pt x="76" y="8"/>
                  </a:lnTo>
                  <a:lnTo>
                    <a:pt x="68" y="4"/>
                  </a:lnTo>
                  <a:lnTo>
                    <a:pt x="58" y="0"/>
                  </a:lnTo>
                  <a:lnTo>
                    <a:pt x="48" y="0"/>
                  </a:lnTo>
                  <a:lnTo>
                    <a:pt x="38" y="2"/>
                  </a:lnTo>
                  <a:lnTo>
                    <a:pt x="30" y="8"/>
                  </a:lnTo>
                  <a:lnTo>
                    <a:pt x="22" y="14"/>
                  </a:lnTo>
                  <a:lnTo>
                    <a:pt x="14" y="22"/>
                  </a:lnTo>
                  <a:lnTo>
                    <a:pt x="8" y="32"/>
                  </a:lnTo>
                  <a:lnTo>
                    <a:pt x="4" y="44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0079C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6" name="Freeform 216"/>
            <p:cNvSpPr/>
            <p:nvPr/>
          </p:nvSpPr>
          <p:spPr>
            <a:xfrm>
              <a:off x="1172" y="451"/>
              <a:ext cx="78" cy="106"/>
            </a:xfrm>
            <a:custGeom>
              <a:avLst/>
              <a:gdLst/>
              <a:ahLst/>
              <a:cxnLst>
                <a:cxn ang="0">
                  <a:pos x="2" y="46"/>
                </a:cxn>
                <a:cxn ang="0">
                  <a:pos x="2" y="46"/>
                </a:cxn>
                <a:cxn ang="0">
                  <a:pos x="0" y="58"/>
                </a:cxn>
                <a:cxn ang="0">
                  <a:pos x="2" y="68"/>
                </a:cxn>
                <a:cxn ang="0">
                  <a:pos x="4" y="78"/>
                </a:cxn>
                <a:cxn ang="0">
                  <a:pos x="6" y="86"/>
                </a:cxn>
                <a:cxn ang="0">
                  <a:pos x="12" y="94"/>
                </a:cxn>
                <a:cxn ang="0">
                  <a:pos x="18" y="100"/>
                </a:cxn>
                <a:cxn ang="0">
                  <a:pos x="24" y="104"/>
                </a:cxn>
                <a:cxn ang="0">
                  <a:pos x="32" y="106"/>
                </a:cxn>
                <a:cxn ang="0">
                  <a:pos x="32" y="106"/>
                </a:cxn>
                <a:cxn ang="0">
                  <a:pos x="38" y="106"/>
                </a:cxn>
                <a:cxn ang="0">
                  <a:pos x="46" y="104"/>
                </a:cxn>
                <a:cxn ang="0">
                  <a:pos x="54" y="100"/>
                </a:cxn>
                <a:cxn ang="0">
                  <a:pos x="60" y="94"/>
                </a:cxn>
                <a:cxn ang="0">
                  <a:pos x="66" y="88"/>
                </a:cxn>
                <a:cxn ang="0">
                  <a:pos x="72" y="80"/>
                </a:cxn>
                <a:cxn ang="0">
                  <a:pos x="74" y="70"/>
                </a:cxn>
                <a:cxn ang="0">
                  <a:pos x="78" y="60"/>
                </a:cxn>
                <a:cxn ang="0">
                  <a:pos x="78" y="60"/>
                </a:cxn>
                <a:cxn ang="0">
                  <a:pos x="78" y="48"/>
                </a:cxn>
                <a:cxn ang="0">
                  <a:pos x="78" y="38"/>
                </a:cxn>
                <a:cxn ang="0">
                  <a:pos x="76" y="28"/>
                </a:cxn>
                <a:cxn ang="0">
                  <a:pos x="72" y="20"/>
                </a:cxn>
                <a:cxn ang="0">
                  <a:pos x="68" y="12"/>
                </a:cxn>
                <a:cxn ang="0">
                  <a:pos x="62" y="6"/>
                </a:cxn>
                <a:cxn ang="0">
                  <a:pos x="56" y="2"/>
                </a:cxn>
                <a:cxn ang="0">
                  <a:pos x="48" y="0"/>
                </a:cxn>
                <a:cxn ang="0">
                  <a:pos x="48" y="0"/>
                </a:cxn>
                <a:cxn ang="0">
                  <a:pos x="40" y="0"/>
                </a:cxn>
                <a:cxn ang="0">
                  <a:pos x="32" y="2"/>
                </a:cxn>
                <a:cxn ang="0">
                  <a:pos x="26" y="6"/>
                </a:cxn>
                <a:cxn ang="0">
                  <a:pos x="18" y="12"/>
                </a:cxn>
                <a:cxn ang="0">
                  <a:pos x="12" y="18"/>
                </a:cxn>
                <a:cxn ang="0">
                  <a:pos x="8" y="26"/>
                </a:cxn>
                <a:cxn ang="0">
                  <a:pos x="4" y="36"/>
                </a:cxn>
                <a:cxn ang="0">
                  <a:pos x="2" y="46"/>
                </a:cxn>
                <a:cxn ang="0">
                  <a:pos x="2" y="46"/>
                </a:cxn>
              </a:cxnLst>
              <a:rect l="0" t="0" r="0" b="0"/>
              <a:pathLst>
                <a:path w="78" h="106">
                  <a:moveTo>
                    <a:pt x="2" y="46"/>
                  </a:moveTo>
                  <a:lnTo>
                    <a:pt x="2" y="46"/>
                  </a:lnTo>
                  <a:lnTo>
                    <a:pt x="0" y="58"/>
                  </a:lnTo>
                  <a:lnTo>
                    <a:pt x="2" y="68"/>
                  </a:lnTo>
                  <a:lnTo>
                    <a:pt x="4" y="78"/>
                  </a:lnTo>
                  <a:lnTo>
                    <a:pt x="6" y="86"/>
                  </a:lnTo>
                  <a:lnTo>
                    <a:pt x="12" y="94"/>
                  </a:lnTo>
                  <a:lnTo>
                    <a:pt x="18" y="100"/>
                  </a:lnTo>
                  <a:lnTo>
                    <a:pt x="24" y="104"/>
                  </a:lnTo>
                  <a:lnTo>
                    <a:pt x="32" y="106"/>
                  </a:lnTo>
                  <a:lnTo>
                    <a:pt x="38" y="106"/>
                  </a:lnTo>
                  <a:lnTo>
                    <a:pt x="46" y="104"/>
                  </a:lnTo>
                  <a:lnTo>
                    <a:pt x="54" y="100"/>
                  </a:lnTo>
                  <a:lnTo>
                    <a:pt x="60" y="94"/>
                  </a:lnTo>
                  <a:lnTo>
                    <a:pt x="66" y="88"/>
                  </a:lnTo>
                  <a:lnTo>
                    <a:pt x="72" y="80"/>
                  </a:lnTo>
                  <a:lnTo>
                    <a:pt x="74" y="70"/>
                  </a:lnTo>
                  <a:lnTo>
                    <a:pt x="78" y="60"/>
                  </a:lnTo>
                  <a:lnTo>
                    <a:pt x="78" y="48"/>
                  </a:lnTo>
                  <a:lnTo>
                    <a:pt x="78" y="38"/>
                  </a:lnTo>
                  <a:lnTo>
                    <a:pt x="76" y="28"/>
                  </a:lnTo>
                  <a:lnTo>
                    <a:pt x="72" y="20"/>
                  </a:lnTo>
                  <a:lnTo>
                    <a:pt x="68" y="12"/>
                  </a:lnTo>
                  <a:lnTo>
                    <a:pt x="62" y="6"/>
                  </a:lnTo>
                  <a:lnTo>
                    <a:pt x="56" y="2"/>
                  </a:lnTo>
                  <a:lnTo>
                    <a:pt x="48" y="0"/>
                  </a:lnTo>
                  <a:lnTo>
                    <a:pt x="40" y="0"/>
                  </a:lnTo>
                  <a:lnTo>
                    <a:pt x="32" y="2"/>
                  </a:lnTo>
                  <a:lnTo>
                    <a:pt x="26" y="6"/>
                  </a:lnTo>
                  <a:lnTo>
                    <a:pt x="18" y="12"/>
                  </a:lnTo>
                  <a:lnTo>
                    <a:pt x="12" y="18"/>
                  </a:lnTo>
                  <a:lnTo>
                    <a:pt x="8" y="26"/>
                  </a:lnTo>
                  <a:lnTo>
                    <a:pt x="4" y="36"/>
                  </a:lnTo>
                  <a:lnTo>
                    <a:pt x="2" y="46"/>
                  </a:lnTo>
                  <a:close/>
                </a:path>
              </a:pathLst>
            </a:custGeom>
            <a:solidFill>
              <a:srgbClr val="5DB1E3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7" name="Freeform 217"/>
            <p:cNvSpPr/>
            <p:nvPr/>
          </p:nvSpPr>
          <p:spPr>
            <a:xfrm>
              <a:off x="1176" y="477"/>
              <a:ext cx="50" cy="62"/>
            </a:xfrm>
            <a:custGeom>
              <a:avLst/>
              <a:gdLst/>
              <a:ahLst/>
              <a:cxnLst>
                <a:cxn ang="0">
                  <a:pos x="0" y="26"/>
                </a:cxn>
                <a:cxn ang="0">
                  <a:pos x="0" y="26"/>
                </a:cxn>
                <a:cxn ang="0">
                  <a:pos x="0" y="40"/>
                </a:cxn>
                <a:cxn ang="0">
                  <a:pos x="4" y="50"/>
                </a:cxn>
                <a:cxn ang="0">
                  <a:pos x="10" y="58"/>
                </a:cxn>
                <a:cxn ang="0">
                  <a:pos x="14" y="60"/>
                </a:cxn>
                <a:cxn ang="0">
                  <a:pos x="20" y="62"/>
                </a:cxn>
                <a:cxn ang="0">
                  <a:pos x="20" y="62"/>
                </a:cxn>
                <a:cxn ang="0">
                  <a:pos x="24" y="62"/>
                </a:cxn>
                <a:cxn ang="0">
                  <a:pos x="30" y="60"/>
                </a:cxn>
                <a:cxn ang="0">
                  <a:pos x="38" y="56"/>
                </a:cxn>
                <a:cxn ang="0">
                  <a:pos x="46" y="46"/>
                </a:cxn>
                <a:cxn ang="0">
                  <a:pos x="48" y="34"/>
                </a:cxn>
                <a:cxn ang="0">
                  <a:pos x="48" y="34"/>
                </a:cxn>
                <a:cxn ang="0">
                  <a:pos x="50" y="22"/>
                </a:cxn>
                <a:cxn ang="0">
                  <a:pos x="46" y="12"/>
                </a:cxn>
                <a:cxn ang="0">
                  <a:pos x="38" y="4"/>
                </a:cxn>
                <a:cxn ang="0">
                  <a:pos x="34" y="2"/>
                </a:cxn>
                <a:cxn ang="0">
                  <a:pos x="30" y="0"/>
                </a:cxn>
                <a:cxn ang="0">
                  <a:pos x="30" y="0"/>
                </a:cxn>
                <a:cxn ang="0">
                  <a:pos x="24" y="0"/>
                </a:cxn>
                <a:cxn ang="0">
                  <a:pos x="20" y="0"/>
                </a:cxn>
                <a:cxn ang="0">
                  <a:pos x="10" y="6"/>
                </a:cxn>
                <a:cxn ang="0">
                  <a:pos x="4" y="14"/>
                </a:cxn>
                <a:cxn ang="0">
                  <a:pos x="0" y="26"/>
                </a:cxn>
                <a:cxn ang="0">
                  <a:pos x="0" y="26"/>
                </a:cxn>
              </a:cxnLst>
              <a:rect l="0" t="0" r="0" b="0"/>
              <a:pathLst>
                <a:path w="50" h="62">
                  <a:moveTo>
                    <a:pt x="0" y="26"/>
                  </a:moveTo>
                  <a:lnTo>
                    <a:pt x="0" y="26"/>
                  </a:lnTo>
                  <a:lnTo>
                    <a:pt x="0" y="40"/>
                  </a:lnTo>
                  <a:lnTo>
                    <a:pt x="4" y="50"/>
                  </a:lnTo>
                  <a:lnTo>
                    <a:pt x="10" y="58"/>
                  </a:lnTo>
                  <a:lnTo>
                    <a:pt x="14" y="60"/>
                  </a:lnTo>
                  <a:lnTo>
                    <a:pt x="20" y="62"/>
                  </a:lnTo>
                  <a:lnTo>
                    <a:pt x="24" y="62"/>
                  </a:lnTo>
                  <a:lnTo>
                    <a:pt x="30" y="60"/>
                  </a:lnTo>
                  <a:lnTo>
                    <a:pt x="38" y="56"/>
                  </a:lnTo>
                  <a:lnTo>
                    <a:pt x="46" y="46"/>
                  </a:lnTo>
                  <a:lnTo>
                    <a:pt x="48" y="34"/>
                  </a:lnTo>
                  <a:lnTo>
                    <a:pt x="50" y="22"/>
                  </a:lnTo>
                  <a:lnTo>
                    <a:pt x="46" y="12"/>
                  </a:lnTo>
                  <a:lnTo>
                    <a:pt x="38" y="4"/>
                  </a:lnTo>
                  <a:lnTo>
                    <a:pt x="34" y="2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20" y="0"/>
                  </a:lnTo>
                  <a:lnTo>
                    <a:pt x="10" y="6"/>
                  </a:lnTo>
                  <a:lnTo>
                    <a:pt x="4" y="14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8" name="Freeform 218"/>
            <p:cNvSpPr/>
            <p:nvPr/>
          </p:nvSpPr>
          <p:spPr>
            <a:xfrm>
              <a:off x="1206" y="477"/>
              <a:ext cx="20" cy="24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0" y="8"/>
                </a:cxn>
                <a:cxn ang="0">
                  <a:pos x="0" y="14"/>
                </a:cxn>
                <a:cxn ang="0">
                  <a:pos x="0" y="18"/>
                </a:cxn>
                <a:cxn ang="0">
                  <a:pos x="2" y="22"/>
                </a:cxn>
                <a:cxn ang="0">
                  <a:pos x="6" y="24"/>
                </a:cxn>
                <a:cxn ang="0">
                  <a:pos x="6" y="24"/>
                </a:cxn>
                <a:cxn ang="0">
                  <a:pos x="10" y="24"/>
                </a:cxn>
                <a:cxn ang="0">
                  <a:pos x="14" y="22"/>
                </a:cxn>
                <a:cxn ang="0">
                  <a:pos x="16" y="18"/>
                </a:cxn>
                <a:cxn ang="0">
                  <a:pos x="20" y="14"/>
                </a:cxn>
                <a:cxn ang="0">
                  <a:pos x="20" y="14"/>
                </a:cxn>
                <a:cxn ang="0">
                  <a:pos x="20" y="10"/>
                </a:cxn>
                <a:cxn ang="0">
                  <a:pos x="18" y="6"/>
                </a:cxn>
                <a:cxn ang="0">
                  <a:pos x="16" y="2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2" y="4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0" b="0"/>
              <a:pathLst>
                <a:path w="20" h="24">
                  <a:moveTo>
                    <a:pt x="0" y="8"/>
                  </a:moveTo>
                  <a:lnTo>
                    <a:pt x="0" y="8"/>
                  </a:lnTo>
                  <a:lnTo>
                    <a:pt x="0" y="14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6" y="24"/>
                  </a:lnTo>
                  <a:lnTo>
                    <a:pt x="10" y="24"/>
                  </a:lnTo>
                  <a:lnTo>
                    <a:pt x="14" y="22"/>
                  </a:lnTo>
                  <a:lnTo>
                    <a:pt x="16" y="18"/>
                  </a:lnTo>
                  <a:lnTo>
                    <a:pt x="20" y="14"/>
                  </a:lnTo>
                  <a:lnTo>
                    <a:pt x="20" y="10"/>
                  </a:lnTo>
                  <a:lnTo>
                    <a:pt x="18" y="6"/>
                  </a:lnTo>
                  <a:lnTo>
                    <a:pt x="16" y="2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2"/>
                  </a:lnTo>
                  <a:lnTo>
                    <a:pt x="2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9" name="Freeform 219"/>
            <p:cNvSpPr/>
            <p:nvPr/>
          </p:nvSpPr>
          <p:spPr>
            <a:xfrm>
              <a:off x="934" y="591"/>
              <a:ext cx="56" cy="46"/>
            </a:xfrm>
            <a:custGeom>
              <a:avLst/>
              <a:gdLst/>
              <a:ahLst/>
              <a:cxnLst>
                <a:cxn ang="0">
                  <a:pos x="0" y="40"/>
                </a:cxn>
                <a:cxn ang="0">
                  <a:pos x="0" y="40"/>
                </a:cxn>
                <a:cxn ang="0">
                  <a:pos x="6" y="42"/>
                </a:cxn>
                <a:cxn ang="0">
                  <a:pos x="12" y="46"/>
                </a:cxn>
                <a:cxn ang="0">
                  <a:pos x="20" y="46"/>
                </a:cxn>
                <a:cxn ang="0">
                  <a:pos x="28" y="44"/>
                </a:cxn>
                <a:cxn ang="0">
                  <a:pos x="38" y="36"/>
                </a:cxn>
                <a:cxn ang="0">
                  <a:pos x="46" y="22"/>
                </a:cxn>
                <a:cxn ang="0">
                  <a:pos x="56" y="0"/>
                </a:cxn>
                <a:cxn ang="0">
                  <a:pos x="56" y="0"/>
                </a:cxn>
                <a:cxn ang="0">
                  <a:pos x="50" y="6"/>
                </a:cxn>
                <a:cxn ang="0">
                  <a:pos x="38" y="20"/>
                </a:cxn>
                <a:cxn ang="0">
                  <a:pos x="30" y="28"/>
                </a:cxn>
                <a:cxn ang="0">
                  <a:pos x="20" y="34"/>
                </a:cxn>
                <a:cxn ang="0">
                  <a:pos x="10" y="38"/>
                </a:cxn>
                <a:cxn ang="0">
                  <a:pos x="0" y="40"/>
                </a:cxn>
                <a:cxn ang="0">
                  <a:pos x="0" y="40"/>
                </a:cxn>
              </a:cxnLst>
              <a:rect l="0" t="0" r="0" b="0"/>
              <a:pathLst>
                <a:path w="56" h="46">
                  <a:moveTo>
                    <a:pt x="0" y="40"/>
                  </a:moveTo>
                  <a:lnTo>
                    <a:pt x="0" y="40"/>
                  </a:lnTo>
                  <a:lnTo>
                    <a:pt x="6" y="42"/>
                  </a:lnTo>
                  <a:lnTo>
                    <a:pt x="12" y="46"/>
                  </a:lnTo>
                  <a:lnTo>
                    <a:pt x="20" y="46"/>
                  </a:lnTo>
                  <a:lnTo>
                    <a:pt x="28" y="44"/>
                  </a:lnTo>
                  <a:lnTo>
                    <a:pt x="38" y="36"/>
                  </a:lnTo>
                  <a:lnTo>
                    <a:pt x="46" y="22"/>
                  </a:lnTo>
                  <a:lnTo>
                    <a:pt x="56" y="0"/>
                  </a:lnTo>
                  <a:lnTo>
                    <a:pt x="50" y="6"/>
                  </a:lnTo>
                  <a:lnTo>
                    <a:pt x="38" y="20"/>
                  </a:lnTo>
                  <a:lnTo>
                    <a:pt x="30" y="28"/>
                  </a:lnTo>
                  <a:lnTo>
                    <a:pt x="20" y="34"/>
                  </a:lnTo>
                  <a:lnTo>
                    <a:pt x="10" y="38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7DC24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0" name="Freeform 220"/>
            <p:cNvSpPr/>
            <p:nvPr/>
          </p:nvSpPr>
          <p:spPr>
            <a:xfrm>
              <a:off x="1238" y="593"/>
              <a:ext cx="50" cy="5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0" y="8"/>
                </a:cxn>
                <a:cxn ang="0">
                  <a:pos x="0" y="16"/>
                </a:cxn>
                <a:cxn ang="0">
                  <a:pos x="0" y="24"/>
                </a:cxn>
                <a:cxn ang="0">
                  <a:pos x="6" y="34"/>
                </a:cxn>
                <a:cxn ang="0">
                  <a:pos x="14" y="42"/>
                </a:cxn>
                <a:cxn ang="0">
                  <a:pos x="22" y="44"/>
                </a:cxn>
                <a:cxn ang="0">
                  <a:pos x="30" y="46"/>
                </a:cxn>
                <a:cxn ang="0">
                  <a:pos x="50" y="50"/>
                </a:cxn>
                <a:cxn ang="0">
                  <a:pos x="50" y="50"/>
                </a:cxn>
                <a:cxn ang="0">
                  <a:pos x="44" y="46"/>
                </a:cxn>
                <a:cxn ang="0">
                  <a:pos x="28" y="38"/>
                </a:cxn>
                <a:cxn ang="0">
                  <a:pos x="20" y="30"/>
                </a:cxn>
                <a:cxn ang="0">
                  <a:pos x="12" y="22"/>
                </a:cxn>
                <a:cxn ang="0">
                  <a:pos x="4" y="1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0" b="0"/>
              <a:pathLst>
                <a:path w="50" h="50">
                  <a:moveTo>
                    <a:pt x="2" y="0"/>
                  </a:moveTo>
                  <a:lnTo>
                    <a:pt x="2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6" y="34"/>
                  </a:lnTo>
                  <a:lnTo>
                    <a:pt x="14" y="42"/>
                  </a:lnTo>
                  <a:lnTo>
                    <a:pt x="22" y="44"/>
                  </a:lnTo>
                  <a:lnTo>
                    <a:pt x="30" y="46"/>
                  </a:lnTo>
                  <a:lnTo>
                    <a:pt x="50" y="50"/>
                  </a:lnTo>
                  <a:lnTo>
                    <a:pt x="44" y="46"/>
                  </a:lnTo>
                  <a:lnTo>
                    <a:pt x="28" y="38"/>
                  </a:lnTo>
                  <a:lnTo>
                    <a:pt x="20" y="30"/>
                  </a:lnTo>
                  <a:lnTo>
                    <a:pt x="12" y="22"/>
                  </a:lnTo>
                  <a:lnTo>
                    <a:pt x="4" y="1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DC24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1" name="Freeform 221"/>
            <p:cNvSpPr/>
            <p:nvPr/>
          </p:nvSpPr>
          <p:spPr>
            <a:xfrm>
              <a:off x="563" y="229"/>
              <a:ext cx="169" cy="228"/>
            </a:xfrm>
            <a:custGeom>
              <a:avLst/>
              <a:gdLst/>
              <a:ahLst/>
              <a:cxnLst>
                <a:cxn ang="0">
                  <a:pos x="0" y="40"/>
                </a:cxn>
                <a:cxn ang="0">
                  <a:pos x="0" y="40"/>
                </a:cxn>
                <a:cxn ang="0">
                  <a:pos x="14" y="44"/>
                </a:cxn>
                <a:cxn ang="0">
                  <a:pos x="28" y="50"/>
                </a:cxn>
                <a:cxn ang="0">
                  <a:pos x="44" y="60"/>
                </a:cxn>
                <a:cxn ang="0">
                  <a:pos x="62" y="76"/>
                </a:cxn>
                <a:cxn ang="0">
                  <a:pos x="70" y="86"/>
                </a:cxn>
                <a:cxn ang="0">
                  <a:pos x="78" y="98"/>
                </a:cxn>
                <a:cxn ang="0">
                  <a:pos x="84" y="112"/>
                </a:cxn>
                <a:cxn ang="0">
                  <a:pos x="90" y="128"/>
                </a:cxn>
                <a:cxn ang="0">
                  <a:pos x="95" y="144"/>
                </a:cxn>
                <a:cxn ang="0">
                  <a:pos x="97" y="164"/>
                </a:cxn>
                <a:cxn ang="0">
                  <a:pos x="62" y="174"/>
                </a:cxn>
                <a:cxn ang="0">
                  <a:pos x="125" y="228"/>
                </a:cxn>
                <a:cxn ang="0">
                  <a:pos x="169" y="150"/>
                </a:cxn>
                <a:cxn ang="0">
                  <a:pos x="135" y="156"/>
                </a:cxn>
                <a:cxn ang="0">
                  <a:pos x="135" y="156"/>
                </a:cxn>
                <a:cxn ang="0">
                  <a:pos x="133" y="136"/>
                </a:cxn>
                <a:cxn ang="0">
                  <a:pos x="127" y="116"/>
                </a:cxn>
                <a:cxn ang="0">
                  <a:pos x="121" y="92"/>
                </a:cxn>
                <a:cxn ang="0">
                  <a:pos x="109" y="66"/>
                </a:cxn>
                <a:cxn ang="0">
                  <a:pos x="95" y="40"/>
                </a:cxn>
                <a:cxn ang="0">
                  <a:pos x="88" y="28"/>
                </a:cxn>
                <a:cxn ang="0">
                  <a:pos x="80" y="16"/>
                </a:cxn>
                <a:cxn ang="0">
                  <a:pos x="68" y="8"/>
                </a:cxn>
                <a:cxn ang="0">
                  <a:pos x="56" y="0"/>
                </a:cxn>
                <a:cxn ang="0">
                  <a:pos x="0" y="40"/>
                </a:cxn>
              </a:cxnLst>
              <a:rect l="0" t="0" r="0" b="0"/>
              <a:pathLst>
                <a:path w="169" h="228">
                  <a:moveTo>
                    <a:pt x="0" y="40"/>
                  </a:moveTo>
                  <a:lnTo>
                    <a:pt x="0" y="40"/>
                  </a:lnTo>
                  <a:lnTo>
                    <a:pt x="14" y="44"/>
                  </a:lnTo>
                  <a:lnTo>
                    <a:pt x="28" y="50"/>
                  </a:lnTo>
                  <a:lnTo>
                    <a:pt x="44" y="60"/>
                  </a:lnTo>
                  <a:lnTo>
                    <a:pt x="62" y="76"/>
                  </a:lnTo>
                  <a:lnTo>
                    <a:pt x="70" y="86"/>
                  </a:lnTo>
                  <a:lnTo>
                    <a:pt x="78" y="98"/>
                  </a:lnTo>
                  <a:lnTo>
                    <a:pt x="84" y="112"/>
                  </a:lnTo>
                  <a:lnTo>
                    <a:pt x="90" y="128"/>
                  </a:lnTo>
                  <a:lnTo>
                    <a:pt x="95" y="144"/>
                  </a:lnTo>
                  <a:lnTo>
                    <a:pt x="97" y="164"/>
                  </a:lnTo>
                  <a:lnTo>
                    <a:pt x="62" y="174"/>
                  </a:lnTo>
                  <a:lnTo>
                    <a:pt x="125" y="228"/>
                  </a:lnTo>
                  <a:lnTo>
                    <a:pt x="169" y="150"/>
                  </a:lnTo>
                  <a:lnTo>
                    <a:pt x="135" y="156"/>
                  </a:lnTo>
                  <a:lnTo>
                    <a:pt x="133" y="136"/>
                  </a:lnTo>
                  <a:lnTo>
                    <a:pt x="127" y="116"/>
                  </a:lnTo>
                  <a:lnTo>
                    <a:pt x="121" y="92"/>
                  </a:lnTo>
                  <a:lnTo>
                    <a:pt x="109" y="66"/>
                  </a:lnTo>
                  <a:lnTo>
                    <a:pt x="95" y="40"/>
                  </a:lnTo>
                  <a:lnTo>
                    <a:pt x="88" y="28"/>
                  </a:lnTo>
                  <a:lnTo>
                    <a:pt x="80" y="16"/>
                  </a:lnTo>
                  <a:lnTo>
                    <a:pt x="68" y="8"/>
                  </a:lnTo>
                  <a:lnTo>
                    <a:pt x="56" y="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7AD1ED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2" name="Freeform 222"/>
            <p:cNvSpPr/>
            <p:nvPr/>
          </p:nvSpPr>
          <p:spPr>
            <a:xfrm>
              <a:off x="1156" y="559"/>
              <a:ext cx="128" cy="52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0" y="8"/>
                </a:cxn>
                <a:cxn ang="0">
                  <a:pos x="14" y="4"/>
                </a:cxn>
                <a:cxn ang="0">
                  <a:pos x="30" y="0"/>
                </a:cxn>
                <a:cxn ang="0">
                  <a:pos x="48" y="0"/>
                </a:cxn>
                <a:cxn ang="0">
                  <a:pos x="58" y="0"/>
                </a:cxn>
                <a:cxn ang="0">
                  <a:pos x="68" y="2"/>
                </a:cxn>
                <a:cxn ang="0">
                  <a:pos x="80" y="4"/>
                </a:cxn>
                <a:cxn ang="0">
                  <a:pos x="90" y="10"/>
                </a:cxn>
                <a:cxn ang="0">
                  <a:pos x="100" y="16"/>
                </a:cxn>
                <a:cxn ang="0">
                  <a:pos x="110" y="26"/>
                </a:cxn>
                <a:cxn ang="0">
                  <a:pos x="120" y="38"/>
                </a:cxn>
                <a:cxn ang="0">
                  <a:pos x="128" y="52"/>
                </a:cxn>
                <a:cxn ang="0">
                  <a:pos x="128" y="52"/>
                </a:cxn>
                <a:cxn ang="0">
                  <a:pos x="122" y="42"/>
                </a:cxn>
                <a:cxn ang="0">
                  <a:pos x="114" y="34"/>
                </a:cxn>
                <a:cxn ang="0">
                  <a:pos x="100" y="24"/>
                </a:cxn>
                <a:cxn ang="0">
                  <a:pos x="84" y="16"/>
                </a:cxn>
                <a:cxn ang="0">
                  <a:pos x="60" y="8"/>
                </a:cxn>
                <a:cxn ang="0">
                  <a:pos x="48" y="6"/>
                </a:cxn>
                <a:cxn ang="0">
                  <a:pos x="34" y="6"/>
                </a:cxn>
                <a:cxn ang="0">
                  <a:pos x="18" y="6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0" b="0"/>
              <a:pathLst>
                <a:path w="128" h="52">
                  <a:moveTo>
                    <a:pt x="0" y="8"/>
                  </a:moveTo>
                  <a:lnTo>
                    <a:pt x="0" y="8"/>
                  </a:lnTo>
                  <a:lnTo>
                    <a:pt x="14" y="4"/>
                  </a:lnTo>
                  <a:lnTo>
                    <a:pt x="30" y="0"/>
                  </a:lnTo>
                  <a:lnTo>
                    <a:pt x="48" y="0"/>
                  </a:lnTo>
                  <a:lnTo>
                    <a:pt x="58" y="0"/>
                  </a:lnTo>
                  <a:lnTo>
                    <a:pt x="68" y="2"/>
                  </a:lnTo>
                  <a:lnTo>
                    <a:pt x="80" y="4"/>
                  </a:lnTo>
                  <a:lnTo>
                    <a:pt x="90" y="10"/>
                  </a:lnTo>
                  <a:lnTo>
                    <a:pt x="100" y="16"/>
                  </a:lnTo>
                  <a:lnTo>
                    <a:pt x="110" y="26"/>
                  </a:lnTo>
                  <a:lnTo>
                    <a:pt x="120" y="38"/>
                  </a:lnTo>
                  <a:lnTo>
                    <a:pt x="128" y="52"/>
                  </a:lnTo>
                  <a:lnTo>
                    <a:pt x="122" y="42"/>
                  </a:lnTo>
                  <a:lnTo>
                    <a:pt x="114" y="34"/>
                  </a:lnTo>
                  <a:lnTo>
                    <a:pt x="100" y="24"/>
                  </a:lnTo>
                  <a:lnTo>
                    <a:pt x="84" y="16"/>
                  </a:lnTo>
                  <a:lnTo>
                    <a:pt x="60" y="8"/>
                  </a:lnTo>
                  <a:lnTo>
                    <a:pt x="48" y="6"/>
                  </a:lnTo>
                  <a:lnTo>
                    <a:pt x="34" y="6"/>
                  </a:lnTo>
                  <a:lnTo>
                    <a:pt x="18" y="6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5BBA47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3" name="Freeform 223"/>
            <p:cNvSpPr/>
            <p:nvPr/>
          </p:nvSpPr>
          <p:spPr>
            <a:xfrm>
              <a:off x="928" y="563"/>
              <a:ext cx="122" cy="38"/>
            </a:xfrm>
            <a:custGeom>
              <a:avLst/>
              <a:gdLst/>
              <a:ahLst/>
              <a:cxnLst>
                <a:cxn ang="0">
                  <a:pos x="122" y="12"/>
                </a:cxn>
                <a:cxn ang="0">
                  <a:pos x="122" y="12"/>
                </a:cxn>
                <a:cxn ang="0">
                  <a:pos x="110" y="6"/>
                </a:cxn>
                <a:cxn ang="0">
                  <a:pos x="96" y="2"/>
                </a:cxn>
                <a:cxn ang="0">
                  <a:pos x="78" y="0"/>
                </a:cxn>
                <a:cxn ang="0">
                  <a:pos x="60" y="0"/>
                </a:cxn>
                <a:cxn ang="0">
                  <a:pos x="50" y="2"/>
                </a:cxn>
                <a:cxn ang="0">
                  <a:pos x="40" y="4"/>
                </a:cxn>
                <a:cxn ang="0">
                  <a:pos x="28" y="10"/>
                </a:cxn>
                <a:cxn ang="0">
                  <a:pos x="18" y="18"/>
                </a:cxn>
                <a:cxn ang="0">
                  <a:pos x="10" y="26"/>
                </a:cxn>
                <a:cxn ang="0">
                  <a:pos x="0" y="38"/>
                </a:cxn>
                <a:cxn ang="0">
                  <a:pos x="0" y="38"/>
                </a:cxn>
                <a:cxn ang="0">
                  <a:pos x="6" y="32"/>
                </a:cxn>
                <a:cxn ang="0">
                  <a:pos x="16" y="24"/>
                </a:cxn>
                <a:cxn ang="0">
                  <a:pos x="28" y="16"/>
                </a:cxn>
                <a:cxn ang="0">
                  <a:pos x="44" y="10"/>
                </a:cxn>
                <a:cxn ang="0">
                  <a:pos x="66" y="6"/>
                </a:cxn>
                <a:cxn ang="0">
                  <a:pos x="78" y="6"/>
                </a:cxn>
                <a:cxn ang="0">
                  <a:pos x="92" y="8"/>
                </a:cxn>
                <a:cxn ang="0">
                  <a:pos x="106" y="10"/>
                </a:cxn>
                <a:cxn ang="0">
                  <a:pos x="122" y="12"/>
                </a:cxn>
                <a:cxn ang="0">
                  <a:pos x="122" y="12"/>
                </a:cxn>
              </a:cxnLst>
              <a:rect l="0" t="0" r="0" b="0"/>
              <a:pathLst>
                <a:path w="122" h="38">
                  <a:moveTo>
                    <a:pt x="122" y="12"/>
                  </a:moveTo>
                  <a:lnTo>
                    <a:pt x="122" y="12"/>
                  </a:lnTo>
                  <a:lnTo>
                    <a:pt x="110" y="6"/>
                  </a:lnTo>
                  <a:lnTo>
                    <a:pt x="96" y="2"/>
                  </a:lnTo>
                  <a:lnTo>
                    <a:pt x="78" y="0"/>
                  </a:lnTo>
                  <a:lnTo>
                    <a:pt x="60" y="0"/>
                  </a:lnTo>
                  <a:lnTo>
                    <a:pt x="50" y="2"/>
                  </a:lnTo>
                  <a:lnTo>
                    <a:pt x="40" y="4"/>
                  </a:lnTo>
                  <a:lnTo>
                    <a:pt x="28" y="10"/>
                  </a:lnTo>
                  <a:lnTo>
                    <a:pt x="18" y="18"/>
                  </a:lnTo>
                  <a:lnTo>
                    <a:pt x="10" y="26"/>
                  </a:lnTo>
                  <a:lnTo>
                    <a:pt x="0" y="38"/>
                  </a:lnTo>
                  <a:lnTo>
                    <a:pt x="6" y="32"/>
                  </a:lnTo>
                  <a:lnTo>
                    <a:pt x="16" y="24"/>
                  </a:lnTo>
                  <a:lnTo>
                    <a:pt x="28" y="16"/>
                  </a:lnTo>
                  <a:lnTo>
                    <a:pt x="44" y="10"/>
                  </a:lnTo>
                  <a:lnTo>
                    <a:pt x="66" y="6"/>
                  </a:lnTo>
                  <a:lnTo>
                    <a:pt x="78" y="6"/>
                  </a:lnTo>
                  <a:lnTo>
                    <a:pt x="92" y="8"/>
                  </a:lnTo>
                  <a:lnTo>
                    <a:pt x="106" y="10"/>
                  </a:lnTo>
                  <a:lnTo>
                    <a:pt x="122" y="12"/>
                  </a:lnTo>
                  <a:close/>
                </a:path>
              </a:pathLst>
            </a:custGeom>
            <a:solidFill>
              <a:srgbClr val="5BBA47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4" name="Freeform 224"/>
            <p:cNvSpPr/>
            <p:nvPr/>
          </p:nvSpPr>
          <p:spPr>
            <a:xfrm>
              <a:off x="998" y="653"/>
              <a:ext cx="228" cy="64"/>
            </a:xfrm>
            <a:custGeom>
              <a:avLst/>
              <a:gdLst/>
              <a:ahLst/>
              <a:cxnLst>
                <a:cxn ang="0">
                  <a:pos x="138" y="62"/>
                </a:cxn>
                <a:cxn ang="0">
                  <a:pos x="138" y="62"/>
                </a:cxn>
                <a:cxn ang="0">
                  <a:pos x="160" y="56"/>
                </a:cxn>
                <a:cxn ang="0">
                  <a:pos x="178" y="50"/>
                </a:cxn>
                <a:cxn ang="0">
                  <a:pos x="192" y="42"/>
                </a:cxn>
                <a:cxn ang="0">
                  <a:pos x="204" y="34"/>
                </a:cxn>
                <a:cxn ang="0">
                  <a:pos x="212" y="24"/>
                </a:cxn>
                <a:cxn ang="0">
                  <a:pos x="218" y="16"/>
                </a:cxn>
                <a:cxn ang="0">
                  <a:pos x="228" y="0"/>
                </a:cxn>
                <a:cxn ang="0">
                  <a:pos x="228" y="0"/>
                </a:cxn>
                <a:cxn ang="0">
                  <a:pos x="196" y="16"/>
                </a:cxn>
                <a:cxn ang="0">
                  <a:pos x="164" y="28"/>
                </a:cxn>
                <a:cxn ang="0">
                  <a:pos x="148" y="32"/>
                </a:cxn>
                <a:cxn ang="0">
                  <a:pos x="130" y="36"/>
                </a:cxn>
                <a:cxn ang="0">
                  <a:pos x="114" y="36"/>
                </a:cxn>
                <a:cxn ang="0">
                  <a:pos x="98" y="36"/>
                </a:cxn>
                <a:cxn ang="0">
                  <a:pos x="98" y="36"/>
                </a:cxn>
                <a:cxn ang="0">
                  <a:pos x="72" y="34"/>
                </a:cxn>
                <a:cxn ang="0">
                  <a:pos x="50" y="28"/>
                </a:cxn>
                <a:cxn ang="0">
                  <a:pos x="30" y="20"/>
                </a:cxn>
                <a:cxn ang="0">
                  <a:pos x="12" y="10"/>
                </a:cxn>
                <a:cxn ang="0">
                  <a:pos x="12" y="10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12" y="16"/>
                </a:cxn>
                <a:cxn ang="0">
                  <a:pos x="20" y="30"/>
                </a:cxn>
                <a:cxn ang="0">
                  <a:pos x="26" y="42"/>
                </a:cxn>
                <a:cxn ang="0">
                  <a:pos x="26" y="42"/>
                </a:cxn>
                <a:cxn ang="0">
                  <a:pos x="42" y="52"/>
                </a:cxn>
                <a:cxn ang="0">
                  <a:pos x="54" y="56"/>
                </a:cxn>
                <a:cxn ang="0">
                  <a:pos x="66" y="60"/>
                </a:cxn>
                <a:cxn ang="0">
                  <a:pos x="82" y="64"/>
                </a:cxn>
                <a:cxn ang="0">
                  <a:pos x="98" y="64"/>
                </a:cxn>
                <a:cxn ang="0">
                  <a:pos x="118" y="64"/>
                </a:cxn>
                <a:cxn ang="0">
                  <a:pos x="138" y="62"/>
                </a:cxn>
                <a:cxn ang="0">
                  <a:pos x="138" y="62"/>
                </a:cxn>
              </a:cxnLst>
              <a:rect l="0" t="0" r="0" b="0"/>
              <a:pathLst>
                <a:path w="228" h="64">
                  <a:moveTo>
                    <a:pt x="138" y="62"/>
                  </a:moveTo>
                  <a:lnTo>
                    <a:pt x="138" y="62"/>
                  </a:lnTo>
                  <a:lnTo>
                    <a:pt x="160" y="56"/>
                  </a:lnTo>
                  <a:lnTo>
                    <a:pt x="178" y="50"/>
                  </a:lnTo>
                  <a:lnTo>
                    <a:pt x="192" y="42"/>
                  </a:lnTo>
                  <a:lnTo>
                    <a:pt x="204" y="34"/>
                  </a:lnTo>
                  <a:lnTo>
                    <a:pt x="212" y="24"/>
                  </a:lnTo>
                  <a:lnTo>
                    <a:pt x="218" y="16"/>
                  </a:lnTo>
                  <a:lnTo>
                    <a:pt x="228" y="0"/>
                  </a:lnTo>
                  <a:lnTo>
                    <a:pt x="196" y="16"/>
                  </a:lnTo>
                  <a:lnTo>
                    <a:pt x="164" y="28"/>
                  </a:lnTo>
                  <a:lnTo>
                    <a:pt x="148" y="32"/>
                  </a:lnTo>
                  <a:lnTo>
                    <a:pt x="130" y="36"/>
                  </a:lnTo>
                  <a:lnTo>
                    <a:pt x="114" y="36"/>
                  </a:lnTo>
                  <a:lnTo>
                    <a:pt x="98" y="36"/>
                  </a:lnTo>
                  <a:lnTo>
                    <a:pt x="72" y="34"/>
                  </a:lnTo>
                  <a:lnTo>
                    <a:pt x="50" y="28"/>
                  </a:lnTo>
                  <a:lnTo>
                    <a:pt x="30" y="20"/>
                  </a:lnTo>
                  <a:lnTo>
                    <a:pt x="12" y="10"/>
                  </a:lnTo>
                  <a:lnTo>
                    <a:pt x="0" y="2"/>
                  </a:lnTo>
                  <a:lnTo>
                    <a:pt x="12" y="16"/>
                  </a:lnTo>
                  <a:lnTo>
                    <a:pt x="20" y="30"/>
                  </a:lnTo>
                  <a:lnTo>
                    <a:pt x="26" y="42"/>
                  </a:lnTo>
                  <a:lnTo>
                    <a:pt x="42" y="52"/>
                  </a:lnTo>
                  <a:lnTo>
                    <a:pt x="54" y="56"/>
                  </a:lnTo>
                  <a:lnTo>
                    <a:pt x="66" y="60"/>
                  </a:lnTo>
                  <a:lnTo>
                    <a:pt x="82" y="64"/>
                  </a:lnTo>
                  <a:lnTo>
                    <a:pt x="98" y="64"/>
                  </a:lnTo>
                  <a:lnTo>
                    <a:pt x="118" y="64"/>
                  </a:lnTo>
                  <a:lnTo>
                    <a:pt x="138" y="6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5" name="Freeform 225"/>
            <p:cNvSpPr/>
            <p:nvPr/>
          </p:nvSpPr>
          <p:spPr>
            <a:xfrm>
              <a:off x="1110" y="781"/>
              <a:ext cx="1" cy="2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</a:cxnLst>
              <a:rect l="0" t="0" r="0" b="0"/>
              <a:pathLst>
                <a:path w="1" h="2">
                  <a:moveTo>
                    <a:pt x="0" y="2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F59DB6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93" name="圆角矩形 592"/>
          <p:cNvSpPr/>
          <p:nvPr/>
        </p:nvSpPr>
        <p:spPr>
          <a:xfrm>
            <a:off x="5000625" y="1487488"/>
            <a:ext cx="500063" cy="15557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1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SQ3</a:t>
            </a:r>
            <a:endParaRPr kumimoji="0" lang="zh-CN" altLang="en-US" sz="1000" b="1" i="1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94" name="椭圆 593"/>
          <p:cNvSpPr/>
          <p:nvPr/>
        </p:nvSpPr>
        <p:spPr>
          <a:xfrm>
            <a:off x="5214938" y="1357313"/>
            <a:ext cx="115888" cy="7778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595" name="直接连接符 594"/>
          <p:cNvCxnSpPr>
            <a:stCxn id="8" idx="3"/>
            <a:endCxn id="47" idx="1"/>
          </p:cNvCxnSpPr>
          <p:nvPr/>
        </p:nvCxnSpPr>
        <p:spPr>
          <a:xfrm rot="5400000">
            <a:off x="5204619" y="1439069"/>
            <a:ext cx="77788" cy="5715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6" name="右箭头 595"/>
          <p:cNvSpPr/>
          <p:nvPr/>
        </p:nvSpPr>
        <p:spPr>
          <a:xfrm rot="10800000">
            <a:off x="5429250" y="785813"/>
            <a:ext cx="500063" cy="428625"/>
          </a:xfrm>
          <a:prstGeom prst="right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97" name="右箭头 596"/>
          <p:cNvSpPr/>
          <p:nvPr/>
        </p:nvSpPr>
        <p:spPr>
          <a:xfrm>
            <a:off x="6858000" y="785813"/>
            <a:ext cx="500063" cy="428625"/>
          </a:xfrm>
          <a:prstGeom prst="rightArrow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98" name="圆角矩形 597"/>
          <p:cNvSpPr/>
          <p:nvPr/>
        </p:nvSpPr>
        <p:spPr>
          <a:xfrm>
            <a:off x="6143625" y="1487488"/>
            <a:ext cx="500063" cy="15557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1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SQ1</a:t>
            </a:r>
            <a:endParaRPr kumimoji="0" lang="zh-CN" altLang="en-US" sz="1000" b="1" i="1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99" name="椭圆 598"/>
          <p:cNvSpPr/>
          <p:nvPr/>
        </p:nvSpPr>
        <p:spPr>
          <a:xfrm>
            <a:off x="6357938" y="1350963"/>
            <a:ext cx="115888" cy="7778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600" name="直接连接符 599"/>
          <p:cNvCxnSpPr>
            <a:stCxn id="8" idx="3"/>
            <a:endCxn id="47" idx="1"/>
          </p:cNvCxnSpPr>
          <p:nvPr/>
        </p:nvCxnSpPr>
        <p:spPr>
          <a:xfrm rot="5400000">
            <a:off x="6347619" y="1432719"/>
            <a:ext cx="77788" cy="5715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1" name="圆角矩形 600"/>
          <p:cNvSpPr/>
          <p:nvPr/>
        </p:nvSpPr>
        <p:spPr>
          <a:xfrm>
            <a:off x="7429500" y="1493838"/>
            <a:ext cx="500063" cy="15557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1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SQ2</a:t>
            </a:r>
            <a:endParaRPr kumimoji="0" lang="zh-CN" altLang="en-US" sz="1000" b="1" i="1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02" name="椭圆 601"/>
          <p:cNvSpPr/>
          <p:nvPr/>
        </p:nvSpPr>
        <p:spPr>
          <a:xfrm>
            <a:off x="7643813" y="1357313"/>
            <a:ext cx="115888" cy="7778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603" name="直接连接符 602"/>
          <p:cNvCxnSpPr>
            <a:stCxn id="8" idx="3"/>
            <a:endCxn id="47" idx="1"/>
          </p:cNvCxnSpPr>
          <p:nvPr/>
        </p:nvCxnSpPr>
        <p:spPr>
          <a:xfrm rot="5400000">
            <a:off x="7633494" y="1439069"/>
            <a:ext cx="77788" cy="5715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8" name="直接箭头连接符 667"/>
          <p:cNvCxnSpPr>
            <a:stCxn id="8" idx="3"/>
            <a:endCxn id="47" idx="1"/>
          </p:cNvCxnSpPr>
          <p:nvPr/>
        </p:nvCxnSpPr>
        <p:spPr>
          <a:xfrm flipV="1">
            <a:off x="6500813" y="1905000"/>
            <a:ext cx="1285875" cy="1111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0" name="直接箭头连接符 669"/>
          <p:cNvCxnSpPr>
            <a:stCxn id="8" idx="3"/>
            <a:endCxn id="47" idx="1"/>
          </p:cNvCxnSpPr>
          <p:nvPr/>
        </p:nvCxnSpPr>
        <p:spPr>
          <a:xfrm rot="10800000">
            <a:off x="5072063" y="2214563"/>
            <a:ext cx="257175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2" name="直接箭头连接符 671"/>
          <p:cNvCxnSpPr>
            <a:stCxn id="8" idx="3"/>
            <a:endCxn id="47" idx="1"/>
          </p:cNvCxnSpPr>
          <p:nvPr/>
        </p:nvCxnSpPr>
        <p:spPr>
          <a:xfrm flipV="1">
            <a:off x="5072063" y="2632075"/>
            <a:ext cx="1500188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4" name="圆角矩形 673"/>
          <p:cNvSpPr/>
          <p:nvPr/>
        </p:nvSpPr>
        <p:spPr>
          <a:xfrm>
            <a:off x="7786688" y="1785938"/>
            <a:ext cx="571500" cy="28575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solidFill>
                  <a:schemeClr val="accent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S20</a:t>
            </a:r>
            <a:endParaRPr kumimoji="0" lang="zh-CN" altLang="en-US" sz="1100" b="1" i="0" u="none" strike="noStrike" kern="1200" cap="none" spc="0" normalizeH="0" baseline="0" noProof="0" dirty="0">
              <a:solidFill>
                <a:schemeClr val="accent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75" name="圆角矩形 674"/>
          <p:cNvSpPr/>
          <p:nvPr/>
        </p:nvSpPr>
        <p:spPr>
          <a:xfrm>
            <a:off x="4500563" y="2071688"/>
            <a:ext cx="571500" cy="28575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solidFill>
                  <a:schemeClr val="accent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S21</a:t>
            </a:r>
            <a:endParaRPr kumimoji="0" lang="zh-CN" altLang="en-US" sz="1100" b="1" i="0" u="none" strike="noStrike" kern="1200" cap="none" spc="0" normalizeH="0" baseline="0" noProof="0" dirty="0">
              <a:solidFill>
                <a:schemeClr val="accent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76" name="圆角矩形 675"/>
          <p:cNvSpPr/>
          <p:nvPr/>
        </p:nvSpPr>
        <p:spPr>
          <a:xfrm>
            <a:off x="6643688" y="2500313"/>
            <a:ext cx="571500" cy="28575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solidFill>
                  <a:schemeClr val="accent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S22</a:t>
            </a:r>
            <a:endParaRPr kumimoji="0" lang="zh-CN" altLang="en-US" sz="1100" b="1" i="0" u="none" strike="noStrike" kern="1200" cap="none" spc="0" normalizeH="0" baseline="0" noProof="0" dirty="0">
              <a:solidFill>
                <a:schemeClr val="accent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77" name="圆角矩形 676"/>
          <p:cNvSpPr/>
          <p:nvPr/>
        </p:nvSpPr>
        <p:spPr>
          <a:xfrm>
            <a:off x="6143636" y="1785926"/>
            <a:ext cx="500066" cy="214314"/>
          </a:xfrm>
          <a:prstGeom prst="roundRect">
            <a:avLst>
              <a:gd name="adj" fmla="val 41441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S0</a:t>
            </a:r>
            <a:endParaRPr kumimoji="0" lang="zh-CN" altLang="en-US" sz="1100" b="1" i="0" u="none" strike="noStrike" kern="1200" cap="none" spc="0" normalizeH="0" baseline="0" noProof="0" dirty="0"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5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20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5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" dur="1000" fill="hold"/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5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35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1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20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000"/>
                            </p:stCondLst>
                            <p:childTnLst>
                              <p:par>
                                <p:cTn id="48" presetID="35" presetClass="emph" presetSubtype="0" repeatCount="5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9" dur="1000" fill="hold"/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35" presetClass="emph" presetSubtype="0" repeatCount="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0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2000"/>
                                        <p:tgtEl>
                                          <p:spTgt spid="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20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9000"/>
                            </p:stCondLst>
                            <p:childTnLst>
                              <p:par>
                                <p:cTn id="6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1000"/>
                            </p:stCondLst>
                            <p:childTnLst>
                              <p:par>
                                <p:cTn id="67" presetID="35" presetClass="emph" presetSubtype="0" repeatCount="5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35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0" dur="1000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5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35" presetClass="emph" presetSubtype="0" repeatCount="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9" dur="1000" fill="hold"/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000"/>
                            </p:stCondLst>
                            <p:childTnLst>
                              <p:par>
                                <p:cTn id="8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000"/>
                            </p:stCondLst>
                            <p:childTnLst>
                              <p:par>
                                <p:cTn id="8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20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6000"/>
                            </p:stCondLst>
                            <p:childTnLst>
                              <p:par>
                                <p:cTn id="95" presetID="35" presetClass="emph" presetSubtype="0" repeatCount="5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6" dur="1000" fill="hold"/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35" presetClass="emph" presetSubtype="0" repeatCount="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000"/>
                            </p:stCondLst>
                            <p:childTnLst>
                              <p:par>
                                <p:cTn id="10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9000"/>
                            </p:stCondLst>
                            <p:childTnLst>
                              <p:par>
                                <p:cTn id="10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20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20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1000"/>
                            </p:stCondLst>
                            <p:childTnLst>
                              <p:par>
                                <p:cTn id="114" presetID="35" presetClass="emph" presetSubtype="0" repeatCount="5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5" dur="1000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35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35" presetClass="emph" presetSubtype="0" repeatCount="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4" dur="1000" fill="hold"/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35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000"/>
                            </p:stCondLst>
                            <p:childTnLst>
                              <p:par>
                                <p:cTn id="1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4000"/>
                            </p:stCondLst>
                            <p:childTnLst>
                              <p:par>
                                <p:cTn id="13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6000"/>
                            </p:stCondLst>
                            <p:childTnLst>
                              <p:par>
                                <p:cTn id="1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20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6000"/>
                            </p:stCondLst>
                            <p:childTnLst>
                              <p:par>
                                <p:cTn id="142" presetID="35" presetClass="emph" presetSubtype="0" repeatCount="5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3" dur="1000" fill="hold"/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35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7000"/>
                            </p:stCondLst>
                            <p:childTnLst>
                              <p:par>
                                <p:cTn id="14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9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2" dur="200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5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35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35" presetClass="emph" presetSubtype="0" repeatCount="5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9" dur="1000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4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6" presetID="35" presetClass="emph" presetSubtype="0" repeatCount="5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7" dur="1000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35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3000"/>
                            </p:stCondLst>
                            <p:childTnLst>
                              <p:par>
                                <p:cTn id="17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3" dur="20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5000"/>
                            </p:stCondLst>
                            <p:childTnLst>
                              <p:par>
                                <p:cTn id="17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7000"/>
                            </p:stCondLst>
                            <p:childTnLst>
                              <p:par>
                                <p:cTn id="17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1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  <p:bldP spid="8" grpId="0" bldLvl="0" animBg="1"/>
      <p:bldP spid="8" grpId="1" bldLvl="0" animBg="1"/>
      <p:bldP spid="44" grpId="0" bldLvl="0" animBg="1"/>
      <p:bldP spid="46" grpId="0" bldLvl="0" animBg="1"/>
      <p:bldP spid="46" grpId="1" bldLvl="0" animBg="1"/>
      <p:bldP spid="47" grpId="0" bldLvl="0" animBg="1"/>
      <p:bldP spid="47" grpId="1" bldLvl="0" animBg="1"/>
      <p:bldP spid="57" grpId="0"/>
      <p:bldP spid="58" grpId="0"/>
      <p:bldP spid="58" grpId="1"/>
      <p:bldP spid="59" grpId="0"/>
      <p:bldP spid="59" grpId="1"/>
      <p:bldP spid="60" grpId="0"/>
      <p:bldP spid="60" grpId="1"/>
      <p:bldP spid="61" grpId="0"/>
      <p:bldP spid="61" grpId="1"/>
      <p:bldP spid="593" grpId="0" bldLvl="0" animBg="1"/>
      <p:bldP spid="596" grpId="0" bldLvl="0" animBg="1"/>
      <p:bldP spid="596" grpId="1" bldLvl="0" animBg="1"/>
      <p:bldP spid="597" grpId="0" bldLvl="0" animBg="1"/>
      <p:bldP spid="597" grpId="1" bldLvl="0" animBg="1"/>
      <p:bldP spid="597" grpId="2" bldLvl="0" animBg="1"/>
      <p:bldP spid="598" grpId="0" bldLvl="0" animBg="1"/>
      <p:bldP spid="601" grpId="0" bldLvl="0" animBg="1"/>
      <p:bldP spid="674" grpId="0" bldLvl="0" animBg="1"/>
      <p:bldP spid="674" grpId="1" bldLvl="0" animBg="1"/>
      <p:bldP spid="675" grpId="0" bldLvl="0" animBg="1"/>
      <p:bldP spid="675" grpId="1" bldLvl="0" animBg="1"/>
      <p:bldP spid="676" grpId="0" bldLvl="0" animBg="1"/>
      <p:bldP spid="676" grpId="1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3554" name="Object 2"/>
          <p:cNvGraphicFramePr/>
          <p:nvPr/>
        </p:nvGraphicFramePr>
        <p:xfrm>
          <a:off x="785813" y="3429000"/>
          <a:ext cx="2828925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r:id="rId3" imgW="4013200" imgH="4318000" progId="Visio.Drawing.11">
                  <p:embed/>
                </p:oleObj>
              </mc:Choice>
              <mc:Fallback>
                <p:oleObj r:id="rId3" imgW="4013200" imgH="4318000" progId="Visio.Drawing.11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5813" y="3429000"/>
                        <a:ext cx="2828925" cy="304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9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3556" name="Object 4"/>
          <p:cNvGraphicFramePr/>
          <p:nvPr/>
        </p:nvGraphicFramePr>
        <p:xfrm>
          <a:off x="5143500" y="928688"/>
          <a:ext cx="2500313" cy="5103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r:id="rId5" imgW="2489200" imgH="5067300" progId="Visio.Drawing.11">
                  <p:embed/>
                </p:oleObj>
              </mc:Choice>
              <mc:Fallback>
                <p:oleObj r:id="rId5" imgW="2489200" imgH="506730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43500" y="928688"/>
                        <a:ext cx="2500313" cy="5103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461" name="Picture 8" descr="C:\Users\Administrator\AppData\Roaming\Tencent\Users\53145202\QQ\WinTemp\RichOle\5ONDF19V(FA[_DJL_RWMKC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8" y="500063"/>
            <a:ext cx="3363912" cy="2857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1" name="Picture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5013" y="3384550"/>
            <a:ext cx="2247900" cy="3143250"/>
          </a:xfrm>
        </p:spPr>
      </p:pic>
      <p:sp>
        <p:nvSpPr>
          <p:cNvPr id="20482" name="文本框 99"/>
          <p:cNvSpPr txBox="1"/>
          <p:nvPr/>
        </p:nvSpPr>
        <p:spPr>
          <a:xfrm>
            <a:off x="2613025" y="1004888"/>
            <a:ext cx="6413500" cy="2552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在前面所述的控制要求中再补充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条：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zh-CN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小车在前进时，如果按下停止按钮（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X2=ON</a:t>
            </a:r>
            <a:r>
              <a:rPr lang="zh-CN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），则小车回到初始状态；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zh-CN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在初始状态时，如果按下后退按钮（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X1=ON</a:t>
            </a:r>
            <a:r>
              <a:rPr lang="zh-CN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），则小车由初始状态直接到后退状态，然后按照后退、前进、延时、后退的顺序执行；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③</a:t>
            </a:r>
            <a:r>
              <a:rPr lang="zh-CN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小车在后退时，如果按下停止按钮（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X2=ON</a:t>
            </a:r>
            <a:r>
              <a:rPr lang="zh-CN" altLang="zh-CN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），则转移到初始状态，后退步停止。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0483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038" y="3816350"/>
            <a:ext cx="2262187" cy="26400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5165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b="1" dirty="0"/>
              <a:t>例4.2锅炉鼓风机和引风机的状态转移图设计。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b="1" dirty="0"/>
              <a:t> 要求在起动时，鼓风机比引风机晚12s起动，在停止时，引风机比鼓风机晚15s停止。 FX</a:t>
            </a:r>
            <a:r>
              <a:rPr lang="zh-CN" altLang="en-US" b="1" dirty="0"/>
              <a:t>系列</a:t>
            </a:r>
            <a:r>
              <a:rPr lang="en-US" altLang="zh-CN" b="1" dirty="0"/>
              <a:t>PLC</a:t>
            </a:r>
            <a:r>
              <a:rPr lang="zh-CN" altLang="en-US" b="1" dirty="0"/>
              <a:t>的步进指令及其编程</a:t>
            </a:r>
          </a:p>
          <a:p>
            <a:pPr eaLnBrk="1" hangingPunct="1">
              <a:lnSpc>
                <a:spcPct val="90000"/>
              </a:lnSpc>
            </a:pPr>
            <a:endParaRPr lang="zh-CN" altLang="en-US" b="1" dirty="0"/>
          </a:p>
        </p:txBody>
      </p:sp>
      <p:pic>
        <p:nvPicPr>
          <p:cNvPr id="153602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100" y="2662238"/>
            <a:ext cx="2928938" cy="41767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9" name="图片 1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25" y="1884363"/>
            <a:ext cx="7629525" cy="30527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1" name="AutoShape 15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394075" y="5246688"/>
            <a:ext cx="2070100" cy="503238"/>
          </a:xfrm>
          <a:prstGeom prst="flowChartAlternateProcess">
            <a:avLst/>
          </a:prstGeom>
          <a:gradFill rotWithShape="1">
            <a:gsLst>
              <a:gs pos="0">
                <a:srgbClr val="00B0F0"/>
              </a:gs>
              <a:gs pos="70000">
                <a:srgbClr val="0070C0"/>
              </a:gs>
              <a:gs pos="100000">
                <a:srgbClr val="002060"/>
              </a:gs>
            </a:gsLst>
            <a:lin ang="5400000"/>
          </a:gradFill>
          <a:ln>
            <a:noFill/>
          </a:ln>
        </p:spPr>
        <p:txBody>
          <a:bodyPr wrap="none" lIns="87920" tIns="43960" rIns="87920" bIns="4396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D7D31"/>
              </a:buClr>
              <a:buSzTx/>
              <a:buFontTx/>
              <a:buNone/>
              <a:defRPr/>
            </a:pPr>
            <a:r>
              <a:rPr kumimoji="0" lang="zh-CN" altLang="en-US" sz="202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 </a:t>
            </a:r>
            <a:r>
              <a:rPr kumimoji="0" lang="zh-CN" altLang="en-US" sz="202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机械手示意图</a:t>
            </a:r>
          </a:p>
        </p:txBody>
      </p:sp>
      <p:sp>
        <p:nvSpPr>
          <p:cNvPr id="17" name="Line 3"/>
          <p:cNvSpPr>
            <a:spLocks noChangeShapeType="1"/>
          </p:cNvSpPr>
          <p:nvPr/>
        </p:nvSpPr>
        <p:spPr bwMode="auto">
          <a:xfrm>
            <a:off x="5668963" y="2700338"/>
            <a:ext cx="0" cy="1087438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lIns="87920" tIns="43960" rIns="87920" bIns="43960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4"/>
          <p:cNvSpPr>
            <a:spLocks noChangeShapeType="1"/>
          </p:cNvSpPr>
          <p:nvPr/>
        </p:nvSpPr>
        <p:spPr bwMode="auto">
          <a:xfrm flipV="1">
            <a:off x="5795963" y="2700338"/>
            <a:ext cx="0" cy="1087438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lIns="87920" tIns="43960" rIns="87920" bIns="43960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4341813" y="1647825"/>
            <a:ext cx="1287463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lIns="87920" tIns="43960" rIns="87920" bIns="43960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Line 6"/>
          <p:cNvSpPr>
            <a:spLocks noChangeShapeType="1"/>
          </p:cNvSpPr>
          <p:nvPr/>
        </p:nvSpPr>
        <p:spPr bwMode="auto">
          <a:xfrm flipH="1">
            <a:off x="4232275" y="1614488"/>
            <a:ext cx="1227138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lIns="87920" tIns="43960" rIns="87920" bIns="43960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Line 3"/>
          <p:cNvSpPr>
            <a:spLocks noChangeShapeType="1"/>
          </p:cNvSpPr>
          <p:nvPr/>
        </p:nvSpPr>
        <p:spPr bwMode="auto">
          <a:xfrm>
            <a:off x="4046538" y="2627313"/>
            <a:ext cx="0" cy="108585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lIns="87920" tIns="43960" rIns="87920" bIns="43960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Line 4"/>
          <p:cNvSpPr>
            <a:spLocks noChangeShapeType="1"/>
          </p:cNvSpPr>
          <p:nvPr/>
        </p:nvSpPr>
        <p:spPr bwMode="auto">
          <a:xfrm flipV="1">
            <a:off x="3106738" y="2614613"/>
            <a:ext cx="0" cy="1087438"/>
          </a:xfrm>
          <a:prstGeom prst="line">
            <a:avLst/>
          </a:prstGeom>
          <a:ln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lIns="87920" tIns="43960" rIns="87920" bIns="43960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4524375" y="2062163"/>
            <a:ext cx="2832100" cy="779462"/>
            <a:chOff x="4499267" y="1345586"/>
            <a:chExt cx="2832733" cy="866775"/>
          </a:xfrm>
        </p:grpSpPr>
        <p:pic>
          <p:nvPicPr>
            <p:cNvPr id="22538" name="图片 3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4950750" y="1537758"/>
              <a:ext cx="2381250" cy="21907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2539" name="图片 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99267" y="1345586"/>
              <a:ext cx="466725" cy="866775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62" name="组合 61"/>
          <p:cNvGrpSpPr/>
          <p:nvPr/>
        </p:nvGrpSpPr>
        <p:grpSpPr>
          <a:xfrm>
            <a:off x="4383088" y="2257425"/>
            <a:ext cx="809625" cy="1797050"/>
            <a:chOff x="1547664" y="1640290"/>
            <a:chExt cx="809624" cy="1995907"/>
          </a:xfrm>
        </p:grpSpPr>
        <p:pic>
          <p:nvPicPr>
            <p:cNvPr id="22541" name="图片 9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>
              <a:off x="1879128" y="1640290"/>
              <a:ext cx="172592" cy="145132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2542" name="图片 1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547664" y="3074222"/>
              <a:ext cx="809624" cy="561975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39" name="组合 38"/>
          <p:cNvGrpSpPr/>
          <p:nvPr/>
        </p:nvGrpSpPr>
        <p:grpSpPr>
          <a:xfrm>
            <a:off x="4395788" y="2270125"/>
            <a:ext cx="809625" cy="1050925"/>
            <a:chOff x="1603334" y="1338581"/>
            <a:chExt cx="809624" cy="1166114"/>
          </a:xfrm>
        </p:grpSpPr>
        <p:pic>
          <p:nvPicPr>
            <p:cNvPr id="22544" name="图片 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603334" y="1942720"/>
              <a:ext cx="809624" cy="56197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2545" name="图片 39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>
              <a:off x="1919802" y="1338581"/>
              <a:ext cx="176690" cy="617430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63" name="组合 62"/>
          <p:cNvGrpSpPr/>
          <p:nvPr/>
        </p:nvGrpSpPr>
        <p:grpSpPr>
          <a:xfrm>
            <a:off x="4395788" y="2262188"/>
            <a:ext cx="750887" cy="2093912"/>
            <a:chOff x="609668" y="1318797"/>
            <a:chExt cx="750469" cy="2325965"/>
          </a:xfrm>
        </p:grpSpPr>
        <p:pic>
          <p:nvPicPr>
            <p:cNvPr id="22547" name="图片 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8512" y="3120887"/>
              <a:ext cx="361950" cy="523875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22548" name="组合 34"/>
            <p:cNvGrpSpPr/>
            <p:nvPr/>
          </p:nvGrpSpPr>
          <p:grpSpPr>
            <a:xfrm>
              <a:off x="609668" y="2729288"/>
              <a:ext cx="750469" cy="614477"/>
              <a:chOff x="4698051" y="2996051"/>
              <a:chExt cx="750469" cy="614477"/>
            </a:xfrm>
          </p:grpSpPr>
          <p:pic>
            <p:nvPicPr>
              <p:cNvPr id="22549" name="图片 31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 rot="1636891">
                <a:off x="5153282" y="3096242"/>
                <a:ext cx="295238" cy="51428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2550" name="图片 32"/>
              <p:cNvPicPr preferRelativeResize="0"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912402" y="2996051"/>
                <a:ext cx="356443" cy="25985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2551" name="图片 33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 rot="-1461410">
                <a:off x="4698051" y="3049747"/>
                <a:ext cx="295238" cy="552381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22552" name="图片 41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>
              <a:off x="911425" y="1318797"/>
              <a:ext cx="200389" cy="1424638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53" name="组合 52"/>
          <p:cNvGrpSpPr/>
          <p:nvPr/>
        </p:nvGrpSpPr>
        <p:grpSpPr>
          <a:xfrm>
            <a:off x="4383088" y="2260600"/>
            <a:ext cx="749300" cy="1370013"/>
            <a:chOff x="8063831" y="2015436"/>
            <a:chExt cx="750469" cy="1522241"/>
          </a:xfrm>
        </p:grpSpPr>
        <p:pic>
          <p:nvPicPr>
            <p:cNvPr id="22554" name="图片 53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>
              <a:off x="8371492" y="2015436"/>
              <a:ext cx="176690" cy="61743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2555" name="图片 5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272675" y="3013802"/>
              <a:ext cx="361950" cy="523875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22556" name="组合 55"/>
            <p:cNvGrpSpPr/>
            <p:nvPr/>
          </p:nvGrpSpPr>
          <p:grpSpPr>
            <a:xfrm>
              <a:off x="8063831" y="2622203"/>
              <a:ext cx="750469" cy="614477"/>
              <a:chOff x="4698051" y="2996051"/>
              <a:chExt cx="750469" cy="614477"/>
            </a:xfrm>
          </p:grpSpPr>
          <p:pic>
            <p:nvPicPr>
              <p:cNvPr id="22557" name="图片 56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 rot="1636891">
                <a:off x="5153282" y="3096242"/>
                <a:ext cx="295238" cy="51428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2558" name="图片 57"/>
              <p:cNvPicPr preferRelativeResize="0"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912402" y="2996051"/>
                <a:ext cx="356443" cy="25985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2559" name="图片 58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 rot="-1461410">
                <a:off x="4698051" y="3049747"/>
                <a:ext cx="295238" cy="552381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pic>
        <p:nvPicPr>
          <p:cNvPr id="61" name="图片 6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8988" y="3892550"/>
            <a:ext cx="361950" cy="47148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60" name="组合 59"/>
          <p:cNvGrpSpPr/>
          <p:nvPr/>
        </p:nvGrpSpPr>
        <p:grpSpPr>
          <a:xfrm>
            <a:off x="3349625" y="2046288"/>
            <a:ext cx="4000500" cy="781050"/>
            <a:chOff x="3330525" y="1338581"/>
            <a:chExt cx="4000948" cy="866775"/>
          </a:xfrm>
        </p:grpSpPr>
        <p:pic>
          <p:nvPicPr>
            <p:cNvPr id="22562" name="图片 36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3758471" y="1557790"/>
              <a:ext cx="3573002" cy="21907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2563" name="图片 3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30525" y="1338581"/>
              <a:ext cx="466725" cy="866775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73" name="组合 72"/>
          <p:cNvGrpSpPr/>
          <p:nvPr/>
        </p:nvGrpSpPr>
        <p:grpSpPr>
          <a:xfrm>
            <a:off x="3206750" y="2260600"/>
            <a:ext cx="750888" cy="1370013"/>
            <a:chOff x="8063831" y="2015436"/>
            <a:chExt cx="750469" cy="1522241"/>
          </a:xfrm>
        </p:grpSpPr>
        <p:pic>
          <p:nvPicPr>
            <p:cNvPr id="22565" name="图片 73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>
              <a:off x="8380417" y="2015436"/>
              <a:ext cx="176690" cy="61743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2566" name="图片 7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272675" y="3013802"/>
              <a:ext cx="361950" cy="523875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22567" name="组合 75"/>
            <p:cNvGrpSpPr/>
            <p:nvPr/>
          </p:nvGrpSpPr>
          <p:grpSpPr>
            <a:xfrm>
              <a:off x="8063831" y="2622203"/>
              <a:ext cx="750469" cy="614477"/>
              <a:chOff x="4698051" y="2996051"/>
              <a:chExt cx="750469" cy="614477"/>
            </a:xfrm>
          </p:grpSpPr>
          <p:pic>
            <p:nvPicPr>
              <p:cNvPr id="22568" name="图片 76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 rot="1636891">
                <a:off x="5153282" y="3096242"/>
                <a:ext cx="295238" cy="51428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2569" name="图片 77"/>
              <p:cNvPicPr preferRelativeResize="0"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912402" y="2996051"/>
                <a:ext cx="356443" cy="25985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2570" name="图片 78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 rot="-1461410">
                <a:off x="4698051" y="3049747"/>
                <a:ext cx="295238" cy="552381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grpSp>
        <p:nvGrpSpPr>
          <p:cNvPr id="82" name="组合 81"/>
          <p:cNvGrpSpPr/>
          <p:nvPr/>
        </p:nvGrpSpPr>
        <p:grpSpPr>
          <a:xfrm>
            <a:off x="3206750" y="2236788"/>
            <a:ext cx="750888" cy="2093912"/>
            <a:chOff x="609668" y="1318797"/>
            <a:chExt cx="750469" cy="2325965"/>
          </a:xfrm>
        </p:grpSpPr>
        <p:pic>
          <p:nvPicPr>
            <p:cNvPr id="22572" name="图片 8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8512" y="3120887"/>
              <a:ext cx="361950" cy="523875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22573" name="组合 83"/>
            <p:cNvGrpSpPr/>
            <p:nvPr/>
          </p:nvGrpSpPr>
          <p:grpSpPr>
            <a:xfrm>
              <a:off x="609668" y="2729288"/>
              <a:ext cx="750469" cy="614477"/>
              <a:chOff x="4698051" y="2996051"/>
              <a:chExt cx="750469" cy="614477"/>
            </a:xfrm>
          </p:grpSpPr>
          <p:pic>
            <p:nvPicPr>
              <p:cNvPr id="22574" name="图片 85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 rot="1636891">
                <a:off x="5153282" y="3096242"/>
                <a:ext cx="295238" cy="51428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2575" name="图片 86"/>
              <p:cNvPicPr preferRelativeResize="0"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912402" y="2996051"/>
                <a:ext cx="356443" cy="25985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2576" name="图片 87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 rot="-1461410">
                <a:off x="4698051" y="3049747"/>
                <a:ext cx="295238" cy="552381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22577" name="图片 84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>
              <a:off x="911425" y="1318797"/>
              <a:ext cx="200389" cy="1424638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92" name="组合 91"/>
          <p:cNvGrpSpPr/>
          <p:nvPr/>
        </p:nvGrpSpPr>
        <p:grpSpPr>
          <a:xfrm>
            <a:off x="3194050" y="2227263"/>
            <a:ext cx="809625" cy="2105025"/>
            <a:chOff x="3204891" y="1548255"/>
            <a:chExt cx="809624" cy="2337176"/>
          </a:xfrm>
        </p:grpSpPr>
        <p:grpSp>
          <p:nvGrpSpPr>
            <p:cNvPr id="22579" name="组合 88"/>
            <p:cNvGrpSpPr/>
            <p:nvPr/>
          </p:nvGrpSpPr>
          <p:grpSpPr>
            <a:xfrm>
              <a:off x="3204891" y="1548255"/>
              <a:ext cx="809624" cy="1995907"/>
              <a:chOff x="1547664" y="1640290"/>
              <a:chExt cx="809624" cy="1995907"/>
            </a:xfrm>
          </p:grpSpPr>
          <p:pic>
            <p:nvPicPr>
              <p:cNvPr id="22580" name="图片 89"/>
              <p:cNvPicPr preferRelativeResize="0"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79128" y="1640290"/>
                <a:ext cx="172592" cy="1451329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2581" name="图片 90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47664" y="3074222"/>
                <a:ext cx="809624" cy="56197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22582" name="图片 8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418614" y="3361556"/>
              <a:ext cx="361950" cy="523875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03" name="组合 102"/>
          <p:cNvGrpSpPr/>
          <p:nvPr/>
        </p:nvGrpSpPr>
        <p:grpSpPr>
          <a:xfrm>
            <a:off x="3186113" y="2249488"/>
            <a:ext cx="809625" cy="2087562"/>
            <a:chOff x="1675753" y="1540653"/>
            <a:chExt cx="809524" cy="2319745"/>
          </a:xfrm>
        </p:grpSpPr>
        <p:pic>
          <p:nvPicPr>
            <p:cNvPr id="22584" name="图片 9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899540" y="3336523"/>
              <a:ext cx="361950" cy="523875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22585" name="组合 101"/>
            <p:cNvGrpSpPr/>
            <p:nvPr/>
          </p:nvGrpSpPr>
          <p:grpSpPr>
            <a:xfrm>
              <a:off x="1675753" y="1540653"/>
              <a:ext cx="809524" cy="1214583"/>
              <a:chOff x="1675752" y="1859137"/>
              <a:chExt cx="809524" cy="1214583"/>
            </a:xfrm>
          </p:grpSpPr>
          <p:pic>
            <p:nvPicPr>
              <p:cNvPr id="22586" name="图片 99"/>
              <p:cNvPicPr preferRelativeResize="0"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06717" y="1859137"/>
                <a:ext cx="161925" cy="66893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2587" name="图片 100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75752" y="2511815"/>
                <a:ext cx="809524" cy="56190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7" name="Picture 4" descr="3-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62000"/>
            <a:ext cx="7696200" cy="41417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78" name="Rectangle 5"/>
          <p:cNvSpPr/>
          <p:nvPr/>
        </p:nvSpPr>
        <p:spPr>
          <a:xfrm>
            <a:off x="2895600" y="5334000"/>
            <a:ext cx="2936875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3.55  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机械手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1" name="图片 1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25" y="1884363"/>
            <a:ext cx="7629525" cy="30527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1" name="AutoShape 15"/>
          <p:cNvSpPr>
            <a:spLocks noChangeArrowheads="1"/>
          </p:cNvSpPr>
          <p:nvPr/>
        </p:nvSpPr>
        <p:spPr bwMode="auto">
          <a:xfrm>
            <a:off x="3394075" y="5246688"/>
            <a:ext cx="2070100" cy="503238"/>
          </a:xfrm>
          <a:prstGeom prst="flowChartAlternateProcess">
            <a:avLst/>
          </a:prstGeom>
          <a:gradFill rotWithShape="1">
            <a:gsLst>
              <a:gs pos="0">
                <a:srgbClr val="00B0F0"/>
              </a:gs>
              <a:gs pos="70000">
                <a:srgbClr val="0070C0"/>
              </a:gs>
              <a:gs pos="100000">
                <a:srgbClr val="002060"/>
              </a:gs>
            </a:gsLst>
            <a:lin ang="5400000"/>
          </a:gradFill>
          <a:ln>
            <a:noFill/>
          </a:ln>
        </p:spPr>
        <p:txBody>
          <a:bodyPr wrap="none" lIns="87920" tIns="43960" rIns="87920" bIns="4396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D7D31"/>
              </a:buClr>
              <a:buSzTx/>
              <a:buFontTx/>
              <a:buNone/>
              <a:defRPr/>
            </a:pPr>
            <a:r>
              <a: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 </a:t>
            </a:r>
            <a:r>
              <a:rPr kumimoji="0" lang="zh-CN" altLang="en-US" sz="20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机械手示意图</a:t>
            </a:r>
          </a:p>
        </p:txBody>
      </p:sp>
      <p:sp>
        <p:nvSpPr>
          <p:cNvPr id="17" name="Line 3"/>
          <p:cNvSpPr>
            <a:spLocks noChangeShapeType="1"/>
          </p:cNvSpPr>
          <p:nvPr/>
        </p:nvSpPr>
        <p:spPr bwMode="auto">
          <a:xfrm>
            <a:off x="5668963" y="2700338"/>
            <a:ext cx="0" cy="1087438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tailEnd type="triangle" w="med" len="med"/>
          </a:ln>
          <a:effectLst/>
        </p:spPr>
        <p:txBody>
          <a:bodyPr lIns="87920" tIns="43960" rIns="87920" bIns="43960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4"/>
          <p:cNvSpPr>
            <a:spLocks noChangeShapeType="1"/>
          </p:cNvSpPr>
          <p:nvPr/>
        </p:nvSpPr>
        <p:spPr bwMode="auto">
          <a:xfrm flipV="1">
            <a:off x="5668963" y="2693988"/>
            <a:ext cx="0" cy="108585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tailEnd type="triangle" w="med" len="med"/>
          </a:ln>
          <a:effectLst/>
        </p:spPr>
        <p:txBody>
          <a:bodyPr lIns="87920" tIns="43960" rIns="87920" bIns="43960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>
            <a:off x="4341813" y="1647825"/>
            <a:ext cx="1287463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tailEnd type="triangle" w="med" len="med"/>
          </a:ln>
          <a:effectLst/>
        </p:spPr>
        <p:txBody>
          <a:bodyPr lIns="87920" tIns="43960" rIns="87920" bIns="43960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Line 6"/>
          <p:cNvSpPr>
            <a:spLocks noChangeShapeType="1"/>
          </p:cNvSpPr>
          <p:nvPr/>
        </p:nvSpPr>
        <p:spPr bwMode="auto">
          <a:xfrm flipH="1">
            <a:off x="4232275" y="1614488"/>
            <a:ext cx="1227138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tailEnd type="triangle" w="med" len="med"/>
          </a:ln>
          <a:effectLst/>
        </p:spPr>
        <p:txBody>
          <a:bodyPr lIns="87920" tIns="43960" rIns="87920" bIns="43960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Line 3"/>
          <p:cNvSpPr>
            <a:spLocks noChangeShapeType="1"/>
          </p:cNvSpPr>
          <p:nvPr/>
        </p:nvSpPr>
        <p:spPr bwMode="auto">
          <a:xfrm>
            <a:off x="4046538" y="2627313"/>
            <a:ext cx="0" cy="108585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tailEnd type="triangle" w="med" len="med"/>
          </a:ln>
          <a:effectLst/>
        </p:spPr>
        <p:txBody>
          <a:bodyPr lIns="87920" tIns="43960" rIns="87920" bIns="43960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Line 4"/>
          <p:cNvSpPr>
            <a:spLocks noChangeShapeType="1"/>
          </p:cNvSpPr>
          <p:nvPr/>
        </p:nvSpPr>
        <p:spPr bwMode="auto">
          <a:xfrm flipV="1">
            <a:off x="3106738" y="2614613"/>
            <a:ext cx="0" cy="1087438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tailEnd type="triangle" w="med" len="med"/>
          </a:ln>
          <a:effectLst/>
        </p:spPr>
        <p:txBody>
          <a:bodyPr lIns="87920" tIns="43960" rIns="87920" bIns="43960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Oval 7"/>
          <p:cNvSpPr>
            <a:spLocks noChangeArrowheads="1"/>
          </p:cNvSpPr>
          <p:nvPr/>
        </p:nvSpPr>
        <p:spPr bwMode="auto">
          <a:xfrm>
            <a:off x="5805488" y="3033713"/>
            <a:ext cx="360363" cy="322263"/>
          </a:xfrm>
          <a:prstGeom prst="ellipse">
            <a:avLst/>
          </a:prstGeom>
          <a:solidFill>
            <a:srgbClr val="FF33CC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lIns="87920" tIns="43960" rIns="87920" bIns="4396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24" name="Oval 7"/>
          <p:cNvSpPr>
            <a:spLocks noChangeArrowheads="1"/>
          </p:cNvSpPr>
          <p:nvPr/>
        </p:nvSpPr>
        <p:spPr bwMode="auto">
          <a:xfrm>
            <a:off x="5349875" y="4073525"/>
            <a:ext cx="360363" cy="322263"/>
          </a:xfrm>
          <a:prstGeom prst="ellipse">
            <a:avLst/>
          </a:prstGeom>
          <a:solidFill>
            <a:srgbClr val="FF33CC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lIns="87920" tIns="43960" rIns="87920" bIns="4396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  <p:sp>
        <p:nvSpPr>
          <p:cNvPr id="25" name="Oval 7"/>
          <p:cNvSpPr>
            <a:spLocks noChangeArrowheads="1"/>
          </p:cNvSpPr>
          <p:nvPr/>
        </p:nvSpPr>
        <p:spPr bwMode="auto">
          <a:xfrm>
            <a:off x="5805488" y="3033713"/>
            <a:ext cx="360363" cy="322263"/>
          </a:xfrm>
          <a:prstGeom prst="ellipse">
            <a:avLst/>
          </a:prstGeom>
          <a:solidFill>
            <a:srgbClr val="FF33CC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lIns="87920" tIns="43960" rIns="87920" bIns="4396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3</a:t>
            </a:r>
          </a:p>
        </p:txBody>
      </p:sp>
      <p:sp>
        <p:nvSpPr>
          <p:cNvPr id="26" name="Oval 7"/>
          <p:cNvSpPr>
            <a:spLocks noChangeArrowheads="1"/>
          </p:cNvSpPr>
          <p:nvPr/>
        </p:nvSpPr>
        <p:spPr bwMode="auto">
          <a:xfrm>
            <a:off x="4654550" y="1647825"/>
            <a:ext cx="358775" cy="322263"/>
          </a:xfrm>
          <a:prstGeom prst="ellipse">
            <a:avLst/>
          </a:prstGeom>
          <a:solidFill>
            <a:srgbClr val="FF33CC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lIns="87920" tIns="43960" rIns="87920" bIns="4396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4</a:t>
            </a:r>
          </a:p>
        </p:txBody>
      </p:sp>
      <p:sp>
        <p:nvSpPr>
          <p:cNvPr id="27" name="Oval 7"/>
          <p:cNvSpPr>
            <a:spLocks noChangeArrowheads="1"/>
          </p:cNvSpPr>
          <p:nvPr/>
        </p:nvSpPr>
        <p:spPr bwMode="auto">
          <a:xfrm>
            <a:off x="4137025" y="3008313"/>
            <a:ext cx="360363" cy="323850"/>
          </a:xfrm>
          <a:prstGeom prst="ellipse">
            <a:avLst/>
          </a:prstGeom>
          <a:solidFill>
            <a:srgbClr val="FF33CC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lIns="87920" tIns="43960" rIns="87920" bIns="4396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5</a:t>
            </a:r>
          </a:p>
        </p:txBody>
      </p:sp>
      <p:sp>
        <p:nvSpPr>
          <p:cNvPr id="28" name="Oval 7"/>
          <p:cNvSpPr>
            <a:spLocks noChangeArrowheads="1"/>
          </p:cNvSpPr>
          <p:nvPr/>
        </p:nvSpPr>
        <p:spPr bwMode="auto">
          <a:xfrm>
            <a:off x="3940175" y="3979863"/>
            <a:ext cx="360363" cy="323850"/>
          </a:xfrm>
          <a:prstGeom prst="ellipse">
            <a:avLst/>
          </a:prstGeom>
          <a:solidFill>
            <a:srgbClr val="FF33CC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lIns="87920" tIns="43960" rIns="87920" bIns="4396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6</a:t>
            </a:r>
          </a:p>
        </p:txBody>
      </p:sp>
      <p:sp>
        <p:nvSpPr>
          <p:cNvPr id="29" name="Oval 7"/>
          <p:cNvSpPr>
            <a:spLocks noChangeArrowheads="1"/>
          </p:cNvSpPr>
          <p:nvPr/>
        </p:nvSpPr>
        <p:spPr bwMode="auto">
          <a:xfrm>
            <a:off x="2579688" y="2952750"/>
            <a:ext cx="360363" cy="322263"/>
          </a:xfrm>
          <a:prstGeom prst="ellipse">
            <a:avLst/>
          </a:prstGeom>
          <a:solidFill>
            <a:srgbClr val="FF33CC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lIns="87920" tIns="43960" rIns="87920" bIns="4396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7</a:t>
            </a:r>
          </a:p>
        </p:txBody>
      </p:sp>
      <p:sp>
        <p:nvSpPr>
          <p:cNvPr id="30" name="Oval 7"/>
          <p:cNvSpPr>
            <a:spLocks noChangeArrowheads="1"/>
          </p:cNvSpPr>
          <p:nvPr/>
        </p:nvSpPr>
        <p:spPr bwMode="auto">
          <a:xfrm>
            <a:off x="4654550" y="1292225"/>
            <a:ext cx="358775" cy="322263"/>
          </a:xfrm>
          <a:prstGeom prst="ellipse">
            <a:avLst/>
          </a:prstGeom>
          <a:solidFill>
            <a:srgbClr val="FF33CC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lIns="87920" tIns="43960" rIns="87920" bIns="4396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8</a:t>
            </a:r>
          </a:p>
        </p:txBody>
      </p:sp>
      <p:grpSp>
        <p:nvGrpSpPr>
          <p:cNvPr id="36" name="组合 35"/>
          <p:cNvGrpSpPr/>
          <p:nvPr/>
        </p:nvGrpSpPr>
        <p:grpSpPr>
          <a:xfrm>
            <a:off x="4524375" y="2062163"/>
            <a:ext cx="2832100" cy="779462"/>
            <a:chOff x="4499267" y="1345586"/>
            <a:chExt cx="2832733" cy="866775"/>
          </a:xfrm>
        </p:grpSpPr>
        <p:pic>
          <p:nvPicPr>
            <p:cNvPr id="25618" name="图片 3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4950750" y="1537758"/>
              <a:ext cx="2381250" cy="21907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5619" name="图片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99267" y="1345586"/>
              <a:ext cx="466725" cy="866775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62" name="组合 61"/>
          <p:cNvGrpSpPr/>
          <p:nvPr/>
        </p:nvGrpSpPr>
        <p:grpSpPr>
          <a:xfrm>
            <a:off x="4383088" y="2257425"/>
            <a:ext cx="809625" cy="1797050"/>
            <a:chOff x="1547664" y="1640290"/>
            <a:chExt cx="809624" cy="1995907"/>
          </a:xfrm>
        </p:grpSpPr>
        <p:pic>
          <p:nvPicPr>
            <p:cNvPr id="25621" name="图片 9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>
              <a:off x="1879128" y="1640290"/>
              <a:ext cx="172592" cy="145132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5622" name="图片 1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47664" y="3074222"/>
              <a:ext cx="809624" cy="561975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39" name="组合 38"/>
          <p:cNvGrpSpPr/>
          <p:nvPr/>
        </p:nvGrpSpPr>
        <p:grpSpPr>
          <a:xfrm>
            <a:off x="4395788" y="2270125"/>
            <a:ext cx="809625" cy="1050925"/>
            <a:chOff x="1603334" y="1338581"/>
            <a:chExt cx="809624" cy="1166114"/>
          </a:xfrm>
        </p:grpSpPr>
        <p:pic>
          <p:nvPicPr>
            <p:cNvPr id="25624" name="图片 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03334" y="1942720"/>
              <a:ext cx="809624" cy="56197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5625" name="图片 39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>
              <a:off x="1919802" y="1338581"/>
              <a:ext cx="176690" cy="617430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63" name="组合 62"/>
          <p:cNvGrpSpPr/>
          <p:nvPr/>
        </p:nvGrpSpPr>
        <p:grpSpPr>
          <a:xfrm>
            <a:off x="4395788" y="2262188"/>
            <a:ext cx="750887" cy="2093912"/>
            <a:chOff x="609668" y="1318797"/>
            <a:chExt cx="750469" cy="2325965"/>
          </a:xfrm>
        </p:grpSpPr>
        <p:pic>
          <p:nvPicPr>
            <p:cNvPr id="25627" name="图片 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18512" y="3120887"/>
              <a:ext cx="361950" cy="523875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25628" name="组合 34"/>
            <p:cNvGrpSpPr/>
            <p:nvPr/>
          </p:nvGrpSpPr>
          <p:grpSpPr>
            <a:xfrm>
              <a:off x="609668" y="2729288"/>
              <a:ext cx="750469" cy="614477"/>
              <a:chOff x="4698051" y="2996051"/>
              <a:chExt cx="750469" cy="614477"/>
            </a:xfrm>
          </p:grpSpPr>
          <p:pic>
            <p:nvPicPr>
              <p:cNvPr id="25629" name="图片 31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rot="1636891">
                <a:off x="5153282" y="3096242"/>
                <a:ext cx="295238" cy="51428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5630" name="图片 32"/>
              <p:cNvPicPr preferRelativeResize="0"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12402" y="2996051"/>
                <a:ext cx="356443" cy="25985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5631" name="图片 33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 rot="-1461410">
                <a:off x="4698051" y="3049747"/>
                <a:ext cx="295238" cy="552381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25632" name="图片 41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>
              <a:off x="911425" y="1318797"/>
              <a:ext cx="200389" cy="1424638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53" name="组合 52"/>
          <p:cNvGrpSpPr/>
          <p:nvPr/>
        </p:nvGrpSpPr>
        <p:grpSpPr>
          <a:xfrm>
            <a:off x="4383088" y="2260600"/>
            <a:ext cx="749300" cy="1370013"/>
            <a:chOff x="8063831" y="2015436"/>
            <a:chExt cx="750469" cy="1522241"/>
          </a:xfrm>
        </p:grpSpPr>
        <p:pic>
          <p:nvPicPr>
            <p:cNvPr id="25634" name="图片 53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>
              <a:off x="8371492" y="2015436"/>
              <a:ext cx="176690" cy="61743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5635" name="图片 5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272675" y="3013802"/>
              <a:ext cx="361950" cy="523875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25636" name="组合 55"/>
            <p:cNvGrpSpPr/>
            <p:nvPr/>
          </p:nvGrpSpPr>
          <p:grpSpPr>
            <a:xfrm>
              <a:off x="8063831" y="2622203"/>
              <a:ext cx="750469" cy="614477"/>
              <a:chOff x="4698051" y="2996051"/>
              <a:chExt cx="750469" cy="614477"/>
            </a:xfrm>
          </p:grpSpPr>
          <p:pic>
            <p:nvPicPr>
              <p:cNvPr id="25637" name="图片 56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rot="1636891">
                <a:off x="5153282" y="3096242"/>
                <a:ext cx="295238" cy="51428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5638" name="图片 57"/>
              <p:cNvPicPr preferRelativeResize="0"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12402" y="2996051"/>
                <a:ext cx="356443" cy="25985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5639" name="图片 58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 rot="-1461410">
                <a:off x="4698051" y="3049747"/>
                <a:ext cx="295238" cy="552381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pic>
        <p:nvPicPr>
          <p:cNvPr id="61" name="图片 6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3883025"/>
            <a:ext cx="361950" cy="47148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60" name="组合 59"/>
          <p:cNvGrpSpPr/>
          <p:nvPr/>
        </p:nvGrpSpPr>
        <p:grpSpPr>
          <a:xfrm>
            <a:off x="3349625" y="2046288"/>
            <a:ext cx="4000500" cy="781050"/>
            <a:chOff x="3330525" y="1338581"/>
            <a:chExt cx="4000948" cy="866775"/>
          </a:xfrm>
        </p:grpSpPr>
        <p:pic>
          <p:nvPicPr>
            <p:cNvPr id="25642" name="图片 36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3758471" y="1557790"/>
              <a:ext cx="3573002" cy="21907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5643" name="图片 3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30525" y="1338581"/>
              <a:ext cx="466725" cy="866775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73" name="组合 72"/>
          <p:cNvGrpSpPr/>
          <p:nvPr/>
        </p:nvGrpSpPr>
        <p:grpSpPr>
          <a:xfrm>
            <a:off x="3206750" y="2260600"/>
            <a:ext cx="750888" cy="1370013"/>
            <a:chOff x="8063831" y="2015436"/>
            <a:chExt cx="750469" cy="1522241"/>
          </a:xfrm>
        </p:grpSpPr>
        <p:pic>
          <p:nvPicPr>
            <p:cNvPr id="25645" name="图片 73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>
              <a:off x="8380417" y="2015436"/>
              <a:ext cx="176690" cy="61743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5646" name="图片 7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272675" y="3013802"/>
              <a:ext cx="361950" cy="523875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25647" name="组合 75"/>
            <p:cNvGrpSpPr/>
            <p:nvPr/>
          </p:nvGrpSpPr>
          <p:grpSpPr>
            <a:xfrm>
              <a:off x="8063831" y="2622203"/>
              <a:ext cx="750469" cy="614477"/>
              <a:chOff x="4698051" y="2996051"/>
              <a:chExt cx="750469" cy="614477"/>
            </a:xfrm>
          </p:grpSpPr>
          <p:pic>
            <p:nvPicPr>
              <p:cNvPr id="25648" name="图片 76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rot="1636891">
                <a:off x="5153282" y="3096242"/>
                <a:ext cx="295238" cy="51428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5649" name="图片 77"/>
              <p:cNvPicPr preferRelativeResize="0"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12402" y="2996051"/>
                <a:ext cx="356443" cy="25985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5650" name="图片 78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 rot="-1461410">
                <a:off x="4698051" y="3049747"/>
                <a:ext cx="295238" cy="552381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grpSp>
        <p:nvGrpSpPr>
          <p:cNvPr id="82" name="组合 81"/>
          <p:cNvGrpSpPr/>
          <p:nvPr/>
        </p:nvGrpSpPr>
        <p:grpSpPr>
          <a:xfrm>
            <a:off x="3206750" y="2236788"/>
            <a:ext cx="750888" cy="2093912"/>
            <a:chOff x="609668" y="1318797"/>
            <a:chExt cx="750469" cy="2325965"/>
          </a:xfrm>
        </p:grpSpPr>
        <p:pic>
          <p:nvPicPr>
            <p:cNvPr id="25652" name="图片 8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18512" y="3120887"/>
              <a:ext cx="361950" cy="523875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25653" name="组合 83"/>
            <p:cNvGrpSpPr/>
            <p:nvPr/>
          </p:nvGrpSpPr>
          <p:grpSpPr>
            <a:xfrm>
              <a:off x="609668" y="2729288"/>
              <a:ext cx="750469" cy="614477"/>
              <a:chOff x="4698051" y="2996051"/>
              <a:chExt cx="750469" cy="614477"/>
            </a:xfrm>
          </p:grpSpPr>
          <p:pic>
            <p:nvPicPr>
              <p:cNvPr id="25654" name="图片 85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rot="1636891">
                <a:off x="5153282" y="3096242"/>
                <a:ext cx="295238" cy="51428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5655" name="图片 86"/>
              <p:cNvPicPr preferRelativeResize="0"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12402" y="2996051"/>
                <a:ext cx="356443" cy="25985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5656" name="图片 87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 rot="-1461410">
                <a:off x="4698051" y="3049747"/>
                <a:ext cx="295238" cy="552381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25657" name="图片 84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>
              <a:off x="911425" y="1318797"/>
              <a:ext cx="200389" cy="1424638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92" name="组合 91"/>
          <p:cNvGrpSpPr/>
          <p:nvPr/>
        </p:nvGrpSpPr>
        <p:grpSpPr>
          <a:xfrm>
            <a:off x="3194050" y="2227263"/>
            <a:ext cx="809625" cy="2105025"/>
            <a:chOff x="3204891" y="1548255"/>
            <a:chExt cx="809624" cy="2337176"/>
          </a:xfrm>
        </p:grpSpPr>
        <p:grpSp>
          <p:nvGrpSpPr>
            <p:cNvPr id="25659" name="组合 88"/>
            <p:cNvGrpSpPr/>
            <p:nvPr/>
          </p:nvGrpSpPr>
          <p:grpSpPr>
            <a:xfrm>
              <a:off x="3204891" y="1548255"/>
              <a:ext cx="809624" cy="1995907"/>
              <a:chOff x="1547664" y="1640290"/>
              <a:chExt cx="809624" cy="1995907"/>
            </a:xfrm>
          </p:grpSpPr>
          <p:pic>
            <p:nvPicPr>
              <p:cNvPr id="25660" name="图片 89"/>
              <p:cNvPicPr preferRelativeResize="0"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79128" y="1640290"/>
                <a:ext cx="172592" cy="1451329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5661" name="图片 90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47664" y="3074222"/>
                <a:ext cx="809624" cy="56197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25662" name="图片 8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18614" y="3361556"/>
              <a:ext cx="361950" cy="523875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103" name="组合 102"/>
          <p:cNvGrpSpPr/>
          <p:nvPr/>
        </p:nvGrpSpPr>
        <p:grpSpPr>
          <a:xfrm>
            <a:off x="3186113" y="2249488"/>
            <a:ext cx="809625" cy="2087562"/>
            <a:chOff x="1675753" y="1540653"/>
            <a:chExt cx="809524" cy="2319745"/>
          </a:xfrm>
        </p:grpSpPr>
        <p:pic>
          <p:nvPicPr>
            <p:cNvPr id="25664" name="图片 9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899540" y="3336523"/>
              <a:ext cx="361950" cy="523875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25665" name="组合 101"/>
            <p:cNvGrpSpPr/>
            <p:nvPr/>
          </p:nvGrpSpPr>
          <p:grpSpPr>
            <a:xfrm>
              <a:off x="1675753" y="1540653"/>
              <a:ext cx="809524" cy="1214583"/>
              <a:chOff x="1675752" y="1859137"/>
              <a:chExt cx="809524" cy="1214583"/>
            </a:xfrm>
          </p:grpSpPr>
          <p:pic>
            <p:nvPicPr>
              <p:cNvPr id="25666" name="图片 99"/>
              <p:cNvPicPr preferRelativeResize="0"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06717" y="1859137"/>
                <a:ext cx="161925" cy="66893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5667" name="图片 100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75752" y="2511815"/>
                <a:ext cx="809524" cy="561905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3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图</a:t>
            </a:r>
            <a:r>
              <a:rPr lang="en-US" altLang="zh-CN" dirty="0"/>
              <a:t>3.57</a:t>
            </a:r>
            <a:r>
              <a:rPr lang="zh-CN" altLang="en-US" dirty="0"/>
              <a:t>对应的指令表如下：</a:t>
            </a:r>
          </a:p>
          <a:p>
            <a:pPr eaLnBrk="1" hangingPunct="1"/>
            <a:endParaRPr lang="en-US" altLang="zh-CN" dirty="0"/>
          </a:p>
        </p:txBody>
      </p:sp>
      <p:graphicFrame>
        <p:nvGraphicFramePr>
          <p:cNvPr id="27650" name="Object 4"/>
          <p:cNvGraphicFramePr>
            <a:graphicFrameLocks noChangeAspect="1"/>
          </p:cNvGraphicFramePr>
          <p:nvPr/>
        </p:nvGraphicFramePr>
        <p:xfrm>
          <a:off x="1371600" y="1246188"/>
          <a:ext cx="6934200" cy="530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r:id="rId3" imgW="21287105" imgH="16292195" progId="Photoshop.Image.7">
                  <p:embed/>
                </p:oleObj>
              </mc:Choice>
              <mc:Fallback>
                <p:oleObj r:id="rId3" imgW="21287105" imgH="16292195" progId="Photoshop.Image.7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71600" y="1246188"/>
                        <a:ext cx="6934200" cy="5307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3" name="Picture 4" descr="3-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313" y="152400"/>
            <a:ext cx="2325687" cy="6019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674" name="Rectangle 5"/>
          <p:cNvSpPr/>
          <p:nvPr/>
        </p:nvSpPr>
        <p:spPr>
          <a:xfrm>
            <a:off x="1066800" y="6145213"/>
            <a:ext cx="3306763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3.56  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状态转移图</a:t>
            </a:r>
          </a:p>
        </p:txBody>
      </p:sp>
      <p:pic>
        <p:nvPicPr>
          <p:cNvPr id="28675" name="Picture 6" descr="3-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152400"/>
            <a:ext cx="2686050" cy="5867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676" name="Rectangle 7"/>
          <p:cNvSpPr/>
          <p:nvPr/>
        </p:nvSpPr>
        <p:spPr>
          <a:xfrm>
            <a:off x="5257800" y="6096000"/>
            <a:ext cx="330676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3.57  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步进梯形图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99910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zh-CN" altLang="en-US" sz="2600" b="1" dirty="0">
                <a:latin typeface="Times New Roman" panose="02020603050405020304" pitchFamily="18" charset="0"/>
                <a:sym typeface="+mn-ea"/>
              </a:rPr>
              <a:t>初始状态用双线框表示，通常用特殊辅助继电器</a:t>
            </a:r>
            <a:r>
              <a:rPr lang="en-US" altLang="zh-CN" sz="2600" b="1" dirty="0">
                <a:solidFill>
                  <a:srgbClr val="639EF4"/>
                </a:solidFill>
                <a:latin typeface="Times New Roman" panose="02020603050405020304" pitchFamily="18" charset="0"/>
                <a:sym typeface="+mn-ea"/>
              </a:rPr>
              <a:t>[填空1]</a:t>
            </a:r>
            <a:r>
              <a:rPr lang="en-US" altLang="zh-CN" sz="2600" b="1" dirty="0">
                <a:latin typeface="Times New Roman" panose="02020603050405020304" pitchFamily="18" charset="0"/>
                <a:sym typeface="+mn-ea"/>
              </a:rPr>
              <a:t> </a:t>
            </a:r>
            <a:r>
              <a:rPr lang="zh-CN" altLang="en-US" sz="2600" b="1" dirty="0">
                <a:latin typeface="Times New Roman" panose="02020603050405020304" pitchFamily="18" charset="0"/>
                <a:sym typeface="+mn-ea"/>
              </a:rPr>
              <a:t>的常开触点提供初始信号。</a:t>
            </a: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3"/>
            </p:custDataLst>
          </p:nvPr>
        </p:nvSpPr>
        <p:spPr>
          <a:xfrm>
            <a:off x="61722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作答</a:t>
            </a: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0" y="5848985"/>
            <a:ext cx="9144000" cy="365760"/>
          </a:xfrm>
          <a:prstGeom prst="rect">
            <a:avLst/>
          </a:prstGeom>
          <a:solidFill>
            <a:srgbClr val="FBFAEF"/>
          </a:solidFill>
          <a:ln w="25400" cap="flat" cmpd="sng" algn="ctr">
            <a:noFill/>
            <a:prstDash val="solid"/>
          </a:ln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>
            <a:noAutofit/>
          </a:bodyPr>
          <a:lstStyle/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正常使用填空题需3.0以上版本雨课堂</a:t>
            </a:r>
          </a:p>
        </p:txBody>
      </p:sp>
      <p:pic>
        <p:nvPicPr>
          <p:cNvPr id="15" name="图片 14" descr="B3-2-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08400" y="3284855"/>
            <a:ext cx="3986530" cy="1383030"/>
          </a:xfrm>
          <a:prstGeom prst="rect">
            <a:avLst/>
          </a:prstGeom>
        </p:spPr>
      </p:pic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7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填空题</a:t>
              </a:r>
            </a:p>
          </p:txBody>
        </p:sp>
        <p:sp>
          <p:nvSpPr>
            <p:cNvPr id="10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</a:p>
          </p:txBody>
        </p:sp>
      </p:grpSp>
      <p:pic>
        <p:nvPicPr>
          <p:cNvPr id="4" name="图片 3" descr="tmp632E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3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4.1.4  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步进指令的编程要点</a:t>
            </a:r>
          </a:p>
          <a:p>
            <a:pPr eaLnBrk="1" hangingPunct="1"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①状态也可作普通的辅助继电器使用。此时，其功能与辅助继电器一样，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但作为辅助继电器使用时，不能提供步进接点（步进接点是可以产生一定步进动作的接点）。</a:t>
            </a:r>
          </a:p>
          <a:p>
            <a:pPr eaLnBrk="1" hangingPunct="1"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②输出的驱动方法。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STL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内的母线一旦写入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LD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或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LDI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指令后，对不需要触点的线圈就不能再编程，</a:t>
            </a:r>
            <a:r>
              <a:rPr lang="zh-CN" altLang="en-US" b="1" dirty="0">
                <a:latin typeface="Times New Roman" panose="02020603050405020304" pitchFamily="18" charset="0"/>
              </a:rPr>
              <a:t>如图</a:t>
            </a:r>
            <a:r>
              <a:rPr lang="en-US" altLang="zh-CN" b="1" dirty="0">
                <a:latin typeface="Times New Roman" panose="02020603050405020304" pitchFamily="18" charset="0"/>
              </a:rPr>
              <a:t>3.58</a:t>
            </a:r>
            <a:r>
              <a:rPr lang="zh-CN" altLang="en-US" b="1" dirty="0"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）所示。若要编程，需变换成图</a:t>
            </a:r>
            <a:r>
              <a:rPr lang="en-US" altLang="zh-CN" b="1" dirty="0">
                <a:latin typeface="Times New Roman" panose="02020603050405020304" pitchFamily="18" charset="0"/>
              </a:rPr>
              <a:t>3.58</a:t>
            </a:r>
            <a:r>
              <a:rPr lang="zh-CN" altLang="en-US" b="1" dirty="0"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</a:rPr>
              <a:t>b</a:t>
            </a:r>
            <a:r>
              <a:rPr lang="zh-CN" altLang="en-US" b="1" dirty="0">
                <a:latin typeface="Times New Roman" panose="02020603050405020304" pitchFamily="18" charset="0"/>
              </a:rPr>
              <a:t>）所示。</a:t>
            </a:r>
          </a:p>
          <a:p>
            <a:pPr eaLnBrk="1" hangingPunct="1"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1" name="Picture 4" descr="3-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47800"/>
            <a:ext cx="7924800" cy="2508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22" name="Rectangle 5"/>
          <p:cNvSpPr/>
          <p:nvPr/>
        </p:nvSpPr>
        <p:spPr>
          <a:xfrm>
            <a:off x="1447800" y="4419600"/>
            <a:ext cx="6324600" cy="13112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3.58  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输出的驱动方法</a:t>
            </a:r>
          </a:p>
          <a:p>
            <a:pPr algn="ctr">
              <a:spcBef>
                <a:spcPct val="50000"/>
              </a:spcBef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(a)Y22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不能编程；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(b)Y22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可以编程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③</a:t>
            </a:r>
            <a:r>
              <a:rPr lang="zh-CN" altLang="en-US" b="1" dirty="0">
                <a:latin typeface="Times New Roman" panose="02020603050405020304" pitchFamily="18" charset="0"/>
              </a:rPr>
              <a:t>栈指令的位置。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不能在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STL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内的母线处直接使用栈指令（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MPS/MRD/MPP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），须在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LD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或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LDI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指令后使用栈指令</a:t>
            </a:r>
            <a:r>
              <a:rPr lang="zh-CN" altLang="en-US" b="1" dirty="0">
                <a:latin typeface="Times New Roman" panose="02020603050405020304" pitchFamily="18" charset="0"/>
              </a:rPr>
              <a:t>，如图</a:t>
            </a:r>
            <a:r>
              <a:rPr lang="en-US" altLang="zh-CN" b="1" dirty="0">
                <a:latin typeface="Times New Roman" panose="02020603050405020304" pitchFamily="18" charset="0"/>
              </a:rPr>
              <a:t>3.59</a:t>
            </a:r>
            <a:r>
              <a:rPr lang="zh-CN" altLang="en-US" b="1" dirty="0">
                <a:latin typeface="Times New Roman" panose="02020603050405020304" pitchFamily="18" charset="0"/>
              </a:rPr>
              <a:t>所示。</a:t>
            </a:r>
          </a:p>
          <a:p>
            <a:pPr eaLnBrk="1" hangingPunct="1">
              <a:buNone/>
            </a:pP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1746" name="Picture 3" descr="3-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175" y="2133600"/>
            <a:ext cx="5594350" cy="32908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47" name="Rectangle 4"/>
          <p:cNvSpPr/>
          <p:nvPr/>
        </p:nvSpPr>
        <p:spPr>
          <a:xfrm>
            <a:off x="2484438" y="5516563"/>
            <a:ext cx="4156075" cy="5794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3.59  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栈指令的位置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④</a:t>
            </a:r>
            <a:r>
              <a:rPr lang="zh-CN" altLang="en-US" b="1" dirty="0">
                <a:latin typeface="Times New Roman" panose="02020603050405020304" pitchFamily="18" charset="0"/>
              </a:rPr>
              <a:t>状态的转移方法。对于</a:t>
            </a:r>
            <a:r>
              <a:rPr lang="en-US" altLang="zh-CN" b="1" dirty="0">
                <a:latin typeface="Times New Roman" panose="02020603050405020304" pitchFamily="18" charset="0"/>
              </a:rPr>
              <a:t>STL</a:t>
            </a:r>
            <a:r>
              <a:rPr lang="zh-CN" altLang="en-US" b="1" dirty="0">
                <a:latin typeface="Times New Roman" panose="02020603050405020304" pitchFamily="18" charset="0"/>
              </a:rPr>
              <a:t>指令后的状态（</a:t>
            </a:r>
            <a:r>
              <a:rPr lang="en-US" altLang="zh-CN" b="1" dirty="0">
                <a:latin typeface="Times New Roman" panose="02020603050405020304" pitchFamily="18" charset="0"/>
              </a:rPr>
              <a:t>S</a:t>
            </a:r>
            <a:r>
              <a:rPr lang="zh-CN" altLang="en-US" b="1" dirty="0">
                <a:latin typeface="Times New Roman" panose="02020603050405020304" pitchFamily="18" charset="0"/>
              </a:rPr>
              <a:t>），</a:t>
            </a:r>
            <a:r>
              <a:rPr lang="en-US" altLang="zh-CN" b="1" dirty="0">
                <a:latin typeface="Times New Roman" panose="02020603050405020304" pitchFamily="18" charset="0"/>
              </a:rPr>
              <a:t>OUT</a:t>
            </a:r>
            <a:r>
              <a:rPr lang="zh-CN" altLang="en-US" b="1" dirty="0">
                <a:latin typeface="Times New Roman" panose="02020603050405020304" pitchFamily="18" charset="0"/>
              </a:rPr>
              <a:t>指令和</a:t>
            </a:r>
            <a:r>
              <a:rPr lang="en-US" altLang="zh-CN" b="1" dirty="0">
                <a:latin typeface="Times New Roman" panose="02020603050405020304" pitchFamily="18" charset="0"/>
              </a:rPr>
              <a:t>SET</a:t>
            </a:r>
            <a:r>
              <a:rPr lang="zh-CN" altLang="en-US" b="1" dirty="0">
                <a:latin typeface="Times New Roman" panose="02020603050405020304" pitchFamily="18" charset="0"/>
              </a:rPr>
              <a:t>指令具有同样的功能，都将自动复位转移源和置位转移目标。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但	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OUT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指令用于向分离状态转移，而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SET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指令用于向下一个状态转移，如图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3.60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所示。</a:t>
            </a:r>
          </a:p>
          <a:p>
            <a:pPr eaLnBrk="1" hangingPunct="1">
              <a:buNone/>
            </a:pP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2770" name="Picture 3" descr="3-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50" y="3284538"/>
            <a:ext cx="6157913" cy="23764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71" name="Rectangle 4"/>
          <p:cNvSpPr/>
          <p:nvPr/>
        </p:nvSpPr>
        <p:spPr>
          <a:xfrm>
            <a:off x="2484438" y="5661025"/>
            <a:ext cx="4562475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3.60  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状态的转移方法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⑤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在不同的步进段，允许有重号的输出（注意：状态号不能重复使用）。</a:t>
            </a:r>
            <a:r>
              <a:rPr lang="zh-CN" altLang="en-US" b="1" dirty="0">
                <a:latin typeface="Times New Roman" panose="02020603050405020304" pitchFamily="18" charset="0"/>
              </a:rPr>
              <a:t>如图</a:t>
            </a:r>
            <a:r>
              <a:rPr lang="en-US" altLang="zh-CN" b="1" dirty="0">
                <a:latin typeface="Times New Roman" panose="02020603050405020304" pitchFamily="18" charset="0"/>
              </a:rPr>
              <a:t>3.61</a:t>
            </a:r>
            <a:r>
              <a:rPr lang="zh-CN" altLang="en-US" b="1" dirty="0"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）所示，与图</a:t>
            </a:r>
            <a:r>
              <a:rPr lang="en-US" altLang="zh-CN" b="1" dirty="0">
                <a:latin typeface="Times New Roman" panose="02020603050405020304" pitchFamily="18" charset="0"/>
              </a:rPr>
              <a:t>3.61</a:t>
            </a:r>
            <a:r>
              <a:rPr lang="zh-CN" altLang="en-US" b="1" dirty="0"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</a:rPr>
              <a:t>b</a:t>
            </a:r>
            <a:r>
              <a:rPr lang="zh-CN" altLang="en-US" b="1" dirty="0">
                <a:latin typeface="Times New Roman" panose="02020603050405020304" pitchFamily="18" charset="0"/>
              </a:rPr>
              <a:t>）等效。</a:t>
            </a:r>
          </a:p>
          <a:p>
            <a:pPr eaLnBrk="1" hangingPunct="1"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⑥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在不相邻的步进段，允许使用同一地址编号的定时器（注意：在相邻的步进段不能使用），如图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3.61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所示。</a:t>
            </a:r>
            <a:r>
              <a:rPr lang="zh-CN" altLang="en-US" b="1" dirty="0">
                <a:latin typeface="Times New Roman" panose="02020603050405020304" pitchFamily="18" charset="0"/>
              </a:rPr>
              <a:t>故对于一般的时间顺序控制，只需</a:t>
            </a:r>
            <a:r>
              <a:rPr lang="en-US" altLang="zh-CN" b="1" dirty="0">
                <a:latin typeface="Times New Roman" panose="02020603050405020304" pitchFamily="18" charset="0"/>
              </a:rPr>
              <a:t>2~3</a:t>
            </a:r>
            <a:r>
              <a:rPr lang="zh-CN" altLang="en-US" b="1" dirty="0">
                <a:latin typeface="Times New Roman" panose="02020603050405020304" pitchFamily="18" charset="0"/>
              </a:rPr>
              <a:t>个定时器即可。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7" name="Picture 4" descr="3-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19200"/>
            <a:ext cx="8077200" cy="3455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18" name="Rectangle 5"/>
          <p:cNvSpPr/>
          <p:nvPr/>
        </p:nvSpPr>
        <p:spPr>
          <a:xfrm>
            <a:off x="2362200" y="5105400"/>
            <a:ext cx="4968875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3.61  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重复输出和定时器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3"/>
          <p:cNvSpPr>
            <a:spLocks noGrp="1"/>
          </p:cNvSpPr>
          <p:nvPr>
            <p:ph idx="1"/>
          </p:nvPr>
        </p:nvSpPr>
        <p:spPr>
          <a:xfrm>
            <a:off x="457200" y="655638"/>
            <a:ext cx="8229600" cy="551656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⑦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状态转移时，若需要保持某一个输出，可以采用置位指令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SET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，当该输出不需要再保持时，可采用复位指令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RST</a:t>
            </a:r>
            <a:r>
              <a:rPr lang="zh-CN" altLang="en-US" b="1" dirty="0">
                <a:latin typeface="Times New Roman" panose="02020603050405020304" pitchFamily="18" charset="0"/>
              </a:rPr>
              <a:t>。如图</a:t>
            </a:r>
            <a:r>
              <a:rPr lang="en-US" altLang="zh-CN" b="1" dirty="0">
                <a:latin typeface="Times New Roman" panose="02020603050405020304" pitchFamily="18" charset="0"/>
              </a:rPr>
              <a:t>3.57</a:t>
            </a:r>
            <a:r>
              <a:rPr lang="zh-CN" altLang="en-US" b="1" dirty="0">
                <a:latin typeface="Times New Roman" panose="02020603050405020304" pitchFamily="18" charset="0"/>
              </a:rPr>
              <a:t>和图</a:t>
            </a:r>
            <a:r>
              <a:rPr lang="en-US" altLang="zh-CN" b="1" dirty="0">
                <a:latin typeface="Times New Roman" panose="02020603050405020304" pitchFamily="18" charset="0"/>
              </a:rPr>
              <a:t>3.61</a:t>
            </a:r>
            <a:r>
              <a:rPr lang="zh-CN" altLang="en-US" b="1" dirty="0">
                <a:latin typeface="Times New Roman" panose="02020603050405020304" pitchFamily="18" charset="0"/>
              </a:rPr>
              <a:t>所示。</a:t>
            </a:r>
          </a:p>
          <a:p>
            <a:pPr eaLnBrk="1" hangingPunct="1"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⑧初始状态用双线框表示，通常用特殊辅助继电器</a:t>
            </a:r>
            <a:r>
              <a:rPr lang="en-US" altLang="zh-CN" b="1" dirty="0">
                <a:latin typeface="Times New Roman" panose="02020603050405020304" pitchFamily="18" charset="0"/>
              </a:rPr>
              <a:t>M8002</a:t>
            </a:r>
            <a:r>
              <a:rPr lang="zh-CN" altLang="en-US" b="1" dirty="0">
                <a:latin typeface="Times New Roman" panose="02020603050405020304" pitchFamily="18" charset="0"/>
              </a:rPr>
              <a:t>的常开触点提供初始信号，如图</a:t>
            </a:r>
            <a:r>
              <a:rPr lang="en-US" altLang="zh-CN" b="1" dirty="0">
                <a:latin typeface="Times New Roman" panose="02020603050405020304" pitchFamily="18" charset="0"/>
              </a:rPr>
              <a:t>3.56</a:t>
            </a:r>
            <a:r>
              <a:rPr lang="zh-CN" altLang="en-US" b="1" dirty="0">
                <a:latin typeface="Times New Roman" panose="02020603050405020304" pitchFamily="18" charset="0"/>
              </a:rPr>
              <a:t>所示。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其作用是为启动做好准备，防止运行中的误操作引起的再次启动。</a:t>
            </a:r>
          </a:p>
          <a:p>
            <a:pPr eaLnBrk="1" hangingPunct="1">
              <a:buNone/>
            </a:pP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/>
          </p:cNvSpPr>
          <p:nvPr>
            <p:ph idx="1"/>
          </p:nvPr>
        </p:nvSpPr>
        <p:spPr>
          <a:xfrm>
            <a:off x="457200" y="655638"/>
            <a:ext cx="8229600" cy="551656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⑨</a:t>
            </a:r>
            <a:r>
              <a:rPr lang="zh-CN" altLang="en-US" b="1" dirty="0">
                <a:latin typeface="Times New Roman" panose="02020603050405020304" pitchFamily="18" charset="0"/>
              </a:rPr>
              <a:t>采用应用指令</a:t>
            </a:r>
            <a:r>
              <a:rPr lang="en-US" altLang="zh-CN" b="1" dirty="0">
                <a:latin typeface="Times New Roman" panose="02020603050405020304" pitchFamily="18" charset="0"/>
              </a:rPr>
              <a:t>FNC40</a:t>
            </a:r>
            <a:r>
              <a:rPr lang="zh-CN" altLang="en-US" b="1" dirty="0"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</a:rPr>
              <a:t>ZRST</a:t>
            </a:r>
            <a:r>
              <a:rPr lang="zh-CN" altLang="en-US" b="1" dirty="0">
                <a:latin typeface="Times New Roman" panose="02020603050405020304" pitchFamily="18" charset="0"/>
              </a:rPr>
              <a:t>）进行状态的区间复位。例如，图</a:t>
            </a:r>
            <a:r>
              <a:rPr lang="en-US" altLang="zh-CN" b="1" dirty="0">
                <a:latin typeface="Times New Roman" panose="02020603050405020304" pitchFamily="18" charset="0"/>
              </a:rPr>
              <a:t>3.62</a:t>
            </a:r>
            <a:r>
              <a:rPr lang="zh-CN" altLang="en-US" b="1" dirty="0">
                <a:latin typeface="Times New Roman" panose="02020603050405020304" pitchFamily="18" charset="0"/>
              </a:rPr>
              <a:t>用于将</a:t>
            </a:r>
            <a:r>
              <a:rPr lang="en-US" altLang="zh-CN" b="1" dirty="0">
                <a:latin typeface="Times New Roman" panose="02020603050405020304" pitchFamily="18" charset="0"/>
              </a:rPr>
              <a:t>S0~S30</a:t>
            </a:r>
            <a:r>
              <a:rPr lang="zh-CN" altLang="en-US" b="1" dirty="0">
                <a:latin typeface="Times New Roman" panose="02020603050405020304" pitchFamily="18" charset="0"/>
              </a:rPr>
              <a:t>之间的</a:t>
            </a:r>
            <a:r>
              <a:rPr lang="en-US" altLang="zh-CN" b="1" dirty="0">
                <a:latin typeface="Times New Roman" panose="02020603050405020304" pitchFamily="18" charset="0"/>
              </a:rPr>
              <a:t>31</a:t>
            </a:r>
            <a:r>
              <a:rPr lang="zh-CN" altLang="en-US" b="1" dirty="0">
                <a:latin typeface="Times New Roman" panose="02020603050405020304" pitchFamily="18" charset="0"/>
              </a:rPr>
              <a:t>点状态同时复位。</a:t>
            </a:r>
          </a:p>
        </p:txBody>
      </p:sp>
      <p:pic>
        <p:nvPicPr>
          <p:cNvPr id="36866" name="Picture 3" descr="3-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2565400"/>
            <a:ext cx="7162800" cy="2138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67" name="Rectangle 4"/>
          <p:cNvSpPr/>
          <p:nvPr/>
        </p:nvSpPr>
        <p:spPr>
          <a:xfrm>
            <a:off x="2051050" y="4797425"/>
            <a:ext cx="4562475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3.62  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状态的区间复位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/>
          </p:cNvSpPr>
          <p:nvPr>
            <p:ph idx="1"/>
          </p:nvPr>
        </p:nvSpPr>
        <p:spPr>
          <a:xfrm>
            <a:off x="457200" y="655638"/>
            <a:ext cx="8229600" cy="551656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4.1.5  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多流程步进控制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       前面介绍的步进过程只有一个分支，为单流程结构。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多流程步进过程是具有两个以上的顺序动作的控制，其状态转移图具有两条以上的分支</a:t>
            </a:r>
            <a:r>
              <a:rPr lang="zh-CN" altLang="en-US" b="1" dirty="0">
                <a:latin typeface="Times New Roman" panose="02020603050405020304" pitchFamily="18" charset="0"/>
              </a:rPr>
              <a:t>，按结构的不同多流程可分为以下</a:t>
            </a: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</a:rPr>
              <a:t>种：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）选择分支与汇合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      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从多个分支中选择执行某一条分支流程。其特点是在同一时刻只允许选择一条分支，即不能同时转移到几条分支，</a:t>
            </a:r>
            <a:r>
              <a:rPr lang="zh-CN" altLang="en-US" b="1" dirty="0">
                <a:latin typeface="Times New Roman" panose="02020603050405020304" pitchFamily="18" charset="0"/>
              </a:rPr>
              <a:t>其状态转移图如图</a:t>
            </a:r>
            <a:r>
              <a:rPr lang="en-US" altLang="zh-CN" b="1" dirty="0">
                <a:latin typeface="Times New Roman" panose="02020603050405020304" pitchFamily="18" charset="0"/>
              </a:rPr>
              <a:t>3.63</a:t>
            </a:r>
            <a:r>
              <a:rPr lang="zh-CN" altLang="en-US" b="1" dirty="0"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）所示。</a:t>
            </a:r>
          </a:p>
          <a:p>
            <a:pPr eaLnBrk="1" hangingPunct="1">
              <a:lnSpc>
                <a:spcPct val="90000"/>
              </a:lnSpc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3" name="Picture 4" descr="3-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200"/>
            <a:ext cx="6629400" cy="5330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914" name="Rectangle 5"/>
          <p:cNvSpPr/>
          <p:nvPr/>
        </p:nvSpPr>
        <p:spPr>
          <a:xfrm>
            <a:off x="2133600" y="5486400"/>
            <a:ext cx="5867400" cy="11604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3.63  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选择分支与汇合</a:t>
            </a:r>
          </a:p>
          <a:p>
            <a:pPr algn="ctr">
              <a:spcBef>
                <a:spcPct val="50000"/>
              </a:spcBef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(a)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状态转移图；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(b)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步进梯形图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3"/>
          <p:cNvSpPr>
            <a:spLocks noGrp="1"/>
          </p:cNvSpPr>
          <p:nvPr>
            <p:ph idx="1"/>
          </p:nvPr>
        </p:nvSpPr>
        <p:spPr>
          <a:xfrm>
            <a:off x="468313" y="620713"/>
            <a:ext cx="8229600" cy="566896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</a:rPr>
              <a:t>）并行分支与汇合</a:t>
            </a:r>
          </a:p>
          <a:p>
            <a:pPr eaLnBrk="1" hangingPunct="1"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     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当转移条件满足时，同时执行几个分支，当所有的分支都执行结束后，若转移条件满足，再转向汇合状态</a:t>
            </a:r>
            <a:r>
              <a:rPr lang="zh-CN" altLang="en-US" b="1" dirty="0">
                <a:latin typeface="Times New Roman" panose="02020603050405020304" pitchFamily="18" charset="0"/>
              </a:rPr>
              <a:t>，如图</a:t>
            </a:r>
            <a:r>
              <a:rPr lang="en-US" altLang="zh-CN" b="1" dirty="0">
                <a:latin typeface="Times New Roman" panose="02020603050405020304" pitchFamily="18" charset="0"/>
              </a:rPr>
              <a:t>3.64</a:t>
            </a:r>
            <a:r>
              <a:rPr lang="zh-CN" altLang="en-US" b="1" dirty="0">
                <a:latin typeface="Times New Roman" panose="02020603050405020304" pitchFamily="18" charset="0"/>
              </a:rPr>
              <a:t>所示。</a:t>
            </a:r>
          </a:p>
          <a:p>
            <a:pPr eaLnBrk="1" hangingPunct="1">
              <a:buNone/>
            </a:pPr>
            <a:endParaRPr lang="zh-CN" altLang="en-US" b="1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1" name="Picture 4" descr="3-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81000"/>
            <a:ext cx="6858000" cy="5124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62" name="Rectangle 5"/>
          <p:cNvSpPr/>
          <p:nvPr/>
        </p:nvSpPr>
        <p:spPr>
          <a:xfrm>
            <a:off x="1600200" y="5392738"/>
            <a:ext cx="6858000" cy="11604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3.64  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并联分支与汇合</a:t>
            </a:r>
          </a:p>
          <a:p>
            <a:pPr algn="ctr">
              <a:spcBef>
                <a:spcPct val="50000"/>
              </a:spcBef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(a)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状态转移图；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(b)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步进梯形图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</a:rPr>
              <a:t>）跳转与循环</a:t>
            </a:r>
          </a:p>
          <a:p>
            <a:pPr eaLnBrk="1" hangingPunct="1"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     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当转移条件满足时，程序可跳过几个状态继续执行以后的程序，实现跳转操作；也可再次执行已执行过的程序，实现循环操作；还可由一个程序流跳到另一个程序流（向流程外跳转），</a:t>
            </a:r>
            <a:r>
              <a:rPr lang="zh-CN" altLang="en-US" b="1" dirty="0">
                <a:latin typeface="Times New Roman" panose="02020603050405020304" pitchFamily="18" charset="0"/>
              </a:rPr>
              <a:t>如图</a:t>
            </a:r>
            <a:r>
              <a:rPr lang="en-US" altLang="zh-CN" b="1" dirty="0">
                <a:latin typeface="Times New Roman" panose="02020603050405020304" pitchFamily="18" charset="0"/>
              </a:rPr>
              <a:t>3.65</a:t>
            </a:r>
            <a:r>
              <a:rPr lang="zh-CN" altLang="en-US" b="1" dirty="0">
                <a:latin typeface="Times New Roman" panose="02020603050405020304" pitchFamily="18" charset="0"/>
              </a:rPr>
              <a:t>所示。</a:t>
            </a:r>
          </a:p>
          <a:p>
            <a:pPr eaLnBrk="1" hangingPunct="1"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09" name="Picture 4" descr="3-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8001000" cy="3746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010" name="Rectangle 5"/>
          <p:cNvSpPr/>
          <p:nvPr/>
        </p:nvSpPr>
        <p:spPr>
          <a:xfrm>
            <a:off x="1447800" y="4343400"/>
            <a:ext cx="6477000" cy="2043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3.65  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跳转与循环</a:t>
            </a:r>
          </a:p>
          <a:p>
            <a:pPr algn="ctr">
              <a:spcBef>
                <a:spcPct val="50000"/>
              </a:spcBef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(a)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循环；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(b)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跳转；</a:t>
            </a:r>
          </a:p>
          <a:p>
            <a:pPr algn="ctr">
              <a:spcBef>
                <a:spcPct val="50000"/>
              </a:spcBef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(c)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向流程外跳转；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(d)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自复位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4.2 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步进控制的应用举例</a:t>
            </a:r>
          </a:p>
          <a:p>
            <a:pPr eaLnBrk="1" hangingPunct="1"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）花样喷水控制</a:t>
            </a:r>
          </a:p>
          <a:p>
            <a:pPr eaLnBrk="1" hangingPunct="1"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      某花样喷水</a:t>
            </a:r>
            <a:r>
              <a:rPr lang="en-US" altLang="zh-CN" b="1" dirty="0">
                <a:latin typeface="Times New Roman" panose="02020603050405020304" pitchFamily="18" charset="0"/>
              </a:rPr>
              <a:t>PLC</a:t>
            </a:r>
            <a:r>
              <a:rPr lang="zh-CN" altLang="en-US" b="1" dirty="0">
                <a:latin typeface="Times New Roman" panose="02020603050405020304" pitchFamily="18" charset="0"/>
              </a:rPr>
              <a:t>控制系统的</a:t>
            </a:r>
            <a:r>
              <a:rPr lang="en-US" altLang="zh-CN" b="1" dirty="0">
                <a:latin typeface="Times New Roman" panose="02020603050405020304" pitchFamily="18" charset="0"/>
              </a:rPr>
              <a:t>I/O</a:t>
            </a:r>
            <a:r>
              <a:rPr lang="zh-CN" altLang="en-US" b="1" dirty="0">
                <a:latin typeface="Times New Roman" panose="02020603050405020304" pitchFamily="18" charset="0"/>
              </a:rPr>
              <a:t>接线图如图</a:t>
            </a:r>
            <a:r>
              <a:rPr lang="en-US" altLang="zh-CN" b="1" dirty="0">
                <a:latin typeface="Times New Roman" panose="02020603050405020304" pitchFamily="18" charset="0"/>
              </a:rPr>
              <a:t>3.66</a:t>
            </a:r>
            <a:r>
              <a:rPr lang="zh-CN" altLang="en-US" b="1" dirty="0">
                <a:latin typeface="Times New Roman" panose="02020603050405020304" pitchFamily="18" charset="0"/>
              </a:rPr>
              <a:t>所示。其运行方式有以下几种：</a:t>
            </a:r>
          </a:p>
          <a:p>
            <a:pPr eaLnBrk="1" hangingPunct="1"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①单周期运行（</a:t>
            </a:r>
            <a:r>
              <a:rPr lang="en-US" altLang="zh-CN" b="1" dirty="0">
                <a:latin typeface="Times New Roman" panose="02020603050405020304" pitchFamily="18" charset="0"/>
              </a:rPr>
              <a:t>X1</a:t>
            </a:r>
            <a:r>
              <a:rPr lang="zh-CN" altLang="en-US" b="1" dirty="0">
                <a:latin typeface="Times New Roman" panose="02020603050405020304" pitchFamily="18" charset="0"/>
              </a:rPr>
              <a:t>接通）：按下启动按钮</a:t>
            </a:r>
            <a:r>
              <a:rPr lang="en-US" altLang="zh-CN" b="1" dirty="0">
                <a:latin typeface="Times New Roman" panose="02020603050405020304" pitchFamily="18" charset="0"/>
              </a:rPr>
              <a:t>X0</a:t>
            </a:r>
            <a:r>
              <a:rPr lang="zh-CN" altLang="en-US" b="1" dirty="0">
                <a:latin typeface="Times New Roman" panose="02020603050405020304" pitchFamily="18" charset="0"/>
              </a:rPr>
              <a:t>，则输出按照</a:t>
            </a:r>
            <a:r>
              <a:rPr lang="en-US" altLang="zh-CN" b="1" dirty="0">
                <a:latin typeface="Times New Roman" panose="02020603050405020304" pitchFamily="18" charset="0"/>
              </a:rPr>
              <a:t>Y0</a:t>
            </a:r>
            <a:r>
              <a:rPr lang="zh-CN" altLang="en-US" b="1" dirty="0">
                <a:latin typeface="Times New Roman" panose="02020603050405020304" pitchFamily="18" charset="0"/>
              </a:rPr>
              <a:t>、</a:t>
            </a:r>
            <a:r>
              <a:rPr lang="en-US" altLang="zh-CN" b="1" dirty="0">
                <a:latin typeface="Times New Roman" panose="02020603050405020304" pitchFamily="18" charset="0"/>
              </a:rPr>
              <a:t>Y1</a:t>
            </a:r>
            <a:r>
              <a:rPr lang="zh-CN" altLang="en-US" b="1" dirty="0">
                <a:latin typeface="Times New Roman" panose="02020603050405020304" pitchFamily="18" charset="0"/>
              </a:rPr>
              <a:t>、</a:t>
            </a:r>
            <a:r>
              <a:rPr lang="en-US" altLang="zh-CN" b="1" dirty="0">
                <a:latin typeface="Times New Roman" panose="02020603050405020304" pitchFamily="18" charset="0"/>
              </a:rPr>
              <a:t>Y2</a:t>
            </a:r>
            <a:r>
              <a:rPr lang="zh-CN" altLang="en-US" b="1" dirty="0">
                <a:latin typeface="Times New Roman" panose="02020603050405020304" pitchFamily="18" charset="0"/>
              </a:rPr>
              <a:t>、</a:t>
            </a:r>
            <a:r>
              <a:rPr lang="en-US" altLang="zh-CN" b="1" dirty="0">
                <a:latin typeface="Times New Roman" panose="02020603050405020304" pitchFamily="18" charset="0"/>
              </a:rPr>
              <a:t>Y3</a:t>
            </a:r>
            <a:r>
              <a:rPr lang="zh-CN" altLang="en-US" b="1" dirty="0">
                <a:latin typeface="Times New Roman" panose="02020603050405020304" pitchFamily="18" charset="0"/>
              </a:rPr>
              <a:t>、</a:t>
            </a:r>
            <a:r>
              <a:rPr lang="en-US" altLang="zh-CN" b="1" dirty="0">
                <a:latin typeface="Times New Roman" panose="02020603050405020304" pitchFamily="18" charset="0"/>
              </a:rPr>
              <a:t>Y4</a:t>
            </a:r>
            <a:r>
              <a:rPr lang="zh-CN" altLang="en-US" b="1" dirty="0">
                <a:latin typeface="Times New Roman" panose="02020603050405020304" pitchFamily="18" charset="0"/>
              </a:rPr>
              <a:t>的顺序动作，并返回到待机状态，用</a:t>
            </a:r>
            <a:r>
              <a:rPr lang="en-US" altLang="zh-CN" b="1" dirty="0">
                <a:latin typeface="Times New Roman" panose="02020603050405020304" pitchFamily="18" charset="0"/>
              </a:rPr>
              <a:t>1s</a:t>
            </a:r>
            <a:r>
              <a:rPr lang="zh-CN" altLang="en-US" b="1" dirty="0">
                <a:latin typeface="Times New Roman" panose="02020603050405020304" pitchFamily="18" charset="0"/>
              </a:rPr>
              <a:t>定时器依次切换各输出。</a:t>
            </a:r>
          </a:p>
          <a:p>
            <a:pPr eaLnBrk="1" hangingPunct="1"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3"/>
          <p:cNvSpPr>
            <a:spLocks noGrp="1"/>
          </p:cNvSpPr>
          <p:nvPr>
            <p:ph idx="1"/>
          </p:nvPr>
        </p:nvSpPr>
        <p:spPr>
          <a:xfrm>
            <a:off x="457200" y="655638"/>
            <a:ext cx="8229600" cy="559276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②</a:t>
            </a:r>
            <a:r>
              <a:rPr lang="zh-CN" altLang="en-US" b="1" dirty="0">
                <a:latin typeface="Times New Roman" panose="02020603050405020304" pitchFamily="18" charset="0"/>
              </a:rPr>
              <a:t>连续运行方式（</a:t>
            </a:r>
            <a:r>
              <a:rPr lang="en-US" altLang="zh-CN" b="1" dirty="0">
                <a:latin typeface="Times New Roman" panose="02020603050405020304" pitchFamily="18" charset="0"/>
              </a:rPr>
              <a:t>X2</a:t>
            </a:r>
            <a:r>
              <a:rPr lang="zh-CN" altLang="en-US" b="1" dirty="0">
                <a:latin typeface="Times New Roman" panose="02020603050405020304" pitchFamily="18" charset="0"/>
              </a:rPr>
              <a:t>接通）：重复</a:t>
            </a:r>
            <a:r>
              <a:rPr lang="en-US" altLang="zh-CN" b="1" dirty="0">
                <a:latin typeface="Times New Roman" panose="02020603050405020304" pitchFamily="18" charset="0"/>
              </a:rPr>
              <a:t>Y1~Y4</a:t>
            </a:r>
            <a:r>
              <a:rPr lang="zh-CN" altLang="en-US" b="1" dirty="0">
                <a:latin typeface="Times New Roman" panose="02020603050405020304" pitchFamily="18" charset="0"/>
              </a:rPr>
              <a:t>的动作。</a:t>
            </a:r>
          </a:p>
          <a:p>
            <a:pPr eaLnBrk="1" hangingPunct="1"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③单步运行（</a:t>
            </a:r>
            <a:r>
              <a:rPr lang="en-US" altLang="zh-CN" b="1" dirty="0">
                <a:latin typeface="Times New Roman" panose="02020603050405020304" pitchFamily="18" charset="0"/>
              </a:rPr>
              <a:t>X3</a:t>
            </a:r>
            <a:r>
              <a:rPr lang="zh-CN" altLang="en-US" b="1" dirty="0">
                <a:latin typeface="Times New Roman" panose="02020603050405020304" pitchFamily="18" charset="0"/>
              </a:rPr>
              <a:t>接通）：每按一次启动按钮</a:t>
            </a:r>
            <a:r>
              <a:rPr lang="en-US" altLang="zh-CN" b="1" dirty="0">
                <a:latin typeface="Times New Roman" panose="02020603050405020304" pitchFamily="18" charset="0"/>
              </a:rPr>
              <a:t>X0</a:t>
            </a:r>
            <a:r>
              <a:rPr lang="zh-CN" altLang="en-US" b="1" dirty="0">
                <a:latin typeface="Times New Roman" panose="02020603050405020304" pitchFamily="18" charset="0"/>
              </a:rPr>
              <a:t>，只走一步。</a:t>
            </a:r>
          </a:p>
          <a:p>
            <a:pPr eaLnBrk="1" hangingPunct="1"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      根据上述多操作方式的要求，设计其状态转移图如图</a:t>
            </a:r>
            <a:r>
              <a:rPr lang="en-US" altLang="zh-CN" b="1" dirty="0">
                <a:latin typeface="Times New Roman" panose="02020603050405020304" pitchFamily="18" charset="0"/>
              </a:rPr>
              <a:t>3.67</a:t>
            </a:r>
            <a:r>
              <a:rPr lang="zh-CN" altLang="en-US" b="1" dirty="0">
                <a:latin typeface="Times New Roman" panose="02020603050405020304" pitchFamily="18" charset="0"/>
              </a:rPr>
              <a:t>所示。</a:t>
            </a:r>
          </a:p>
          <a:p>
            <a:pPr eaLnBrk="1" hangingPunct="1"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1" name="Picture 4" descr="3-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33400"/>
            <a:ext cx="7696200" cy="4770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6082" name="Rectangle 5"/>
          <p:cNvSpPr/>
          <p:nvPr/>
        </p:nvSpPr>
        <p:spPr>
          <a:xfrm>
            <a:off x="3048000" y="5562600"/>
            <a:ext cx="3478213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3.66   I/O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接线图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5" name="Picture 4" descr="3-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33400"/>
            <a:ext cx="3479800" cy="5715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106" name="Rectangle 5"/>
          <p:cNvSpPr/>
          <p:nvPr/>
        </p:nvSpPr>
        <p:spPr>
          <a:xfrm>
            <a:off x="4648200" y="5562600"/>
            <a:ext cx="3749675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3.67  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状态转移图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29" name="Picture 4" descr="3-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2400"/>
            <a:ext cx="5781675" cy="6324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130" name="Rectangle 5"/>
          <p:cNvSpPr/>
          <p:nvPr/>
        </p:nvSpPr>
        <p:spPr>
          <a:xfrm>
            <a:off x="4114800" y="5867400"/>
            <a:ext cx="401796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3.68  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梯形图及指令表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/>
          </p:cNvSpPr>
          <p:nvPr>
            <p:ph idx="1"/>
          </p:nvPr>
        </p:nvSpPr>
        <p:spPr>
          <a:xfrm>
            <a:off x="457200" y="655638"/>
            <a:ext cx="8229600" cy="559276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）多台电机的顺序启停控制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/>
              <a:t>           三台电机</a:t>
            </a:r>
            <a:r>
              <a:rPr lang="en-US" altLang="zh-CN" b="1" dirty="0"/>
              <a:t>M1~M3</a:t>
            </a:r>
            <a:r>
              <a:rPr lang="zh-CN" altLang="en-US" b="1" dirty="0"/>
              <a:t>的接触器</a:t>
            </a:r>
            <a:r>
              <a:rPr lang="en-US" altLang="zh-CN" b="1" dirty="0"/>
              <a:t>KM1~KM3</a:t>
            </a:r>
            <a:r>
              <a:rPr lang="zh-CN" altLang="en-US" b="1" dirty="0"/>
              <a:t>分别接在</a:t>
            </a:r>
            <a:r>
              <a:rPr lang="en-US" altLang="zh-CN" b="1" dirty="0"/>
              <a:t>PLC</a:t>
            </a:r>
            <a:r>
              <a:rPr lang="zh-CN" altLang="en-US" b="1" dirty="0"/>
              <a:t>的三个输出端子</a:t>
            </a:r>
            <a:r>
              <a:rPr lang="en-US" altLang="zh-CN" b="1" dirty="0"/>
              <a:t>Y1~Y3</a:t>
            </a:r>
            <a:r>
              <a:rPr lang="zh-CN" altLang="en-US" b="1" dirty="0"/>
              <a:t>上，电机的启动按钮和停止按钮分别接在</a:t>
            </a:r>
            <a:r>
              <a:rPr lang="en-US" altLang="zh-CN" b="1" dirty="0"/>
              <a:t>PLC</a:t>
            </a:r>
            <a:r>
              <a:rPr lang="zh-CN" altLang="en-US" b="1" dirty="0"/>
              <a:t>的输入</a:t>
            </a:r>
            <a:r>
              <a:rPr lang="en-US" altLang="zh-CN" b="1" dirty="0"/>
              <a:t>X0</a:t>
            </a:r>
            <a:r>
              <a:rPr lang="zh-CN" altLang="en-US" b="1" dirty="0"/>
              <a:t>和</a:t>
            </a:r>
            <a:r>
              <a:rPr lang="en-US" altLang="zh-CN" b="1" dirty="0"/>
              <a:t>X1</a:t>
            </a:r>
            <a:r>
              <a:rPr lang="zh-CN" altLang="en-US" b="1" dirty="0"/>
              <a:t>上。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           当按下启动按钮</a:t>
            </a:r>
            <a:r>
              <a:rPr lang="en-US" altLang="zh-CN" b="1" dirty="0">
                <a:solidFill>
                  <a:srgbClr val="FF0000"/>
                </a:solidFill>
              </a:rPr>
              <a:t>X0</a:t>
            </a:r>
            <a:r>
              <a:rPr lang="zh-CN" altLang="en-US" b="1" dirty="0">
                <a:solidFill>
                  <a:srgbClr val="FF0000"/>
                </a:solidFill>
              </a:rPr>
              <a:t>时，要求按</a:t>
            </a:r>
            <a:r>
              <a:rPr lang="en-US" altLang="zh-CN" b="1" dirty="0">
                <a:solidFill>
                  <a:srgbClr val="FF0000"/>
                </a:solidFill>
              </a:rPr>
              <a:t>M1~M3</a:t>
            </a:r>
            <a:r>
              <a:rPr lang="zh-CN" altLang="en-US" b="1" dirty="0">
                <a:solidFill>
                  <a:srgbClr val="FF0000"/>
                </a:solidFill>
              </a:rPr>
              <a:t>的顺序启动，即当</a:t>
            </a:r>
            <a:r>
              <a:rPr lang="en-US" altLang="zh-CN" b="1" dirty="0">
                <a:solidFill>
                  <a:srgbClr val="FF0000"/>
                </a:solidFill>
              </a:rPr>
              <a:t>M1</a:t>
            </a:r>
            <a:r>
              <a:rPr lang="zh-CN" altLang="en-US" b="1" dirty="0">
                <a:solidFill>
                  <a:srgbClr val="FF0000"/>
                </a:solidFill>
              </a:rPr>
              <a:t>启动</a:t>
            </a:r>
            <a:r>
              <a:rPr lang="en-US" altLang="zh-CN" b="1" dirty="0">
                <a:solidFill>
                  <a:srgbClr val="FF0000"/>
                </a:solidFill>
              </a:rPr>
              <a:t>2s</a:t>
            </a:r>
            <a:r>
              <a:rPr lang="zh-CN" altLang="en-US" b="1" dirty="0">
                <a:solidFill>
                  <a:srgbClr val="FF0000"/>
                </a:solidFill>
              </a:rPr>
              <a:t>后</a:t>
            </a:r>
            <a:r>
              <a:rPr lang="en-US" altLang="zh-CN" b="1" dirty="0">
                <a:solidFill>
                  <a:srgbClr val="FF0000"/>
                </a:solidFill>
              </a:rPr>
              <a:t>M2</a:t>
            </a:r>
            <a:r>
              <a:rPr lang="zh-CN" altLang="en-US" b="1" dirty="0">
                <a:solidFill>
                  <a:srgbClr val="FF0000"/>
                </a:solidFill>
              </a:rPr>
              <a:t>才启动，当</a:t>
            </a:r>
            <a:r>
              <a:rPr lang="en-US" altLang="zh-CN" b="1" dirty="0">
                <a:solidFill>
                  <a:srgbClr val="FF0000"/>
                </a:solidFill>
              </a:rPr>
              <a:t>M2</a:t>
            </a:r>
            <a:r>
              <a:rPr lang="zh-CN" altLang="en-US" b="1" dirty="0">
                <a:solidFill>
                  <a:srgbClr val="FF0000"/>
                </a:solidFill>
              </a:rPr>
              <a:t>启动</a:t>
            </a:r>
            <a:r>
              <a:rPr lang="en-US" altLang="zh-CN" b="1" dirty="0">
                <a:solidFill>
                  <a:srgbClr val="FF0000"/>
                </a:solidFill>
              </a:rPr>
              <a:t>3s</a:t>
            </a:r>
            <a:r>
              <a:rPr lang="zh-CN" altLang="en-US" b="1" dirty="0">
                <a:solidFill>
                  <a:srgbClr val="FF0000"/>
                </a:solidFill>
              </a:rPr>
              <a:t>后</a:t>
            </a:r>
            <a:r>
              <a:rPr lang="en-US" altLang="zh-CN" b="1" dirty="0">
                <a:solidFill>
                  <a:srgbClr val="FF0000"/>
                </a:solidFill>
              </a:rPr>
              <a:t>M3</a:t>
            </a:r>
            <a:r>
              <a:rPr lang="zh-CN" altLang="en-US" b="1" dirty="0">
                <a:solidFill>
                  <a:srgbClr val="FF0000"/>
                </a:solidFill>
              </a:rPr>
              <a:t>才启动。当按下停止按钮</a:t>
            </a:r>
            <a:r>
              <a:rPr lang="en-US" altLang="zh-CN" b="1" dirty="0">
                <a:solidFill>
                  <a:srgbClr val="FF0000"/>
                </a:solidFill>
              </a:rPr>
              <a:t>X1</a:t>
            </a:r>
            <a:r>
              <a:rPr lang="zh-CN" altLang="en-US" b="1" dirty="0">
                <a:solidFill>
                  <a:srgbClr val="FF0000"/>
                </a:solidFill>
              </a:rPr>
              <a:t>时，要求按</a:t>
            </a:r>
            <a:r>
              <a:rPr lang="en-US" altLang="zh-CN" b="1" dirty="0">
                <a:solidFill>
                  <a:srgbClr val="FF0000"/>
                </a:solidFill>
              </a:rPr>
              <a:t>M3~M1</a:t>
            </a:r>
            <a:r>
              <a:rPr lang="zh-CN" altLang="en-US" b="1" dirty="0">
                <a:solidFill>
                  <a:srgbClr val="FF0000"/>
                </a:solidFill>
              </a:rPr>
              <a:t>的顺序停止，即当</a:t>
            </a:r>
            <a:r>
              <a:rPr lang="en-US" altLang="zh-CN" b="1" dirty="0">
                <a:solidFill>
                  <a:srgbClr val="FF0000"/>
                </a:solidFill>
              </a:rPr>
              <a:t>M3</a:t>
            </a:r>
            <a:r>
              <a:rPr lang="zh-CN" altLang="en-US" b="1" dirty="0">
                <a:solidFill>
                  <a:srgbClr val="FF0000"/>
                </a:solidFill>
              </a:rPr>
              <a:t>停止</a:t>
            </a:r>
            <a:r>
              <a:rPr lang="en-US" altLang="zh-CN" b="1" dirty="0">
                <a:solidFill>
                  <a:srgbClr val="FF0000"/>
                </a:solidFill>
              </a:rPr>
              <a:t>3s</a:t>
            </a:r>
            <a:r>
              <a:rPr lang="zh-CN" altLang="en-US" b="1" dirty="0">
                <a:solidFill>
                  <a:srgbClr val="FF0000"/>
                </a:solidFill>
              </a:rPr>
              <a:t>后</a:t>
            </a:r>
            <a:r>
              <a:rPr lang="en-US" altLang="zh-CN" b="1" dirty="0">
                <a:solidFill>
                  <a:srgbClr val="FF0000"/>
                </a:solidFill>
              </a:rPr>
              <a:t>M2</a:t>
            </a:r>
            <a:r>
              <a:rPr lang="zh-CN" altLang="en-US" b="1" dirty="0">
                <a:solidFill>
                  <a:srgbClr val="FF0000"/>
                </a:solidFill>
              </a:rPr>
              <a:t>才停止，当</a:t>
            </a:r>
            <a:r>
              <a:rPr lang="en-US" altLang="zh-CN" b="1" dirty="0">
                <a:solidFill>
                  <a:srgbClr val="FF0000"/>
                </a:solidFill>
              </a:rPr>
              <a:t>M2</a:t>
            </a:r>
            <a:r>
              <a:rPr lang="zh-CN" altLang="en-US" b="1" dirty="0">
                <a:solidFill>
                  <a:srgbClr val="FF0000"/>
                </a:solidFill>
              </a:rPr>
              <a:t>停止</a:t>
            </a:r>
            <a:r>
              <a:rPr lang="en-US" altLang="zh-CN" b="1" dirty="0">
                <a:solidFill>
                  <a:srgbClr val="FF0000"/>
                </a:solidFill>
              </a:rPr>
              <a:t>2s</a:t>
            </a:r>
            <a:r>
              <a:rPr lang="zh-CN" altLang="en-US" b="1" dirty="0">
                <a:solidFill>
                  <a:srgbClr val="FF0000"/>
                </a:solidFill>
              </a:rPr>
              <a:t>后</a:t>
            </a:r>
            <a:r>
              <a:rPr lang="en-US" altLang="zh-CN" b="1" dirty="0">
                <a:solidFill>
                  <a:srgbClr val="FF0000"/>
                </a:solidFill>
              </a:rPr>
              <a:t>M1</a:t>
            </a:r>
            <a:r>
              <a:rPr lang="zh-CN" altLang="en-US" b="1" dirty="0">
                <a:solidFill>
                  <a:srgbClr val="FF0000"/>
                </a:solidFill>
              </a:rPr>
              <a:t>才停止。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7" name="Picture 4" descr="3-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3" y="0"/>
            <a:ext cx="5808662" cy="6400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0178" name="Rectangle 5"/>
          <p:cNvSpPr/>
          <p:nvPr/>
        </p:nvSpPr>
        <p:spPr>
          <a:xfrm>
            <a:off x="6588125" y="4652963"/>
            <a:ext cx="2317750" cy="18002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3.69  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实现</a:t>
            </a:r>
          </a:p>
          <a:p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多台电机顺序</a:t>
            </a:r>
          </a:p>
          <a:p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启停的状态转</a:t>
            </a:r>
          </a:p>
          <a:p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移图及指令表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/>
          </p:cNvSpPr>
          <p:nvPr>
            <p:ph idx="1"/>
          </p:nvPr>
        </p:nvSpPr>
        <p:spPr>
          <a:xfrm>
            <a:off x="457200" y="655638"/>
            <a:ext cx="8229600" cy="559276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</a:rPr>
              <a:t>）十字路口交通灯控制</a:t>
            </a:r>
          </a:p>
          <a:p>
            <a:pPr eaLnBrk="1" hangingPunct="1"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       在本章的第</a:t>
            </a:r>
            <a:r>
              <a:rPr lang="en-US" altLang="zh-CN" b="1" dirty="0">
                <a:latin typeface="Times New Roman" panose="02020603050405020304" pitchFamily="18" charset="0"/>
              </a:rPr>
              <a:t>5</a:t>
            </a:r>
            <a:r>
              <a:rPr lang="zh-CN" altLang="en-US" b="1" dirty="0">
                <a:latin typeface="Times New Roman" panose="02020603050405020304" pitchFamily="18" charset="0"/>
              </a:rPr>
              <a:t>节曾经介绍过用基本逻辑指令实现十字路口交通灯的</a:t>
            </a:r>
            <a:r>
              <a:rPr lang="en-US" altLang="zh-CN" b="1" dirty="0">
                <a:latin typeface="Times New Roman" panose="02020603050405020304" pitchFamily="18" charset="0"/>
              </a:rPr>
              <a:t>PLC</a:t>
            </a:r>
            <a:r>
              <a:rPr lang="zh-CN" altLang="en-US" b="1" dirty="0">
                <a:latin typeface="Times New Roman" panose="02020603050405020304" pitchFamily="18" charset="0"/>
              </a:rPr>
              <a:t>控制，其动作过程和梯形图分别如图</a:t>
            </a:r>
            <a:r>
              <a:rPr lang="en-US" altLang="zh-CN" b="1" dirty="0">
                <a:latin typeface="Times New Roman" panose="02020603050405020304" pitchFamily="18" charset="0"/>
              </a:rPr>
              <a:t>3.53</a:t>
            </a:r>
            <a:r>
              <a:rPr lang="zh-CN" altLang="en-US" b="1" dirty="0">
                <a:latin typeface="Times New Roman" panose="02020603050405020304" pitchFamily="18" charset="0"/>
              </a:rPr>
              <a:t>和图</a:t>
            </a:r>
            <a:r>
              <a:rPr lang="en-US" altLang="zh-CN" b="1" dirty="0">
                <a:latin typeface="Times New Roman" panose="02020603050405020304" pitchFamily="18" charset="0"/>
              </a:rPr>
              <a:t>3.54</a:t>
            </a:r>
            <a:r>
              <a:rPr lang="zh-CN" altLang="en-US" b="1" dirty="0">
                <a:latin typeface="Times New Roman" panose="02020603050405020304" pitchFamily="18" charset="0"/>
              </a:rPr>
              <a:t>所示，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现将此交通灯的动作过程改为用步进指令来实现，其状态转移图和梯形图分别如图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3.70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和图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3.71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所示。</a:t>
            </a:r>
            <a:r>
              <a:rPr lang="zh-CN" altLang="en-US" b="1" dirty="0">
                <a:latin typeface="Times New Roman" panose="02020603050405020304" pitchFamily="18" charset="0"/>
              </a:rPr>
              <a:t>其中，</a:t>
            </a:r>
            <a:r>
              <a:rPr lang="en-US" altLang="zh-CN" b="1" dirty="0">
                <a:latin typeface="Times New Roman" panose="02020603050405020304" pitchFamily="18" charset="0"/>
              </a:rPr>
              <a:t>X0</a:t>
            </a:r>
            <a:r>
              <a:rPr lang="zh-CN" altLang="en-US" b="1" dirty="0">
                <a:latin typeface="Times New Roman" panose="02020603050405020304" pitchFamily="18" charset="0"/>
              </a:rPr>
              <a:t>为启停开关，当</a:t>
            </a:r>
            <a:r>
              <a:rPr lang="en-US" altLang="zh-CN" b="1" dirty="0">
                <a:latin typeface="Times New Roman" panose="02020603050405020304" pitchFamily="18" charset="0"/>
              </a:rPr>
              <a:t>X0</a:t>
            </a:r>
            <a:r>
              <a:rPr lang="zh-CN" altLang="en-US" b="1" dirty="0">
                <a:latin typeface="Times New Roman" panose="02020603050405020304" pitchFamily="18" charset="0"/>
              </a:rPr>
              <a:t>为</a:t>
            </a:r>
            <a:r>
              <a:rPr lang="en-US" altLang="zh-CN" b="1" dirty="0">
                <a:latin typeface="Times New Roman" panose="02020603050405020304" pitchFamily="18" charset="0"/>
              </a:rPr>
              <a:t>ON</a:t>
            </a:r>
            <a:r>
              <a:rPr lang="zh-CN" altLang="en-US" b="1" dirty="0">
                <a:latin typeface="Times New Roman" panose="02020603050405020304" pitchFamily="18" charset="0"/>
              </a:rPr>
              <a:t>时，交通灯开始工作；</a:t>
            </a:r>
            <a:r>
              <a:rPr lang="en-US" altLang="zh-CN" b="1" dirty="0">
                <a:latin typeface="Times New Roman" panose="02020603050405020304" pitchFamily="18" charset="0"/>
              </a:rPr>
              <a:t>X0</a:t>
            </a:r>
            <a:r>
              <a:rPr lang="zh-CN" altLang="en-US" b="1" dirty="0">
                <a:latin typeface="Times New Roman" panose="02020603050405020304" pitchFamily="18" charset="0"/>
              </a:rPr>
              <a:t>为</a:t>
            </a:r>
            <a:r>
              <a:rPr lang="en-US" altLang="zh-CN" b="1" dirty="0">
                <a:latin typeface="Times New Roman" panose="02020603050405020304" pitchFamily="18" charset="0"/>
              </a:rPr>
              <a:t>OFF</a:t>
            </a:r>
            <a:r>
              <a:rPr lang="zh-CN" altLang="en-US" b="1" dirty="0">
                <a:latin typeface="Times New Roman" panose="02020603050405020304" pitchFamily="18" charset="0"/>
              </a:rPr>
              <a:t>时，停止工作。</a:t>
            </a:r>
          </a:p>
          <a:p>
            <a:pPr eaLnBrk="1" hangingPunct="1">
              <a:buNone/>
            </a:pPr>
            <a:endParaRPr lang="zh-CN" altLang="en-US" b="1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5" name="Picture 4" descr="3-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04800"/>
            <a:ext cx="4289425" cy="6248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2226" name="Rectangle 5"/>
          <p:cNvSpPr/>
          <p:nvPr/>
        </p:nvSpPr>
        <p:spPr>
          <a:xfrm>
            <a:off x="5029200" y="5715000"/>
            <a:ext cx="3749675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3.70  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状态转移图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49" name="Picture 4" descr="3-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81000"/>
            <a:ext cx="6172200" cy="5632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3250" name="Rectangle 5"/>
          <p:cNvSpPr/>
          <p:nvPr/>
        </p:nvSpPr>
        <p:spPr>
          <a:xfrm>
            <a:off x="3886200" y="5867400"/>
            <a:ext cx="2936875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3.71  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梯形图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/>
          </p:cNvSpPr>
          <p:nvPr>
            <p:ph idx="1"/>
          </p:nvPr>
        </p:nvSpPr>
        <p:spPr>
          <a:xfrm>
            <a:off x="457200" y="655638"/>
            <a:ext cx="8229600" cy="559276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</a:t>
            </a:r>
            <a:r>
              <a:rPr lang="zh-CN" altLang="en-US" b="1" dirty="0"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</a:rPr>
              <a:t>）大小球的选择传送控制</a:t>
            </a:r>
          </a:p>
          <a:p>
            <a:pPr eaLnBrk="1" hangingPunct="1"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      使用输送机分检大、小球的装置如图</a:t>
            </a:r>
            <a:r>
              <a:rPr lang="en-US" altLang="zh-CN" b="1" dirty="0">
                <a:latin typeface="Times New Roman" panose="02020603050405020304" pitchFamily="18" charset="0"/>
              </a:rPr>
              <a:t>3.72</a:t>
            </a:r>
            <a:r>
              <a:rPr lang="zh-CN" altLang="en-US" b="1" dirty="0">
                <a:latin typeface="Times New Roman" panose="02020603050405020304" pitchFamily="18" charset="0"/>
              </a:rPr>
              <a:t>所示。图中，左上方为原点，</a:t>
            </a:r>
            <a:r>
              <a:rPr lang="en-US" altLang="zh-CN" b="1" dirty="0">
                <a:latin typeface="Times New Roman" panose="02020603050405020304" pitchFamily="18" charset="0"/>
              </a:rPr>
              <a:t>LS1~LS5</a:t>
            </a:r>
            <a:r>
              <a:rPr lang="zh-CN" altLang="en-US" b="1" dirty="0">
                <a:latin typeface="Times New Roman" panose="02020603050405020304" pitchFamily="18" charset="0"/>
              </a:rPr>
              <a:t>分别为左、下、上、小球位置和大球位置的限位开关，</a:t>
            </a:r>
            <a:r>
              <a:rPr lang="en-US" altLang="zh-CN" b="1" dirty="0">
                <a:latin typeface="Times New Roman" panose="02020603050405020304" pitchFamily="18" charset="0"/>
              </a:rPr>
              <a:t>LS1~LS5	</a:t>
            </a:r>
            <a:r>
              <a:rPr lang="zh-CN" altLang="en-US" b="1" dirty="0">
                <a:latin typeface="Times New Roman" panose="02020603050405020304" pitchFamily="18" charset="0"/>
              </a:rPr>
              <a:t>分别接在</a:t>
            </a:r>
            <a:r>
              <a:rPr lang="en-US" altLang="zh-CN" b="1" dirty="0">
                <a:latin typeface="Times New Roman" panose="02020603050405020304" pitchFamily="18" charset="0"/>
              </a:rPr>
              <a:t>PLC</a:t>
            </a:r>
            <a:r>
              <a:rPr lang="zh-CN" altLang="en-US" b="1" dirty="0">
                <a:latin typeface="Times New Roman" panose="02020603050405020304" pitchFamily="18" charset="0"/>
              </a:rPr>
              <a:t>的</a:t>
            </a:r>
            <a:r>
              <a:rPr lang="en-US" altLang="zh-CN" b="1" dirty="0">
                <a:latin typeface="Times New Roman" panose="02020603050405020304" pitchFamily="18" charset="0"/>
              </a:rPr>
              <a:t>X1~X5</a:t>
            </a:r>
            <a:r>
              <a:rPr lang="zh-CN" altLang="en-US" b="1" dirty="0">
                <a:latin typeface="Times New Roman" panose="02020603050405020304" pitchFamily="18" charset="0"/>
              </a:rPr>
              <a:t>输入端子上。</a:t>
            </a:r>
            <a:r>
              <a:rPr lang="en-US" altLang="zh-CN" b="1" dirty="0">
                <a:latin typeface="Times New Roman" panose="02020603050405020304" pitchFamily="18" charset="0"/>
              </a:rPr>
              <a:t>Y0</a:t>
            </a:r>
            <a:r>
              <a:rPr lang="zh-CN" altLang="en-US" b="1" dirty="0">
                <a:latin typeface="Times New Roman" panose="02020603050405020304" pitchFamily="18" charset="0"/>
              </a:rPr>
              <a:t>接吸放球的电磁铁，</a:t>
            </a:r>
            <a:r>
              <a:rPr lang="en-US" altLang="zh-CN" b="1" dirty="0">
                <a:latin typeface="Times New Roman" panose="02020603050405020304" pitchFamily="18" charset="0"/>
              </a:rPr>
              <a:t>Y1~Y4</a:t>
            </a:r>
            <a:r>
              <a:rPr lang="zh-CN" altLang="en-US" b="1" dirty="0">
                <a:latin typeface="Times New Roman" panose="02020603050405020304" pitchFamily="18" charset="0"/>
              </a:rPr>
              <a:t>分别接下降、上升、右行、左行电磁阀，</a:t>
            </a:r>
            <a:r>
              <a:rPr lang="en-US" altLang="zh-CN" b="1" dirty="0">
                <a:latin typeface="Times New Roman" panose="02020603050405020304" pitchFamily="18" charset="0"/>
              </a:rPr>
              <a:t>Y7</a:t>
            </a:r>
            <a:r>
              <a:rPr lang="zh-CN" altLang="en-US" b="1" dirty="0">
                <a:latin typeface="Times New Roman" panose="02020603050405020304" pitchFamily="18" charset="0"/>
              </a:rPr>
              <a:t>接原点指示灯，其输入</a:t>
            </a:r>
            <a:r>
              <a:rPr lang="en-US" altLang="zh-CN" b="1" dirty="0">
                <a:latin typeface="Times New Roman" panose="02020603050405020304" pitchFamily="18" charset="0"/>
              </a:rPr>
              <a:t>/</a:t>
            </a:r>
            <a:r>
              <a:rPr lang="zh-CN" altLang="en-US" b="1" dirty="0">
                <a:latin typeface="Times New Roman" panose="02020603050405020304" pitchFamily="18" charset="0"/>
              </a:rPr>
              <a:t>输出接线图如图</a:t>
            </a:r>
            <a:r>
              <a:rPr lang="en-US" altLang="zh-CN" b="1" dirty="0">
                <a:latin typeface="Times New Roman" panose="02020603050405020304" pitchFamily="18" charset="0"/>
              </a:rPr>
              <a:t>3.73</a:t>
            </a:r>
            <a:r>
              <a:rPr lang="zh-CN" altLang="en-US" b="1" dirty="0">
                <a:latin typeface="Times New Roman" panose="02020603050405020304" pitchFamily="18" charset="0"/>
              </a:rPr>
              <a:t>所示。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状态转移图如图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3.74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所示。</a:t>
            </a:r>
          </a:p>
          <a:p>
            <a:pPr eaLnBrk="1" hangingPunct="1">
              <a:buNone/>
            </a:pP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7" name="Picture 4" descr="3-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1000"/>
            <a:ext cx="7772400" cy="5186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5298" name="Rectangle 5"/>
          <p:cNvSpPr/>
          <p:nvPr/>
        </p:nvSpPr>
        <p:spPr>
          <a:xfrm>
            <a:off x="2438400" y="5715000"/>
            <a:ext cx="5375275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3.72  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分检大、小球的装置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1" name="Picture 4" descr="3-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28600"/>
            <a:ext cx="6553200" cy="53895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6322" name="Rectangle 5"/>
          <p:cNvSpPr/>
          <p:nvPr/>
        </p:nvSpPr>
        <p:spPr>
          <a:xfrm>
            <a:off x="1905000" y="5715000"/>
            <a:ext cx="5872163" cy="57943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3.73   PLC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的输入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</a:rPr>
              <a:t>输出接线图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5" name="Picture 5" descr="3-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6200"/>
            <a:ext cx="6130925" cy="6629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7346" name="Rectangle 6"/>
          <p:cNvSpPr/>
          <p:nvPr/>
        </p:nvSpPr>
        <p:spPr>
          <a:xfrm>
            <a:off x="6934200" y="5181600"/>
            <a:ext cx="1962150" cy="13731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图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3.74  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状</a:t>
            </a:r>
          </a:p>
          <a:p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态转移图及</a:t>
            </a:r>
          </a:p>
          <a:p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指令表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SCORE" val="2.0"/>
  <p:tag name="PROBLEMBLANK" val="[{&quot;num&quot;:1,&quot;caseSensitive&quot;:false,&quot;fuzzyMatch&quot;:false,&quot;Score&quot;:1.0,&quot;answers&quot;:[&quot;步&quot;]},{&quot;num&quot;:2,&quot;caseSensitive&quot;:false,&quot;fuzzyMatch&quot;:false,&quot;Score&quot;:1.0,&quot;answers&quot;:[&quot;&quot;]}]"/>
  <p:tag name="PROBLEMBLANKKEYWORD" val="填空"/>
  <p:tag name="PROBLEMBLANKORDER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SCORE" val="1.0"/>
  <p:tag name="PROBLEMBLANK" val="[{&quot;num&quot;:1,&quot;caseSensitive&quot;:false,&quot;fuzzyMatch&quot;:false,&quot;Score&quot;:1.0,&quot;answers&quot;:[&quot;M8002&quot;]}]"/>
  <p:tag name="PROBLEMBLANKKEYWORD" val="填空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PLC第2章</Template>
  <TotalTime>388</TotalTime>
  <Words>2192</Words>
  <Application>Microsoft Office PowerPoint</Application>
  <PresentationFormat>全屏显示(4:3)</PresentationFormat>
  <Paragraphs>230</Paragraphs>
  <Slides>49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49</vt:i4>
      </vt:variant>
    </vt:vector>
  </HeadingPairs>
  <TitlesOfParts>
    <vt:vector size="64" baseType="lpstr">
      <vt:lpstr>等线</vt:lpstr>
      <vt:lpstr>华文楷体</vt:lpstr>
      <vt:lpstr>宋体</vt:lpstr>
      <vt:lpstr>微软雅黑</vt:lpstr>
      <vt:lpstr>Arial</vt:lpstr>
      <vt:lpstr>Arial Black</vt:lpstr>
      <vt:lpstr>Calibri</vt:lpstr>
      <vt:lpstr>Times New Roman</vt:lpstr>
      <vt:lpstr>Verdana</vt:lpstr>
      <vt:lpstr>Wingdings</vt:lpstr>
      <vt:lpstr>Pixel</vt:lpstr>
      <vt:lpstr>1_Pixel</vt:lpstr>
      <vt:lpstr>2_Pixel</vt:lpstr>
      <vt:lpstr>Visio.Drawing.11</vt:lpstr>
      <vt:lpstr>Photoshop.Image.7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  三菱FX系列PLC的指令及编程</dc:title>
  <dc:creator>t</dc:creator>
  <cp:lastModifiedBy>翟晓东</cp:lastModifiedBy>
  <cp:revision>244</cp:revision>
  <dcterms:created xsi:type="dcterms:W3CDTF">2006-06-03T02:06:00Z</dcterms:created>
  <dcterms:modified xsi:type="dcterms:W3CDTF">2024-11-12T08:00:48Z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2052-11.1.0.11115</vt:lpwstr>
  </property>
  <property fmtid="{D5CDD505-2E9C-101B-9397-08002B2CF9AE}" pid="3" name="ICV">
    <vt:lpwstr>11A112C4C0634047A84EBA879E414078</vt:lpwstr>
  </property>
</Properties>
</file>